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9"/>
  </p:notesMasterIdLst>
  <p:sldIdLst>
    <p:sldId id="351" r:id="rId5"/>
    <p:sldId id="445" r:id="rId6"/>
    <p:sldId id="478" r:id="rId7"/>
    <p:sldId id="357" r:id="rId8"/>
    <p:sldId id="446" r:id="rId9"/>
    <p:sldId id="447" r:id="rId10"/>
    <p:sldId id="448" r:id="rId11"/>
    <p:sldId id="449" r:id="rId12"/>
    <p:sldId id="450" r:id="rId13"/>
    <p:sldId id="451" r:id="rId14"/>
    <p:sldId id="452" r:id="rId15"/>
    <p:sldId id="453" r:id="rId16"/>
    <p:sldId id="454" r:id="rId17"/>
    <p:sldId id="455" r:id="rId18"/>
    <p:sldId id="456" r:id="rId19"/>
    <p:sldId id="457" r:id="rId20"/>
    <p:sldId id="458" r:id="rId21"/>
    <p:sldId id="465" r:id="rId22"/>
    <p:sldId id="460" r:id="rId23"/>
    <p:sldId id="459" r:id="rId24"/>
    <p:sldId id="462" r:id="rId25"/>
    <p:sldId id="463" r:id="rId26"/>
    <p:sldId id="464" r:id="rId27"/>
    <p:sldId id="461" r:id="rId28"/>
    <p:sldId id="466" r:id="rId29"/>
    <p:sldId id="467" r:id="rId30"/>
    <p:sldId id="468" r:id="rId31"/>
    <p:sldId id="469" r:id="rId32"/>
    <p:sldId id="470" r:id="rId33"/>
    <p:sldId id="471" r:id="rId34"/>
    <p:sldId id="472" r:id="rId35"/>
    <p:sldId id="473" r:id="rId36"/>
    <p:sldId id="474" r:id="rId37"/>
    <p:sldId id="475" r:id="rId38"/>
    <p:sldId id="476" r:id="rId39"/>
    <p:sldId id="477" r:id="rId40"/>
    <p:sldId id="256" r:id="rId41"/>
    <p:sldId id="257" r:id="rId42"/>
    <p:sldId id="258" r:id="rId43"/>
    <p:sldId id="259" r:id="rId44"/>
    <p:sldId id="260" r:id="rId45"/>
    <p:sldId id="261" r:id="rId46"/>
    <p:sldId id="262" r:id="rId47"/>
    <p:sldId id="263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 fijas" id="{FC851C87-7643-4CD9-83E8-FE222C8F104C}">
          <p14:sldIdLst>
            <p14:sldId id="351"/>
            <p14:sldId id="445"/>
            <p14:sldId id="478"/>
          </p14:sldIdLst>
        </p14:section>
        <p14:section name="Contenido" id="{65540704-81EE-4826-A409-2690FEEE9EB7}">
          <p14:sldIdLst>
            <p14:sldId id="357"/>
            <p14:sldId id="446"/>
            <p14:sldId id="447"/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  <p14:sldId id="457"/>
            <p14:sldId id="458"/>
            <p14:sldId id="465"/>
            <p14:sldId id="460"/>
            <p14:sldId id="459"/>
            <p14:sldId id="462"/>
            <p14:sldId id="463"/>
            <p14:sldId id="464"/>
            <p14:sldId id="461"/>
            <p14:sldId id="466"/>
            <p14:sldId id="467"/>
            <p14:sldId id="468"/>
            <p14:sldId id="469"/>
            <p14:sldId id="470"/>
            <p14:sldId id="471"/>
            <p14:sldId id="472"/>
            <p14:sldId id="473"/>
            <p14:sldId id="474"/>
            <p14:sldId id="475"/>
            <p14:sldId id="476"/>
            <p14:sldId id="477"/>
          </p14:sldIdLst>
        </p14:section>
        <p14:section name="Anexos" id="{B90F13BA-C101-4433-86A9-4510D08A3A0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3" pos="235" userDrawn="1">
          <p15:clr>
            <a:srgbClr val="5ACBF0"/>
          </p15:clr>
        </p15:guide>
        <p15:guide id="4" pos="7447" userDrawn="1">
          <p15:clr>
            <a:srgbClr val="5ACBF0"/>
          </p15:clr>
        </p15:guide>
        <p15:guide id="6" pos="688" userDrawn="1">
          <p15:clr>
            <a:srgbClr val="5ACBF0"/>
          </p15:clr>
        </p15:guide>
        <p15:guide id="7" pos="6992" userDrawn="1">
          <p15:clr>
            <a:srgbClr val="5ACBF0"/>
          </p15:clr>
        </p15:guide>
        <p15:guide id="8" orient="horz" pos="164" userDrawn="1">
          <p15:clr>
            <a:srgbClr val="5ACBF0"/>
          </p15:clr>
        </p15:guide>
        <p15:guide id="9" orient="horz" pos="4156" userDrawn="1">
          <p15:clr>
            <a:srgbClr val="5ACBF0"/>
          </p15:clr>
        </p15:guide>
        <p15:guide id="10" pos="461" userDrawn="1">
          <p15:clr>
            <a:srgbClr val="5ACBF0"/>
          </p15:clr>
        </p15:guide>
        <p15:guide id="11" pos="7219" userDrawn="1">
          <p15:clr>
            <a:srgbClr val="5ACBF0"/>
          </p15:clr>
        </p15:guide>
        <p15:guide id="12" orient="horz" pos="391" userDrawn="1">
          <p15:clr>
            <a:srgbClr val="5ACBF0"/>
          </p15:clr>
        </p15:guide>
        <p15:guide id="13" orient="horz" pos="3929" userDrawn="1">
          <p15:clr>
            <a:srgbClr val="5ACBF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6FA"/>
    <a:srgbClr val="0F101C"/>
    <a:srgbClr val="141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58E045-A6EC-4D58-AA48-F97403692EB4}" v="6" dt="2026-07-23T17:45:56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267" y="48"/>
      </p:cViewPr>
      <p:guideLst>
        <p:guide pos="235"/>
        <p:guide pos="7447"/>
        <p:guide pos="688"/>
        <p:guide pos="6992"/>
        <p:guide orient="horz" pos="164"/>
        <p:guide orient="horz" pos="4156"/>
        <p:guide pos="461"/>
        <p:guide pos="7219"/>
        <p:guide orient="horz" pos="391"/>
        <p:guide orient="horz" pos="3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299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obligatoria de la organización. No se toca.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0:00:40–0:01:30. Dos preguntas seguidas, sin dejar respirar entre ellas. Si el público no levanta la mano, no insistas: «lo pregunto en todas las sesiones y el resultado es siempre el mismo».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513196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0:01:30–0:02. La cifra no es el punto: el punto es que ya existían.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61529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11:02. El contrato de la sesión: qué vas a poder hacer el lunes. Tres cosas, y las tres pasan por el admin center de Microsoft 365, no por Power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96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11:02:20. Veinte segundos. Se menciona una vez y ya no se vuelve a explicar. Un proceso —devoluciones— y tres agentes: uno de Agent Builder que montó un jefe de tienda, uno de Copilot Studio que montó Operaciones y uno con el Agent SDK de Claude que montó un dev.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1020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11:02:30–11:04. Si vas tarde, una frase y se salta. Y la diferencia de 2026: crear un agente ya no exige Power Platform. Cualquiera con Copilot Chat lo hace con Agent Builder en dos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00722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OCULTA para ganar tiempo. Si sobra un minuto en el bloque 1, se puede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13106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11:04–11:05:30. Léelos contando con los dedos, medio segundo entre cada uno. «Si habéis marcado tres o más, no tenéis un problema de tecnología: tenéis una jungla.» PRIMERA repetición de la frase ancla en el quinto síntoma: «un agente sin propietario nombrado no es un agente: es una incidencia esperando fecha».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2740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11:05:30–11:06:30. CHECKPOINT 1: deberías estar en 11:06:30. Transición: «si el control sin visibilidad no funciona, ¿por dónde se empieza? Por contar los agentes».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07069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11:06:30–11:08:30. LA SLIDE CENTRAL. Déjala puesta y vuelve a ella con el puntero en cada demo. El mensaje nuevo: la capa de identidad y la de datos están en Microsoft 365, y ahí es donde aparece Agent 365. La de plataforma es Power Platform y la veremos rápido, porque ya la conocéis.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040861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11:08:30–11:09:30. Di el licenciamiento rápido y sin disculparte: es la pregunta número uno del Q&amp;A. «Apuntad la última línea, que es la que os salva de prometer algo que luego no podéis entregar.»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81030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11:09:30–11:11:30. Si mantenéis el CoE Starter Kit solo para inventariar Power Platform, sabed que el inventario que importa ya no está ahí: los agentes de Agent Builder no viven en ningún entorno. La última frase planta la semilla de la demo 4: «guardad esa frase, que volvemos a ella en la última demo».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052174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1 · 11:11:30–11:15:30 · riesgo bajo · plan B: slide oculta siguiente.</a:t>
            </a:r>
          </a:p>
          <a:p>
            <a:r>
              <a:t>Beat 1 (45"): Copilot Chat como Álvaro. Abre «Atajo Devoluciones MAD01», el agente que hizo con Agent Builder en dos minutos y compartió con su equipo. «Así nace un agente hoy: sin pasar por nadie.»</a:t>
            </a:r>
          </a:p>
          <a:p>
            <a:r>
              <a:t>Beat 2 (1:30"): M365 admin center › Agents › All agents. Llega ya filtrado. Están los dos: el de Agent Builder y el Asistente de Devoluciones de Copilot Studio. Abre el de Agent Builder: quién lo creó, con quién está compartido, qué conocimiento usa.</a:t>
            </a:r>
          </a:p>
          <a:p>
            <a:r>
              <a:t>Beat 3 (1:00"): abre el de Copilot Studio: Entra Agent ID, propietario, usuarios, Risks si hay señal. «Dos herramientas, dos makers, una sola lista.»</a:t>
            </a:r>
          </a:p>
          <a:p>
            <a:r>
              <a:t>Beat 4 (45"): «El Asistente lo creó Marta en marzo. Marta pasó a e-commerce en julio. Nadie se lo dijo a este agente.»</a:t>
            </a:r>
          </a:p>
          <a:p>
            <a:r>
              <a:t>CHECKPOINT 2: 11:15:30.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696953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4 · 11:15:30–11:17:30. «Todo esto ya existía antes de Agent 365, y nada de esto depende de Agent 365.» Dos minutos, sin enamorarse. Lo importante es el matiz: estos controles solo ven lo que se construye en Power Platform. Un agente de Agent Builder o uno externo no vive en ningún entorno, y aquí no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6010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11:17:30–11:19:30. NO la leas: «esta slide no es para leerla aquí, es para hacerle una foto». Tres segundos de silencio. Lee solo dos filas: Agentes externos (la puerta es el Agent 365 SDK) y Propietario. «Fijaos que las dos filas que más importan son las que no resuelve Power Platform.»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434810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OCULTA. Su mensaje (carriles, no comités) está ahora en la slide «Lo que ya teníais».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198979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5 · 11:19:30–11:21:30. «Antes de bloquear nada, mirad qué hacen.» La visibilidad va antes que el control, también con el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65624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2 · 11:21:30–11:25:30 · riesgo medio · plan B: vídeo en la slide oculta siguiente.</a:t>
            </a:r>
          </a:p>
          <a:p>
            <a:r>
              <a:t>Beat 1 (1:30"): Purview › DSPM for AI › Activity explorer. Interacciones con los agentes de FraSoHome: usuario, agente, prompt, respuesta. Filtra por tipo de información sensible: aparece IBAN. Álvaro pegó la cuenta de un cliente en un agente.</a:t>
            </a:r>
          </a:p>
          <a:p>
            <a:r>
              <a:t>Beat 2 (1:15"): admin center › informe de uso de agentes (o Agent 365 si está disponible): qué agentes se usan y cuáles no. Si el informe aún no tiene datos, dilo: tarda hasta dos días en llegar.</a:t>
            </a:r>
          </a:p>
          <a:p>
            <a:r>
              <a:t>Beat 3 (45"): «Nadie ha revisado estos agentes y ya sé qué hacen con ellos y qué datos tocan. La visibilidad estaba en la capa, no en el agente.»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5470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6 · 11:25:30–11:27:30. SEGUNDA repetición de la frase ancla en «Reasignar». Cierra con el matiz: «quién puede crear y compartir agentes se decide en la configuración de Copilot del admin center. No lo cerréis: limitad con quién se comparte. Si cerráis el playground, la experimentación se va fuera del tenant».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566322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3 · 11:27:30–11:31 · riesgo medio · plan B: capturas en la slide oculta siguiente.</a:t>
            </a:r>
          </a:p>
          <a:p>
            <a:r>
              <a:t>Beat 1 (1:15"): admin center › Agents › Requests. El Asistente de Devoluciones pide publicarse para toda la organización. Abre la solicitud: qué hace, qué conocimiento usa, quién lo pide. Apruébalo o recházalo con motivo.</a:t>
            </a:r>
          </a:p>
          <a:p>
            <a:r>
              <a:t>Beat 2 (1:15"): All agents › «Calculadora de reembolsos (copia)», un duplicado de Agent Builder. Bloquear. Enseña la captura de anoche: para el usuario, el agente ya no está.</a:t>
            </a:r>
          </a:p>
          <a:p>
            <a:r>
              <a:t>Beat 3 (1:00"): admin center › Copilot › Settings: quién puede crear agentes y con quién se pueden compartir. «No os pido que lo cerréis. Os pido que decidáis desde aquí, y no agente a agente.»</a:t>
            </a:r>
          </a:p>
          <a:p>
            <a:r>
              <a:t>CHECKPOINT 3: 11:31.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063678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7 · 11:31–11:32:30. Si vas tarde, sáltate esta slide y explícalo dentro de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470457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11:32:30–11:33:30. Misma idea que las component collections, aplicada a la identidad: gobiernas la plantilla, no la instancia. Un agente externo puede llegar a Producción, pero solo con blueprint, identidad, telemetría y propietario. No hay atajo.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636904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4 · 11:33:30–11:38 · riesgo medio · ES EL CIERRE · plan B: terminal grabado en la slide oculta siguiente.</a:t>
            </a:r>
          </a:p>
          <a:p>
            <a:r>
              <a:t>Precondición: fs-triage-devoluciones funcionando (lee el buzón, clasifica, detecta el patrón de hectorvidal) y AUSENTE de All agents. Enseña el .env con sus credenciales.</a:t>
            </a:r>
          </a:p>
          <a:p>
            <a:r>
              <a:t>Beat 1 (1:15"): en Claude Code, «añade observabilidad con OpenTelemetry a este agente». Enseña el diff: solo añade.</a:t>
            </a:r>
          </a:p>
          <a:p>
            <a:r>
              <a:t>Beat 2 (1:15"): SOLO si el tenant tiene Agent 365: registrarlo con su blueprint y los MCP de Work IQ (permisos delegados; con S2S la skill se salta sola). Si no, slide 26 y explícalo.</a:t>
            </a:r>
          </a:p>
          <a:p>
            <a:r>
              <a:t>Beat 3 (1:00"): SOLO si el beat 2 funcionó: All agents con los tres agentes de FraSoHome. Silencio.</a:t>
            </a:r>
          </a:p>
          <a:p>
            <a:r>
              <a:t>Beat 4 (30"): «El control plane no pregunta con qué lo construiste. Pregunta quién eres, qué tocas y quién responde por ti.»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173407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8 · 11:38–11:40:30. La cadencia sostiene todo: sin ella, el inventario es una foto de un día. FinOps en una línea: Agent 365 se licencia por usuario y los créditos de ejecución van aparte. TERCERA repetición de la frase ancla.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3242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11:40:30–11:42. Volvemos al gancho del minuto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437611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11:42–11:43. Aquí va el QR de la checklist 30/60/90. PENDIENTE: insertar el QR en el hueco derecho.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467057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11:43–11:50. CHECKPOINT 4: a las 11:43 estás aquí, hayas terminado o no.</a:t>
            </a:r>
          </a:p>
          <a:p>
            <a:r>
              <a:t>Las que caen: E3 + Copilot no es elegible para Agent 365 · los agentes de Agent Builder aparecen en el admin center aunque no haya Agent 365 · terceros por Registry Sync o SDK · el SDK no obliga a cambiar de framework · gobierno por usuario y créditos aparte · bloquear la creación es el error más caro.</a:t>
            </a:r>
          </a:p>
          <a:p>
            <a:r>
              <a:t>Si nadie pregunta: «¿por dónde empiezo el lunes si solo tengo una hora?» → All agents, filtrar por sin propietario y por compartidos con toda la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94627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la organización con el QR de feedback. Pídelo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556277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institucional.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301726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3294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243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CC494922-A55E-49C2-8326-FC2946D88B7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683CE5E-53BD-461A-8676-164941D58FE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94873CFB-7DF3-660F-C9A1-0120E8308D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9876DDC-0726-E4BE-8EC5-EE09345D2D2D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330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5160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24140CB2-7AD1-9500-ADC4-A040CFB9C7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F5C26F03-21E6-14B3-7B40-9A37D95EFF8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94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1F412BFD-B8F3-CBA9-0712-BBA9EA5BA0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B0CFE2DC-EE71-ECB6-E2B5-C1573742BDC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4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B1423980-E60F-C8F2-97DC-A467BCD760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CA5722F-78C2-9A07-4A8F-010F678E1F8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22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8B08432C-0986-C17D-F9FC-D25DEADC81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7EAFD11C-DBB8-8931-C3B0-9C9F4B57AF0C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871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and Cont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CC187EC-8396-4004-B000-A5A19819C533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DBF07B1-5FDD-9993-3E02-02E05066313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59A10549-BE6D-4DE6-BA55-6C74DD12A7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C87A5F9-FC8B-5E8F-3FF0-2A3D1C46884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452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5AD6A4-3D24-4C93-A062-C41B2ADCD69A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C9ABBC4F-3FDA-B5CF-4127-630ADCDCE091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B470B9CE-6085-9B6C-69E6-FE2727F016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1172AEB-3DBE-6F89-710E-5F1A6EE7E61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67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8526BFF-456B-474A-8BE2-1598D227355E}"/>
              </a:ext>
            </a:extLst>
          </p:cNvPr>
          <p:cNvSpPr/>
          <p:nvPr userDrawn="1"/>
        </p:nvSpPr>
        <p:spPr>
          <a:xfrm>
            <a:off x="-1" y="3"/>
            <a:ext cx="12192000" cy="2211807"/>
          </a:xfrm>
          <a:custGeom>
            <a:avLst/>
            <a:gdLst>
              <a:gd name="connsiteX0" fmla="*/ 8397881 w 12192000"/>
              <a:gd name="connsiteY0" fmla="*/ 1800203 h 2211807"/>
              <a:gd name="connsiteX1" fmla="*/ 8397951 w 12192000"/>
              <a:gd name="connsiteY1" fmla="*/ 1800517 h 2211807"/>
              <a:gd name="connsiteX2" fmla="*/ 8398480 w 12192000"/>
              <a:gd name="connsiteY2" fmla="*/ 1800203 h 2211807"/>
              <a:gd name="connsiteX3" fmla="*/ 3793520 w 12192000"/>
              <a:gd name="connsiteY3" fmla="*/ 1800203 h 2211807"/>
              <a:gd name="connsiteX4" fmla="*/ 3794049 w 12192000"/>
              <a:gd name="connsiteY4" fmla="*/ 1800517 h 2211807"/>
              <a:gd name="connsiteX5" fmla="*/ 3794120 w 12192000"/>
              <a:gd name="connsiteY5" fmla="*/ 1800203 h 2211807"/>
              <a:gd name="connsiteX6" fmla="*/ 0 w 12192000"/>
              <a:gd name="connsiteY6" fmla="*/ 0 h 2211807"/>
              <a:gd name="connsiteX7" fmla="*/ 12192000 w 12192000"/>
              <a:gd name="connsiteY7" fmla="*/ 0 h 2211807"/>
              <a:gd name="connsiteX8" fmla="*/ 12192000 w 12192000"/>
              <a:gd name="connsiteY8" fmla="*/ 1757824 h 2211807"/>
              <a:gd name="connsiteX9" fmla="*/ 12192000 w 12192000"/>
              <a:gd name="connsiteY9" fmla="*/ 1859537 h 2211807"/>
              <a:gd name="connsiteX10" fmla="*/ 12165341 w 12192000"/>
              <a:gd name="connsiteY10" fmla="*/ 1861348 h 2211807"/>
              <a:gd name="connsiteX11" fmla="*/ 11967973 w 12192000"/>
              <a:gd name="connsiteY11" fmla="*/ 1934505 h 2211807"/>
              <a:gd name="connsiteX12" fmla="*/ 11944992 w 12192000"/>
              <a:gd name="connsiteY12" fmla="*/ 1953778 h 2211807"/>
              <a:gd name="connsiteX13" fmla="*/ 11942396 w 12192000"/>
              <a:gd name="connsiteY13" fmla="*/ 1957297 h 2211807"/>
              <a:gd name="connsiteX14" fmla="*/ 11911532 w 12192000"/>
              <a:gd name="connsiteY14" fmla="*/ 1981230 h 2211807"/>
              <a:gd name="connsiteX15" fmla="*/ 11808711 w 12192000"/>
              <a:gd name="connsiteY15" fmla="*/ 2063027 h 2211807"/>
              <a:gd name="connsiteX16" fmla="*/ 11291279 w 12192000"/>
              <a:gd name="connsiteY16" fmla="*/ 2211169 h 2211807"/>
              <a:gd name="connsiteX17" fmla="*/ 10847202 w 12192000"/>
              <a:gd name="connsiteY17" fmla="*/ 2019633 h 2211807"/>
              <a:gd name="connsiteX18" fmla="*/ 10424269 w 12192000"/>
              <a:gd name="connsiteY18" fmla="*/ 1831641 h 2211807"/>
              <a:gd name="connsiteX19" fmla="*/ 10128215 w 12192000"/>
              <a:gd name="connsiteY19" fmla="*/ 1980614 h 2211807"/>
              <a:gd name="connsiteX20" fmla="*/ 9564304 w 12192000"/>
              <a:gd name="connsiteY20" fmla="*/ 2200526 h 2211807"/>
              <a:gd name="connsiteX21" fmla="*/ 9096430 w 12192000"/>
              <a:gd name="connsiteY21" fmla="*/ 2051887 h 2211807"/>
              <a:gd name="connsiteX22" fmla="*/ 9033902 w 12192000"/>
              <a:gd name="connsiteY22" fmla="*/ 1994333 h 2211807"/>
              <a:gd name="connsiteX23" fmla="*/ 8988988 w 12192000"/>
              <a:gd name="connsiteY23" fmla="*/ 1957297 h 2211807"/>
              <a:gd name="connsiteX24" fmla="*/ 8979560 w 12192000"/>
              <a:gd name="connsiteY24" fmla="*/ 1943702 h 2211807"/>
              <a:gd name="connsiteX25" fmla="*/ 8949396 w 12192000"/>
              <a:gd name="connsiteY25" fmla="*/ 1915273 h 2211807"/>
              <a:gd name="connsiteX26" fmla="*/ 8718436 w 12192000"/>
              <a:gd name="connsiteY26" fmla="*/ 1821002 h 2211807"/>
              <a:gd name="connsiteX27" fmla="*/ 8429428 w 12192000"/>
              <a:gd name="connsiteY27" fmla="*/ 1969975 h 2211807"/>
              <a:gd name="connsiteX28" fmla="*/ 7752735 w 12192000"/>
              <a:gd name="connsiteY28" fmla="*/ 2204075 h 2211807"/>
              <a:gd name="connsiteX29" fmla="*/ 7195876 w 12192000"/>
              <a:gd name="connsiteY29" fmla="*/ 1962881 h 2211807"/>
              <a:gd name="connsiteX30" fmla="*/ 6956214 w 12192000"/>
              <a:gd name="connsiteY30" fmla="*/ 1831641 h 2211807"/>
              <a:gd name="connsiteX31" fmla="*/ 6674259 w 12192000"/>
              <a:gd name="connsiteY31" fmla="*/ 1966426 h 2211807"/>
              <a:gd name="connsiteX32" fmla="*/ 6578767 w 12192000"/>
              <a:gd name="connsiteY32" fmla="*/ 2049338 h 2211807"/>
              <a:gd name="connsiteX33" fmla="*/ 6558853 w 12192000"/>
              <a:gd name="connsiteY33" fmla="*/ 2061917 h 2211807"/>
              <a:gd name="connsiteX34" fmla="*/ 6545011 w 12192000"/>
              <a:gd name="connsiteY34" fmla="*/ 2075275 h 2211807"/>
              <a:gd name="connsiteX35" fmla="*/ 6109851 w 12192000"/>
              <a:gd name="connsiteY35" fmla="*/ 2196981 h 2211807"/>
              <a:gd name="connsiteX36" fmla="*/ 6096001 w 12192000"/>
              <a:gd name="connsiteY36" fmla="*/ 2196466 h 2211807"/>
              <a:gd name="connsiteX37" fmla="*/ 6082151 w 12192000"/>
              <a:gd name="connsiteY37" fmla="*/ 2196981 h 2211807"/>
              <a:gd name="connsiteX38" fmla="*/ 5646992 w 12192000"/>
              <a:gd name="connsiteY38" fmla="*/ 2075275 h 2211807"/>
              <a:gd name="connsiteX39" fmla="*/ 5633151 w 12192000"/>
              <a:gd name="connsiteY39" fmla="*/ 2061916 h 2211807"/>
              <a:gd name="connsiteX40" fmla="*/ 5613236 w 12192000"/>
              <a:gd name="connsiteY40" fmla="*/ 2049338 h 2211807"/>
              <a:gd name="connsiteX41" fmla="*/ 5517745 w 12192000"/>
              <a:gd name="connsiteY41" fmla="*/ 1966426 h 2211807"/>
              <a:gd name="connsiteX42" fmla="*/ 5235788 w 12192000"/>
              <a:gd name="connsiteY42" fmla="*/ 1831641 h 2211807"/>
              <a:gd name="connsiteX43" fmla="*/ 4996126 w 12192000"/>
              <a:gd name="connsiteY43" fmla="*/ 1962881 h 2211807"/>
              <a:gd name="connsiteX44" fmla="*/ 4439269 w 12192000"/>
              <a:gd name="connsiteY44" fmla="*/ 2204075 h 2211807"/>
              <a:gd name="connsiteX45" fmla="*/ 3762572 w 12192000"/>
              <a:gd name="connsiteY45" fmla="*/ 1969975 h 2211807"/>
              <a:gd name="connsiteX46" fmla="*/ 3473564 w 12192000"/>
              <a:gd name="connsiteY46" fmla="*/ 1821002 h 2211807"/>
              <a:gd name="connsiteX47" fmla="*/ 3242604 w 12192000"/>
              <a:gd name="connsiteY47" fmla="*/ 1915273 h 2211807"/>
              <a:gd name="connsiteX48" fmla="*/ 3212441 w 12192000"/>
              <a:gd name="connsiteY48" fmla="*/ 1943702 h 2211807"/>
              <a:gd name="connsiteX49" fmla="*/ 3203012 w 12192000"/>
              <a:gd name="connsiteY49" fmla="*/ 1957297 h 2211807"/>
              <a:gd name="connsiteX50" fmla="*/ 3158099 w 12192000"/>
              <a:gd name="connsiteY50" fmla="*/ 1994333 h 2211807"/>
              <a:gd name="connsiteX51" fmla="*/ 3095570 w 12192000"/>
              <a:gd name="connsiteY51" fmla="*/ 2051887 h 2211807"/>
              <a:gd name="connsiteX52" fmla="*/ 2627698 w 12192000"/>
              <a:gd name="connsiteY52" fmla="*/ 2200526 h 2211807"/>
              <a:gd name="connsiteX53" fmla="*/ 2063785 w 12192000"/>
              <a:gd name="connsiteY53" fmla="*/ 1980614 h 2211807"/>
              <a:gd name="connsiteX54" fmla="*/ 1767732 w 12192000"/>
              <a:gd name="connsiteY54" fmla="*/ 1831641 h 2211807"/>
              <a:gd name="connsiteX55" fmla="*/ 1344798 w 12192000"/>
              <a:gd name="connsiteY55" fmla="*/ 2019633 h 2211807"/>
              <a:gd name="connsiteX56" fmla="*/ 900721 w 12192000"/>
              <a:gd name="connsiteY56" fmla="*/ 2211169 h 2211807"/>
              <a:gd name="connsiteX57" fmla="*/ 383289 w 12192000"/>
              <a:gd name="connsiteY57" fmla="*/ 2063027 h 2211807"/>
              <a:gd name="connsiteX58" fmla="*/ 280468 w 12192000"/>
              <a:gd name="connsiteY58" fmla="*/ 1981230 h 2211807"/>
              <a:gd name="connsiteX59" fmla="*/ 249604 w 12192000"/>
              <a:gd name="connsiteY59" fmla="*/ 1957297 h 2211807"/>
              <a:gd name="connsiteX60" fmla="*/ 247008 w 12192000"/>
              <a:gd name="connsiteY60" fmla="*/ 1953778 h 2211807"/>
              <a:gd name="connsiteX61" fmla="*/ 224027 w 12192000"/>
              <a:gd name="connsiteY61" fmla="*/ 1934505 h 2211807"/>
              <a:gd name="connsiteX62" fmla="*/ 26659 w 12192000"/>
              <a:gd name="connsiteY62" fmla="*/ 1861348 h 2211807"/>
              <a:gd name="connsiteX63" fmla="*/ 0 w 12192000"/>
              <a:gd name="connsiteY63" fmla="*/ 1859537 h 2211807"/>
              <a:gd name="connsiteX64" fmla="*/ 0 w 12192000"/>
              <a:gd name="connsiteY64" fmla="*/ 1757824 h 2211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2192000" h="2211807">
                <a:moveTo>
                  <a:pt x="8397881" y="1800203"/>
                </a:moveTo>
                <a:cubicBezTo>
                  <a:pt x="8397905" y="1800308"/>
                  <a:pt x="8397928" y="1800413"/>
                  <a:pt x="8397951" y="1800517"/>
                </a:cubicBezTo>
                <a:lnTo>
                  <a:pt x="8398480" y="1800203"/>
                </a:lnTo>
                <a:close/>
                <a:moveTo>
                  <a:pt x="3793520" y="1800203"/>
                </a:moveTo>
                <a:lnTo>
                  <a:pt x="3794049" y="1800517"/>
                </a:lnTo>
                <a:cubicBezTo>
                  <a:pt x="3794073" y="1800413"/>
                  <a:pt x="3794095" y="1800308"/>
                  <a:pt x="3794120" y="180020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757824"/>
                </a:lnTo>
                <a:lnTo>
                  <a:pt x="12192000" y="1859537"/>
                </a:lnTo>
                <a:lnTo>
                  <a:pt x="12165341" y="1861348"/>
                </a:lnTo>
                <a:cubicBezTo>
                  <a:pt x="12101901" y="1867998"/>
                  <a:pt x="12024364" y="1886620"/>
                  <a:pt x="11967973" y="1934505"/>
                </a:cubicBezTo>
                <a:lnTo>
                  <a:pt x="11944992" y="1953778"/>
                </a:lnTo>
                <a:lnTo>
                  <a:pt x="11942396" y="1957297"/>
                </a:lnTo>
                <a:lnTo>
                  <a:pt x="11911532" y="1981230"/>
                </a:lnTo>
                <a:lnTo>
                  <a:pt x="11808711" y="2063027"/>
                </a:lnTo>
                <a:cubicBezTo>
                  <a:pt x="11687779" y="2151313"/>
                  <a:pt x="11545039" y="2219148"/>
                  <a:pt x="11291279" y="2211169"/>
                </a:cubicBezTo>
                <a:cubicBezTo>
                  <a:pt x="11100963" y="2207620"/>
                  <a:pt x="10974082" y="2115399"/>
                  <a:pt x="10847202" y="2019633"/>
                </a:cubicBezTo>
                <a:cubicBezTo>
                  <a:pt x="10727367" y="1927411"/>
                  <a:pt x="10593442" y="1831641"/>
                  <a:pt x="10424269" y="1831641"/>
                </a:cubicBezTo>
                <a:cubicBezTo>
                  <a:pt x="10290336" y="1831641"/>
                  <a:pt x="10212801" y="1902581"/>
                  <a:pt x="10128215" y="1980614"/>
                </a:cubicBezTo>
                <a:cubicBezTo>
                  <a:pt x="10008379" y="2090572"/>
                  <a:pt x="9881500" y="2204075"/>
                  <a:pt x="9564304" y="2200526"/>
                </a:cubicBezTo>
                <a:cubicBezTo>
                  <a:pt x="9321117" y="2197868"/>
                  <a:pt x="9192914" y="2131361"/>
                  <a:pt x="9096430" y="2051887"/>
                </a:cubicBezTo>
                <a:lnTo>
                  <a:pt x="9033902" y="1994333"/>
                </a:lnTo>
                <a:lnTo>
                  <a:pt x="8988988" y="1957297"/>
                </a:lnTo>
                <a:lnTo>
                  <a:pt x="8979560" y="1943702"/>
                </a:lnTo>
                <a:lnTo>
                  <a:pt x="8949396" y="1915273"/>
                </a:lnTo>
                <a:cubicBezTo>
                  <a:pt x="8890254" y="1862900"/>
                  <a:pt x="8824169" y="1821002"/>
                  <a:pt x="8718436" y="1821002"/>
                </a:cubicBezTo>
                <a:cubicBezTo>
                  <a:pt x="8598603" y="1817453"/>
                  <a:pt x="8514015" y="1891942"/>
                  <a:pt x="8429428" y="1969975"/>
                </a:cubicBezTo>
                <a:cubicBezTo>
                  <a:pt x="8288451" y="2094117"/>
                  <a:pt x="8140427" y="2232451"/>
                  <a:pt x="7752735" y="2204075"/>
                </a:cubicBezTo>
                <a:cubicBezTo>
                  <a:pt x="7386193" y="2179244"/>
                  <a:pt x="7287509" y="2065741"/>
                  <a:pt x="7195876" y="1962881"/>
                </a:cubicBezTo>
                <a:cubicBezTo>
                  <a:pt x="7139485" y="1899036"/>
                  <a:pt x="7090139" y="1838735"/>
                  <a:pt x="6956214" y="1831641"/>
                </a:cubicBezTo>
                <a:cubicBezTo>
                  <a:pt x="6829334" y="1821002"/>
                  <a:pt x="6758845" y="1891942"/>
                  <a:pt x="6674259" y="1966426"/>
                </a:cubicBezTo>
                <a:cubicBezTo>
                  <a:pt x="6644300" y="1993916"/>
                  <a:pt x="6613461" y="2022292"/>
                  <a:pt x="6578767" y="2049338"/>
                </a:cubicBezTo>
                <a:lnTo>
                  <a:pt x="6558853" y="2061917"/>
                </a:lnTo>
                <a:lnTo>
                  <a:pt x="6545011" y="2075275"/>
                </a:lnTo>
                <a:cubicBezTo>
                  <a:pt x="6465381" y="2141780"/>
                  <a:pt x="6353036" y="2194320"/>
                  <a:pt x="6109851" y="2196981"/>
                </a:cubicBezTo>
                <a:lnTo>
                  <a:pt x="6096001" y="2196466"/>
                </a:lnTo>
                <a:lnTo>
                  <a:pt x="6082151" y="2196981"/>
                </a:lnTo>
                <a:cubicBezTo>
                  <a:pt x="5838966" y="2194320"/>
                  <a:pt x="5726622" y="2141780"/>
                  <a:pt x="5646992" y="2075275"/>
                </a:cubicBezTo>
                <a:lnTo>
                  <a:pt x="5633151" y="2061916"/>
                </a:lnTo>
                <a:lnTo>
                  <a:pt x="5613236" y="2049338"/>
                </a:lnTo>
                <a:cubicBezTo>
                  <a:pt x="5578541" y="2022292"/>
                  <a:pt x="5547703" y="1993916"/>
                  <a:pt x="5517745" y="1966426"/>
                </a:cubicBezTo>
                <a:cubicBezTo>
                  <a:pt x="5433157" y="1891942"/>
                  <a:pt x="5362669" y="1821002"/>
                  <a:pt x="5235788" y="1831641"/>
                </a:cubicBezTo>
                <a:cubicBezTo>
                  <a:pt x="5101862" y="1838735"/>
                  <a:pt x="5052517" y="1899036"/>
                  <a:pt x="4996126" y="1962881"/>
                </a:cubicBezTo>
                <a:cubicBezTo>
                  <a:pt x="4904493" y="2065741"/>
                  <a:pt x="4805811" y="2179244"/>
                  <a:pt x="4439269" y="2204075"/>
                </a:cubicBezTo>
                <a:cubicBezTo>
                  <a:pt x="4051573" y="2232451"/>
                  <a:pt x="3903550" y="2094117"/>
                  <a:pt x="3762572" y="1969975"/>
                </a:cubicBezTo>
                <a:cubicBezTo>
                  <a:pt x="3677986" y="1891942"/>
                  <a:pt x="3593399" y="1817453"/>
                  <a:pt x="3473564" y="1821002"/>
                </a:cubicBezTo>
                <a:cubicBezTo>
                  <a:pt x="3367831" y="1821002"/>
                  <a:pt x="3301747" y="1862900"/>
                  <a:pt x="3242604" y="1915273"/>
                </a:cubicBezTo>
                <a:lnTo>
                  <a:pt x="3212441" y="1943702"/>
                </a:lnTo>
                <a:lnTo>
                  <a:pt x="3203012" y="1957297"/>
                </a:lnTo>
                <a:lnTo>
                  <a:pt x="3158099" y="1994333"/>
                </a:lnTo>
                <a:lnTo>
                  <a:pt x="3095570" y="2051887"/>
                </a:lnTo>
                <a:cubicBezTo>
                  <a:pt x="2999088" y="2131361"/>
                  <a:pt x="2870885" y="2197868"/>
                  <a:pt x="2627698" y="2200526"/>
                </a:cubicBezTo>
                <a:cubicBezTo>
                  <a:pt x="2310501" y="2204075"/>
                  <a:pt x="2183621" y="2090572"/>
                  <a:pt x="2063785" y="1980614"/>
                </a:cubicBezTo>
                <a:cubicBezTo>
                  <a:pt x="1979199" y="1902581"/>
                  <a:pt x="1901665" y="1831641"/>
                  <a:pt x="1767732" y="1831641"/>
                </a:cubicBezTo>
                <a:cubicBezTo>
                  <a:pt x="1598560" y="1831641"/>
                  <a:pt x="1464634" y="1927411"/>
                  <a:pt x="1344798" y="2019633"/>
                </a:cubicBezTo>
                <a:cubicBezTo>
                  <a:pt x="1217918" y="2115399"/>
                  <a:pt x="1091038" y="2207620"/>
                  <a:pt x="900721" y="2211169"/>
                </a:cubicBezTo>
                <a:cubicBezTo>
                  <a:pt x="646961" y="2219148"/>
                  <a:pt x="504221" y="2151313"/>
                  <a:pt x="383289" y="2063027"/>
                </a:cubicBezTo>
                <a:lnTo>
                  <a:pt x="280468" y="1981230"/>
                </a:lnTo>
                <a:lnTo>
                  <a:pt x="249604" y="1957297"/>
                </a:lnTo>
                <a:lnTo>
                  <a:pt x="247008" y="1953778"/>
                </a:lnTo>
                <a:lnTo>
                  <a:pt x="224027" y="1934505"/>
                </a:lnTo>
                <a:cubicBezTo>
                  <a:pt x="167637" y="1886620"/>
                  <a:pt x="90099" y="1867998"/>
                  <a:pt x="26659" y="1861348"/>
                </a:cubicBezTo>
                <a:lnTo>
                  <a:pt x="0" y="1859537"/>
                </a:lnTo>
                <a:lnTo>
                  <a:pt x="0" y="1757824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512232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958EC9E-3F14-450E-9500-CDF654A46AD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88D286-33BB-432A-A5E6-3B9AF3174ED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20" name="Imagen 19" descr="Logotipo&#10;&#10;El contenido generado por IA puede ser incorrecto.">
            <a:extLst>
              <a:ext uri="{FF2B5EF4-FFF2-40B4-BE49-F238E27FC236}">
                <a16:creationId xmlns:a16="http://schemas.microsoft.com/office/drawing/2014/main" id="{A3229568-CFE9-C263-9D88-DAE462D8B7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21" name="TextBox 7">
            <a:extLst>
              <a:ext uri="{FF2B5EF4-FFF2-40B4-BE49-F238E27FC236}">
                <a16:creationId xmlns:a16="http://schemas.microsoft.com/office/drawing/2014/main" id="{7BDB49E4-15BE-F72F-1F12-B1BF7F04C42F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780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0BE1C5B-722C-4D47-B5C5-1D4825AFF55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32">
            <a:extLst>
              <a:ext uri="{FF2B5EF4-FFF2-40B4-BE49-F238E27FC236}">
                <a16:creationId xmlns:a16="http://schemas.microsoft.com/office/drawing/2014/main" id="{0DA2FAAA-E96F-C2C3-4884-5874A3AEEFF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4F6E8475-6D4C-35BB-F44B-38F7828C8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29D554BE-00B7-947B-6648-196C8D0032B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845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5C40A2C-1A75-42B4-A826-D4B6683EECD3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1D8835-7059-42EE-8C09-298010F7425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07B3481-7280-435B-9BDA-A42611ACA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1A2E521-25F1-66D1-9E4F-68A98A499769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597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82BABB31-EFC0-5FEC-6279-07B92A8F95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74460" y="136854"/>
            <a:ext cx="758823" cy="834705"/>
          </a:xfrm>
          <a:prstGeom prst="rect">
            <a:avLst/>
          </a:prstGeom>
        </p:spPr>
      </p:pic>
      <p:pic>
        <p:nvPicPr>
          <p:cNvPr id="42" name="Gráfico 41">
            <a:extLst>
              <a:ext uri="{FF2B5EF4-FFF2-40B4-BE49-F238E27FC236}">
                <a16:creationId xmlns:a16="http://schemas.microsoft.com/office/drawing/2014/main" id="{5BD2FB50-F703-20A9-33BF-DC2B0CC8C7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3567" y="592634"/>
            <a:ext cx="758823" cy="834705"/>
          </a:xfrm>
          <a:prstGeom prst="rect">
            <a:avLst/>
          </a:prstGeom>
        </p:spPr>
      </p:pic>
      <p:pic>
        <p:nvPicPr>
          <p:cNvPr id="41" name="Gráfico 40">
            <a:extLst>
              <a:ext uri="{FF2B5EF4-FFF2-40B4-BE49-F238E27FC236}">
                <a16:creationId xmlns:a16="http://schemas.microsoft.com/office/drawing/2014/main" id="{946130A8-6F2D-0155-3AB2-75FE0DE63E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96539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6998DD76-0C5A-8F80-9901-D926DA0AC7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89" y="2901436"/>
            <a:ext cx="758823" cy="834705"/>
          </a:xfrm>
          <a:prstGeom prst="rect">
            <a:avLst/>
          </a:prstGeom>
        </p:spPr>
      </p:pic>
      <p:pic>
        <p:nvPicPr>
          <p:cNvPr id="38" name="Gráfico 37">
            <a:extLst>
              <a:ext uri="{FF2B5EF4-FFF2-40B4-BE49-F238E27FC236}">
                <a16:creationId xmlns:a16="http://schemas.microsoft.com/office/drawing/2014/main" id="{43D2004D-CEDB-248B-A3D6-46FD49B8A3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2062821"/>
            <a:ext cx="758823" cy="834705"/>
          </a:xfrm>
          <a:prstGeom prst="rect">
            <a:avLst/>
          </a:prstGeom>
        </p:spPr>
      </p:pic>
      <p:pic>
        <p:nvPicPr>
          <p:cNvPr id="22" name="Gráfico 21">
            <a:extLst>
              <a:ext uri="{FF2B5EF4-FFF2-40B4-BE49-F238E27FC236}">
                <a16:creationId xmlns:a16="http://schemas.microsoft.com/office/drawing/2014/main" id="{2B04BF0E-9AA3-41D4-502A-D57432CE7E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0" y="4875653"/>
            <a:ext cx="758823" cy="834705"/>
          </a:xfrm>
          <a:prstGeom prst="rect">
            <a:avLst/>
          </a:prstGeom>
        </p:spPr>
      </p:pic>
      <p:pic>
        <p:nvPicPr>
          <p:cNvPr id="23" name="Gráfico 22">
            <a:extLst>
              <a:ext uri="{FF2B5EF4-FFF2-40B4-BE49-F238E27FC236}">
                <a16:creationId xmlns:a16="http://schemas.microsoft.com/office/drawing/2014/main" id="{7543CBD1-D475-BDBE-76EF-ACA26EEA3F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75948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871020DA-ADAB-667F-3BBB-2BDCB31BB0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527883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509910C1-DBA0-7176-DC05-E2174CFFD8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6" y="2879818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BA6D8F69-C275-8013-3C1B-FDCC8C612B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4182132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8413D9D1-9970-00A4-5D9E-A34A2C5E20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5464041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73C2CFE4-CDFB-BB67-0158-07A9CFA630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623978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439A869-0973-59AF-2465-7A37754F43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2041203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2EDB9B62-964A-6F6C-6670-A3F4C64DA1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1" y="3458428"/>
            <a:ext cx="758823" cy="834705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1736F478-4162-E03A-7795-7E197078E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3" y="4897271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A5ABEC9-A48E-4837-84A8-595077944381}"/>
              </a:ext>
            </a:extLst>
          </p:cNvPr>
          <p:cNvSpPr/>
          <p:nvPr userDrawn="1"/>
        </p:nvSpPr>
        <p:spPr>
          <a:xfrm flipV="1">
            <a:off x="1" y="0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37861 w 12192000"/>
              <a:gd name="connsiteY34" fmla="*/ 3046668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0309" y="3093509"/>
                  <a:pt x="6237861" y="3046668"/>
                </a:cubicBezTo>
                <a:lnTo>
                  <a:pt x="6207618" y="3043109"/>
                </a:lnTo>
                <a:cubicBezTo>
                  <a:pt x="6244175" y="2979790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400" y="3039855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BCDB4F-0EF1-4F5A-921F-48067437B317}"/>
              </a:ext>
            </a:extLst>
          </p:cNvPr>
          <p:cNvGrpSpPr/>
          <p:nvPr userDrawn="1"/>
        </p:nvGrpSpPr>
        <p:grpSpPr>
          <a:xfrm>
            <a:off x="2305770" y="910846"/>
            <a:ext cx="9886231" cy="5947154"/>
            <a:chOff x="230577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580BE83-7345-4E7B-8A5A-25943CBB1F75}"/>
                </a:ext>
              </a:extLst>
            </p:cNvPr>
            <p:cNvSpPr/>
            <p:nvPr userDrawn="1"/>
          </p:nvSpPr>
          <p:spPr>
            <a:xfrm>
              <a:off x="230577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1995021-51F4-4090-995F-F9F62C5A08EE}"/>
                </a:ext>
              </a:extLst>
            </p:cNvPr>
            <p:cNvSpPr/>
            <p:nvPr userDrawn="1"/>
          </p:nvSpPr>
          <p:spPr>
            <a:xfrm>
              <a:off x="6706674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6E4FD22-7B0E-4EF3-8EB2-9063E40E46F8}"/>
                </a:ext>
              </a:extLst>
            </p:cNvPr>
            <p:cNvSpPr/>
            <p:nvPr userDrawn="1"/>
          </p:nvSpPr>
          <p:spPr>
            <a:xfrm>
              <a:off x="11502472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90BCE6B3-FD7D-41B8-A057-BE4FB7C5824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720547" y="1200849"/>
            <a:ext cx="4750911" cy="4456302"/>
          </a:xfrm>
          <a:custGeom>
            <a:avLst/>
            <a:gdLst>
              <a:gd name="connsiteX0" fmla="*/ 0 w 4750911"/>
              <a:gd name="connsiteY0" fmla="*/ 0 h 4456302"/>
              <a:gd name="connsiteX1" fmla="*/ 4750911 w 4750911"/>
              <a:gd name="connsiteY1" fmla="*/ 0 h 4456302"/>
              <a:gd name="connsiteX2" fmla="*/ 4750911 w 4750911"/>
              <a:gd name="connsiteY2" fmla="*/ 4456302 h 4456302"/>
              <a:gd name="connsiteX3" fmla="*/ 0 w 4750911"/>
              <a:gd name="connsiteY3" fmla="*/ 4456302 h 4456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50911" h="4456302">
                <a:moveTo>
                  <a:pt x="0" y="0"/>
                </a:moveTo>
                <a:lnTo>
                  <a:pt x="4750911" y="0"/>
                </a:lnTo>
                <a:lnTo>
                  <a:pt x="4750911" y="4456302"/>
                </a:lnTo>
                <a:lnTo>
                  <a:pt x="0" y="4456302"/>
                </a:lnTo>
                <a:close/>
              </a:path>
            </a:pathLst>
          </a:custGeom>
          <a:noFill/>
          <a:effectLst>
            <a:outerShdw blurRad="952500" dist="876300" dir="5400000" sx="87000" sy="87000" algn="t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75F0AF44-B42E-3C52-8C03-A11A69831F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97566"/>
            <a:ext cx="758823" cy="83470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FB59185F-7D37-14F7-3896-DDE196E940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549501"/>
            <a:ext cx="758823" cy="834705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2C153148-F729-9184-522A-004178D7F0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9" y="2901436"/>
            <a:ext cx="758823" cy="834705"/>
          </a:xfrm>
          <a:prstGeom prst="rect">
            <a:avLst/>
          </a:prstGeom>
        </p:spPr>
      </p:pic>
      <p:pic>
        <p:nvPicPr>
          <p:cNvPr id="16" name="Gráfico 15">
            <a:extLst>
              <a:ext uri="{FF2B5EF4-FFF2-40B4-BE49-F238E27FC236}">
                <a16:creationId xmlns:a16="http://schemas.microsoft.com/office/drawing/2014/main" id="{A318CB18-8B61-B1B9-21A7-2ADA60A1754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4203750"/>
            <a:ext cx="758823" cy="834705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C1E6A4A5-0046-3A58-AABA-186FC23554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5485659"/>
            <a:ext cx="758823" cy="834705"/>
          </a:xfrm>
          <a:prstGeom prst="rect">
            <a:avLst/>
          </a:prstGeom>
        </p:spPr>
      </p:pic>
      <p:pic>
        <p:nvPicPr>
          <p:cNvPr id="18" name="Gráfico 17">
            <a:extLst>
              <a:ext uri="{FF2B5EF4-FFF2-40B4-BE49-F238E27FC236}">
                <a16:creationId xmlns:a16="http://schemas.microsoft.com/office/drawing/2014/main" id="{6A5EC787-0553-9313-5FB7-E0A5C23D65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645596"/>
            <a:ext cx="758823" cy="834705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DCB6C434-A2A0-515A-7FAF-077563D054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2062821"/>
            <a:ext cx="758823" cy="834705"/>
          </a:xfrm>
          <a:prstGeom prst="rect">
            <a:avLst/>
          </a:prstGeom>
        </p:spPr>
      </p:pic>
      <p:pic>
        <p:nvPicPr>
          <p:cNvPr id="20" name="Gráfico 19">
            <a:extLst>
              <a:ext uri="{FF2B5EF4-FFF2-40B4-BE49-F238E27FC236}">
                <a16:creationId xmlns:a16="http://schemas.microsoft.com/office/drawing/2014/main" id="{71496317-951A-FC98-67EE-2D683E8924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4" y="348004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A3A446B-3BD4-C5FF-8841-83CC5783F7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97566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CC0BCE4C-433F-3570-2F90-472EDD8904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549501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FBD61C56-DE59-CFB4-C02C-E6F360092C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645596"/>
            <a:ext cx="758823" cy="834705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4DD09EFB-B721-E4D7-955A-D527D3F4A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4604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3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E50E38C-5C54-4DC0-81A3-D7A5EF9F99B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471F3-6FB8-4957-9A2A-2DC6F6A78373}"/>
              </a:ext>
            </a:extLst>
          </p:cNvPr>
          <p:cNvGrpSpPr/>
          <p:nvPr userDrawn="1"/>
        </p:nvGrpSpPr>
        <p:grpSpPr>
          <a:xfrm>
            <a:off x="9610762" y="6336040"/>
            <a:ext cx="1826059" cy="261610"/>
            <a:chOff x="9610761" y="6336040"/>
            <a:chExt cx="1826059" cy="26161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398836-987A-4C13-942A-0924196C8EA8}"/>
                </a:ext>
              </a:extLst>
            </p:cNvPr>
            <p:cNvSpPr txBox="1"/>
            <p:nvPr/>
          </p:nvSpPr>
          <p:spPr>
            <a:xfrm>
              <a:off x="9610761" y="6336040"/>
              <a:ext cx="84830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>
                  <a:solidFill>
                    <a:schemeClr val="bg1"/>
                  </a:solidFill>
                  <a:latin typeface="+mj-lt"/>
                </a:rPr>
                <a:t>Find us on</a:t>
              </a:r>
              <a:endParaRPr lang="en-GB" sz="1100" b="1">
                <a:solidFill>
                  <a:schemeClr val="bg1"/>
                </a:solidFill>
                <a:latin typeface="+mj-lt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15DA9C8-B4B5-4572-9F58-4B984D569811}"/>
                </a:ext>
              </a:extLst>
            </p:cNvPr>
            <p:cNvGrpSpPr/>
            <p:nvPr/>
          </p:nvGrpSpPr>
          <p:grpSpPr>
            <a:xfrm>
              <a:off x="10556608" y="6396171"/>
              <a:ext cx="880212" cy="141333"/>
              <a:chOff x="3707677" y="6319154"/>
              <a:chExt cx="1077507" cy="173012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BFC2F70A-BB9D-49D5-9920-B91FF3661937}"/>
                  </a:ext>
                </a:extLst>
              </p:cNvPr>
              <p:cNvSpPr/>
              <p:nvPr/>
            </p:nvSpPr>
            <p:spPr>
              <a:xfrm>
                <a:off x="3707677" y="6319154"/>
                <a:ext cx="173012" cy="173012"/>
              </a:xfrm>
              <a:custGeom>
                <a:avLst/>
                <a:gdLst>
                  <a:gd name="connsiteX0" fmla="*/ 6505575 w 6505575"/>
                  <a:gd name="connsiteY0" fmla="*/ 3252788 h 6505575"/>
                  <a:gd name="connsiteX1" fmla="*/ 3252788 w 6505575"/>
                  <a:gd name="connsiteY1" fmla="*/ 0 h 6505575"/>
                  <a:gd name="connsiteX2" fmla="*/ 0 w 6505575"/>
                  <a:gd name="connsiteY2" fmla="*/ 3252788 h 6505575"/>
                  <a:gd name="connsiteX3" fmla="*/ 3252788 w 6505575"/>
                  <a:gd name="connsiteY3" fmla="*/ 6505575 h 6505575"/>
                  <a:gd name="connsiteX4" fmla="*/ 3309966 w 6505575"/>
                  <a:gd name="connsiteY4" fmla="*/ 6504831 h 6505575"/>
                  <a:gd name="connsiteX5" fmla="*/ 3309966 w 6505575"/>
                  <a:gd name="connsiteY5" fmla="*/ 3972673 h 6505575"/>
                  <a:gd name="connsiteX6" fmla="*/ 2611124 w 6505575"/>
                  <a:gd name="connsiteY6" fmla="*/ 3972673 h 6505575"/>
                  <a:gd name="connsiteX7" fmla="*/ 2611124 w 6505575"/>
                  <a:gd name="connsiteY7" fmla="*/ 3158236 h 6505575"/>
                  <a:gd name="connsiteX8" fmla="*/ 3309966 w 6505575"/>
                  <a:gd name="connsiteY8" fmla="*/ 3158236 h 6505575"/>
                  <a:gd name="connsiteX9" fmla="*/ 3309966 w 6505575"/>
                  <a:gd name="connsiteY9" fmla="*/ 2558910 h 6505575"/>
                  <a:gd name="connsiteX10" fmla="*/ 4354306 w 6505575"/>
                  <a:gd name="connsiteY10" fmla="*/ 1485534 h 6505575"/>
                  <a:gd name="connsiteX11" fmla="*/ 4980831 w 6505575"/>
                  <a:gd name="connsiteY11" fmla="*/ 1517547 h 6505575"/>
                  <a:gd name="connsiteX12" fmla="*/ 4980831 w 6505575"/>
                  <a:gd name="connsiteY12" fmla="*/ 2243985 h 6505575"/>
                  <a:gd name="connsiteX13" fmla="*/ 4553287 w 6505575"/>
                  <a:gd name="connsiteY13" fmla="*/ 2243985 h 6505575"/>
                  <a:gd name="connsiteX14" fmla="*/ 4150659 w 6505575"/>
                  <a:gd name="connsiteY14" fmla="*/ 2639515 h 6505575"/>
                  <a:gd name="connsiteX15" fmla="*/ 4150659 w 6505575"/>
                  <a:gd name="connsiteY15" fmla="*/ 3158236 h 6505575"/>
                  <a:gd name="connsiteX16" fmla="*/ 4957206 w 6505575"/>
                  <a:gd name="connsiteY16" fmla="*/ 3158236 h 6505575"/>
                  <a:gd name="connsiteX17" fmla="*/ 4852082 w 6505575"/>
                  <a:gd name="connsiteY17" fmla="*/ 3972673 h 6505575"/>
                  <a:gd name="connsiteX18" fmla="*/ 4150659 w 6505575"/>
                  <a:gd name="connsiteY18" fmla="*/ 3972673 h 6505575"/>
                  <a:gd name="connsiteX19" fmla="*/ 4150659 w 6505575"/>
                  <a:gd name="connsiteY19" fmla="*/ 6379903 h 6505575"/>
                  <a:gd name="connsiteX20" fmla="*/ 6505575 w 6505575"/>
                  <a:gd name="connsiteY20" fmla="*/ 325278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6505575" y="3252788"/>
                    </a:moveTo>
                    <a:cubicBezTo>
                      <a:pt x="6505575" y="1456597"/>
                      <a:pt x="5048978" y="0"/>
                      <a:pt x="3252788" y="0"/>
                    </a:cubicBez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3271897" y="6505575"/>
                      <a:pt x="3290906" y="6505178"/>
                      <a:pt x="3309966" y="6504831"/>
                    </a:cubicBezTo>
                    <a:lnTo>
                      <a:pt x="3309966" y="3972673"/>
                    </a:lnTo>
                    <a:lnTo>
                      <a:pt x="2611124" y="3972673"/>
                    </a:lnTo>
                    <a:lnTo>
                      <a:pt x="2611124" y="3158236"/>
                    </a:lnTo>
                    <a:lnTo>
                      <a:pt x="3309966" y="3158236"/>
                    </a:lnTo>
                    <a:lnTo>
                      <a:pt x="3309966" y="2558910"/>
                    </a:lnTo>
                    <a:cubicBezTo>
                      <a:pt x="3309966" y="1863841"/>
                      <a:pt x="3734283" y="1485534"/>
                      <a:pt x="4354306" y="1485534"/>
                    </a:cubicBezTo>
                    <a:cubicBezTo>
                      <a:pt x="4651214" y="1485534"/>
                      <a:pt x="4906430" y="1507670"/>
                      <a:pt x="4980831" y="1517547"/>
                    </a:cubicBezTo>
                    <a:lnTo>
                      <a:pt x="4980831" y="2243985"/>
                    </a:lnTo>
                    <a:lnTo>
                      <a:pt x="4553287" y="2243985"/>
                    </a:lnTo>
                    <a:cubicBezTo>
                      <a:pt x="4215977" y="2243985"/>
                      <a:pt x="4150659" y="2404301"/>
                      <a:pt x="4150659" y="2639515"/>
                    </a:cubicBezTo>
                    <a:lnTo>
                      <a:pt x="4150659" y="3158236"/>
                    </a:lnTo>
                    <a:lnTo>
                      <a:pt x="4957206" y="3158236"/>
                    </a:lnTo>
                    <a:lnTo>
                      <a:pt x="4852082" y="3972673"/>
                    </a:lnTo>
                    <a:lnTo>
                      <a:pt x="4150659" y="3972673"/>
                    </a:lnTo>
                    <a:lnTo>
                      <a:pt x="4150659" y="6379903"/>
                    </a:lnTo>
                    <a:cubicBezTo>
                      <a:pt x="5510273" y="5990130"/>
                      <a:pt x="6505575" y="4737527"/>
                      <a:pt x="6505575" y="325278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4" name="Graphic 39">
                <a:extLst>
                  <a:ext uri="{FF2B5EF4-FFF2-40B4-BE49-F238E27FC236}">
                    <a16:creationId xmlns:a16="http://schemas.microsoft.com/office/drawing/2014/main" id="{4A635E53-30B5-49D6-AA04-5F38A16BC28D}"/>
                  </a:ext>
                </a:extLst>
              </p:cNvPr>
              <p:cNvSpPr/>
              <p:nvPr/>
            </p:nvSpPr>
            <p:spPr>
              <a:xfrm>
                <a:off x="4310675" y="6319154"/>
                <a:ext cx="173012" cy="173012"/>
              </a:xfrm>
              <a:custGeom>
                <a:avLst/>
                <a:gdLst>
                  <a:gd name="connsiteX0" fmla="*/ 3252788 w 6505575"/>
                  <a:gd name="connsiteY0" fmla="*/ 0 h 6505575"/>
                  <a:gd name="connsiteX1" fmla="*/ 0 w 6505575"/>
                  <a:gd name="connsiteY1" fmla="*/ 3252788 h 6505575"/>
                  <a:gd name="connsiteX2" fmla="*/ 3252788 w 6505575"/>
                  <a:gd name="connsiteY2" fmla="*/ 6505575 h 6505575"/>
                  <a:gd name="connsiteX3" fmla="*/ 6505575 w 6505575"/>
                  <a:gd name="connsiteY3" fmla="*/ 3252788 h 6505575"/>
                  <a:gd name="connsiteX4" fmla="*/ 3252788 w 6505575"/>
                  <a:gd name="connsiteY4" fmla="*/ 0 h 6505575"/>
                  <a:gd name="connsiteX5" fmla="*/ 4737974 w 6505575"/>
                  <a:gd name="connsiteY5" fmla="*/ 2536178 h 6505575"/>
                  <a:gd name="connsiteX6" fmla="*/ 4740108 w 6505575"/>
                  <a:gd name="connsiteY6" fmla="*/ 2632665 h 6505575"/>
                  <a:gd name="connsiteX7" fmla="*/ 2615840 w 6505575"/>
                  <a:gd name="connsiteY7" fmla="*/ 4756934 h 6505575"/>
                  <a:gd name="connsiteX8" fmla="*/ 2615889 w 6505575"/>
                  <a:gd name="connsiteY8" fmla="*/ 4756934 h 6505575"/>
                  <a:gd name="connsiteX9" fmla="*/ 2615840 w 6505575"/>
                  <a:gd name="connsiteY9" fmla="*/ 4756934 h 6505575"/>
                  <a:gd name="connsiteX10" fmla="*/ 1471438 w 6505575"/>
                  <a:gd name="connsiteY10" fmla="*/ 4421560 h 6505575"/>
                  <a:gd name="connsiteX11" fmla="*/ 1649523 w 6505575"/>
                  <a:gd name="connsiteY11" fmla="*/ 4431884 h 6505575"/>
                  <a:gd name="connsiteX12" fmla="*/ 2576828 w 6505575"/>
                  <a:gd name="connsiteY12" fmla="*/ 4112293 h 6505575"/>
                  <a:gd name="connsiteX13" fmla="*/ 1879327 w 6505575"/>
                  <a:gd name="connsiteY13" fmla="*/ 3593721 h 6505575"/>
                  <a:gd name="connsiteX14" fmla="*/ 2019641 w 6505575"/>
                  <a:gd name="connsiteY14" fmla="*/ 3607221 h 6505575"/>
                  <a:gd name="connsiteX15" fmla="*/ 2216537 w 6505575"/>
                  <a:gd name="connsiteY15" fmla="*/ 3580915 h 6505575"/>
                  <a:gd name="connsiteX16" fmla="*/ 1617559 w 6505575"/>
                  <a:gd name="connsiteY16" fmla="*/ 2849068 h 6505575"/>
                  <a:gd name="connsiteX17" fmla="*/ 1617658 w 6505575"/>
                  <a:gd name="connsiteY17" fmla="*/ 2839538 h 6505575"/>
                  <a:gd name="connsiteX18" fmla="*/ 1955812 w 6505575"/>
                  <a:gd name="connsiteY18" fmla="*/ 2932899 h 6505575"/>
                  <a:gd name="connsiteX19" fmla="*/ 1623565 w 6505575"/>
                  <a:gd name="connsiteY19" fmla="*/ 2311437 h 6505575"/>
                  <a:gd name="connsiteX20" fmla="*/ 1724668 w 6505575"/>
                  <a:gd name="connsiteY20" fmla="*/ 1936157 h 6505575"/>
                  <a:gd name="connsiteX21" fmla="*/ 3263608 w 6505575"/>
                  <a:gd name="connsiteY21" fmla="*/ 2716248 h 6505575"/>
                  <a:gd name="connsiteX22" fmla="*/ 3244201 w 6505575"/>
                  <a:gd name="connsiteY22" fmla="*/ 2546005 h 6505575"/>
                  <a:gd name="connsiteX23" fmla="*/ 3990889 w 6505575"/>
                  <a:gd name="connsiteY23" fmla="*/ 1799466 h 6505575"/>
                  <a:gd name="connsiteX24" fmla="*/ 4535866 w 6505575"/>
                  <a:gd name="connsiteY24" fmla="*/ 2035375 h 6505575"/>
                  <a:gd name="connsiteX25" fmla="*/ 5009966 w 6505575"/>
                  <a:gd name="connsiteY25" fmla="*/ 1854162 h 6505575"/>
                  <a:gd name="connsiteX26" fmla="*/ 4681640 w 6505575"/>
                  <a:gd name="connsiteY26" fmla="*/ 2267114 h 6505575"/>
                  <a:gd name="connsiteX27" fmla="*/ 5110375 w 6505575"/>
                  <a:gd name="connsiteY27" fmla="*/ 2149532 h 6505575"/>
                  <a:gd name="connsiteX28" fmla="*/ 4737974 w 6505575"/>
                  <a:gd name="connsiteY28" fmla="*/ 253617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6505575" h="6505575">
                    <a:moveTo>
                      <a:pt x="3252788" y="0"/>
                    </a:move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5048978" y="6505575"/>
                      <a:pt x="6505575" y="5048978"/>
                      <a:pt x="6505575" y="3252788"/>
                    </a:cubicBezTo>
                    <a:cubicBezTo>
                      <a:pt x="6505575" y="1456597"/>
                      <a:pt x="5048978" y="0"/>
                      <a:pt x="3252788" y="0"/>
                    </a:cubicBezTo>
                    <a:close/>
                    <a:moveTo>
                      <a:pt x="4737974" y="2536178"/>
                    </a:moveTo>
                    <a:cubicBezTo>
                      <a:pt x="4739413" y="2568191"/>
                      <a:pt x="4740108" y="2600354"/>
                      <a:pt x="4740108" y="2632665"/>
                    </a:cubicBezTo>
                    <a:cubicBezTo>
                      <a:pt x="4740108" y="3619232"/>
                      <a:pt x="3989152" y="4756884"/>
                      <a:pt x="2615840" y="4756934"/>
                    </a:cubicBezTo>
                    <a:lnTo>
                      <a:pt x="2615889" y="4756934"/>
                    </a:lnTo>
                    <a:lnTo>
                      <a:pt x="2615840" y="4756934"/>
                    </a:lnTo>
                    <a:cubicBezTo>
                      <a:pt x="2194202" y="4756934"/>
                      <a:pt x="1801849" y="4633346"/>
                      <a:pt x="1471438" y="4421560"/>
                    </a:cubicBezTo>
                    <a:cubicBezTo>
                      <a:pt x="1529856" y="4428459"/>
                      <a:pt x="1589318" y="4431884"/>
                      <a:pt x="1649523" y="4431884"/>
                    </a:cubicBezTo>
                    <a:cubicBezTo>
                      <a:pt x="1999341" y="4431884"/>
                      <a:pt x="2321264" y="4312564"/>
                      <a:pt x="2576828" y="4112293"/>
                    </a:cubicBezTo>
                    <a:cubicBezTo>
                      <a:pt x="2249990" y="4106237"/>
                      <a:pt x="1974425" y="3890381"/>
                      <a:pt x="1879327" y="3593721"/>
                    </a:cubicBezTo>
                    <a:cubicBezTo>
                      <a:pt x="1924841" y="3602456"/>
                      <a:pt x="1971645" y="3607221"/>
                      <a:pt x="2019641" y="3607221"/>
                    </a:cubicBezTo>
                    <a:cubicBezTo>
                      <a:pt x="2087788" y="3607221"/>
                      <a:pt x="2153800" y="3598039"/>
                      <a:pt x="2216537" y="3580915"/>
                    </a:cubicBezTo>
                    <a:cubicBezTo>
                      <a:pt x="1874909" y="3512520"/>
                      <a:pt x="1617559" y="3210599"/>
                      <a:pt x="1617559" y="2849068"/>
                    </a:cubicBezTo>
                    <a:cubicBezTo>
                      <a:pt x="1617559" y="2845693"/>
                      <a:pt x="1617559" y="2842665"/>
                      <a:pt x="1617658" y="2839538"/>
                    </a:cubicBezTo>
                    <a:cubicBezTo>
                      <a:pt x="1718266" y="2895475"/>
                      <a:pt x="1833316" y="2929127"/>
                      <a:pt x="1955812" y="2932899"/>
                    </a:cubicBezTo>
                    <a:cubicBezTo>
                      <a:pt x="1755342" y="2799137"/>
                      <a:pt x="1623565" y="2570475"/>
                      <a:pt x="1623565" y="2311437"/>
                    </a:cubicBezTo>
                    <a:cubicBezTo>
                      <a:pt x="1623565" y="2174647"/>
                      <a:pt x="1660542" y="2046493"/>
                      <a:pt x="1724668" y="1936157"/>
                    </a:cubicBezTo>
                    <a:cubicBezTo>
                      <a:pt x="2092850" y="2387922"/>
                      <a:pt x="2643089" y="2685029"/>
                      <a:pt x="3263608" y="2716248"/>
                    </a:cubicBezTo>
                    <a:cubicBezTo>
                      <a:pt x="3250802" y="2661552"/>
                      <a:pt x="3244201" y="2604573"/>
                      <a:pt x="3244201" y="2546005"/>
                    </a:cubicBezTo>
                    <a:cubicBezTo>
                      <a:pt x="3244201" y="2133848"/>
                      <a:pt x="3578583" y="1799466"/>
                      <a:pt x="3990889" y="1799466"/>
                    </a:cubicBezTo>
                    <a:cubicBezTo>
                      <a:pt x="4205654" y="1799466"/>
                      <a:pt x="4399622" y="1890246"/>
                      <a:pt x="4535866" y="2035375"/>
                    </a:cubicBezTo>
                    <a:cubicBezTo>
                      <a:pt x="4705960" y="2001822"/>
                      <a:pt x="4865681" y="1939681"/>
                      <a:pt x="5009966" y="1854162"/>
                    </a:cubicBezTo>
                    <a:cubicBezTo>
                      <a:pt x="4954128" y="2028426"/>
                      <a:pt x="4835802" y="2174647"/>
                      <a:pt x="4681640" y="2267114"/>
                    </a:cubicBezTo>
                    <a:cubicBezTo>
                      <a:pt x="4832675" y="2249047"/>
                      <a:pt x="4976612" y="2208993"/>
                      <a:pt x="5110375" y="2149532"/>
                    </a:cubicBezTo>
                    <a:cubicBezTo>
                      <a:pt x="5010462" y="2299277"/>
                      <a:pt x="4883748" y="2430806"/>
                      <a:pt x="4737974" y="253617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29550256-CE3C-4469-ABEC-4EBDA5B9012B}"/>
                  </a:ext>
                </a:extLst>
              </p:cNvPr>
              <p:cNvSpPr/>
              <p:nvPr/>
            </p:nvSpPr>
            <p:spPr>
              <a:xfrm>
                <a:off x="4612172" y="6319154"/>
                <a:ext cx="173012" cy="173012"/>
              </a:xfrm>
              <a:custGeom>
                <a:avLst/>
                <a:gdLst>
                  <a:gd name="connsiteX0" fmla="*/ 2847628 w 6505575"/>
                  <a:gd name="connsiteY0" fmla="*/ 2643386 h 6505575"/>
                  <a:gd name="connsiteX1" fmla="*/ 3905718 w 6505575"/>
                  <a:gd name="connsiteY1" fmla="*/ 3252787 h 6505575"/>
                  <a:gd name="connsiteX2" fmla="*/ 2847628 w 6505575"/>
                  <a:gd name="connsiteY2" fmla="*/ 3862189 h 6505575"/>
                  <a:gd name="connsiteX3" fmla="*/ 3252788 w 6505575"/>
                  <a:gd name="connsiteY3" fmla="*/ 1829693 h 6505575"/>
                  <a:gd name="connsiteX4" fmla="*/ 1662279 w 6505575"/>
                  <a:gd name="connsiteY4" fmla="*/ 1913425 h 6505575"/>
                  <a:gd name="connsiteX5" fmla="*/ 1303974 w 6505575"/>
                  <a:gd name="connsiteY5" fmla="*/ 2275055 h 6505575"/>
                  <a:gd name="connsiteX6" fmla="*/ 1220242 w 6505575"/>
                  <a:gd name="connsiteY6" fmla="*/ 3252788 h 6505575"/>
                  <a:gd name="connsiteX7" fmla="*/ 1303974 w 6505575"/>
                  <a:gd name="connsiteY7" fmla="*/ 4230520 h 6505575"/>
                  <a:gd name="connsiteX8" fmla="*/ 1662279 w 6505575"/>
                  <a:gd name="connsiteY8" fmla="*/ 4588825 h 6505575"/>
                  <a:gd name="connsiteX9" fmla="*/ 3252788 w 6505575"/>
                  <a:gd name="connsiteY9" fmla="*/ 4675882 h 6505575"/>
                  <a:gd name="connsiteX10" fmla="*/ 4843296 w 6505575"/>
                  <a:gd name="connsiteY10" fmla="*/ 4592150 h 6505575"/>
                  <a:gd name="connsiteX11" fmla="*/ 5201601 w 6505575"/>
                  <a:gd name="connsiteY11" fmla="*/ 4233895 h 6505575"/>
                  <a:gd name="connsiteX12" fmla="*/ 5285284 w 6505575"/>
                  <a:gd name="connsiteY12" fmla="*/ 3256113 h 6505575"/>
                  <a:gd name="connsiteX13" fmla="*/ 5201601 w 6505575"/>
                  <a:gd name="connsiteY13" fmla="*/ 2275055 h 6505575"/>
                  <a:gd name="connsiteX14" fmla="*/ 4843296 w 6505575"/>
                  <a:gd name="connsiteY14" fmla="*/ 1916750 h 6505575"/>
                  <a:gd name="connsiteX15" fmla="*/ 3252788 w 6505575"/>
                  <a:gd name="connsiteY15" fmla="*/ 1829693 h 6505575"/>
                  <a:gd name="connsiteX16" fmla="*/ 3252788 w 6505575"/>
                  <a:gd name="connsiteY16" fmla="*/ 0 h 6505575"/>
                  <a:gd name="connsiteX17" fmla="*/ 6505575 w 6505575"/>
                  <a:gd name="connsiteY17" fmla="*/ 3252788 h 6505575"/>
                  <a:gd name="connsiteX18" fmla="*/ 3252788 w 6505575"/>
                  <a:gd name="connsiteY18" fmla="*/ 6505575 h 6505575"/>
                  <a:gd name="connsiteX19" fmla="*/ 0 w 6505575"/>
                  <a:gd name="connsiteY19" fmla="*/ 3252788 h 6505575"/>
                  <a:gd name="connsiteX20" fmla="*/ 3252788 w 6505575"/>
                  <a:gd name="connsiteY20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2847628" y="2643386"/>
                    </a:moveTo>
                    <a:lnTo>
                      <a:pt x="3905718" y="3252787"/>
                    </a:lnTo>
                    <a:lnTo>
                      <a:pt x="2847628" y="3862189"/>
                    </a:lnTo>
                    <a:close/>
                    <a:moveTo>
                      <a:pt x="3252788" y="1829693"/>
                    </a:moveTo>
                    <a:cubicBezTo>
                      <a:pt x="3252788" y="1829693"/>
                      <a:pt x="1980381" y="1829693"/>
                      <a:pt x="1662279" y="1913425"/>
                    </a:cubicBezTo>
                    <a:cubicBezTo>
                      <a:pt x="1491490" y="1960279"/>
                      <a:pt x="1350828" y="2100941"/>
                      <a:pt x="1303974" y="2275055"/>
                    </a:cubicBezTo>
                    <a:cubicBezTo>
                      <a:pt x="1220242" y="2593157"/>
                      <a:pt x="1220242" y="3252788"/>
                      <a:pt x="1220242" y="3252788"/>
                    </a:cubicBezTo>
                    <a:cubicBezTo>
                      <a:pt x="1220242" y="3252788"/>
                      <a:pt x="1220242" y="3915793"/>
                      <a:pt x="1303974" y="4230520"/>
                    </a:cubicBezTo>
                    <a:cubicBezTo>
                      <a:pt x="1350878" y="4404635"/>
                      <a:pt x="1488164" y="4541971"/>
                      <a:pt x="1662279" y="4588825"/>
                    </a:cubicBezTo>
                    <a:cubicBezTo>
                      <a:pt x="1983706" y="4675882"/>
                      <a:pt x="3252788" y="4675882"/>
                      <a:pt x="3252788" y="4675882"/>
                    </a:cubicBezTo>
                    <a:cubicBezTo>
                      <a:pt x="3252788" y="4675882"/>
                      <a:pt x="4525195" y="4675882"/>
                      <a:pt x="4843296" y="4592150"/>
                    </a:cubicBezTo>
                    <a:cubicBezTo>
                      <a:pt x="5017411" y="4545296"/>
                      <a:pt x="5154698" y="4408010"/>
                      <a:pt x="5201601" y="4233895"/>
                    </a:cubicBezTo>
                    <a:cubicBezTo>
                      <a:pt x="5285284" y="3915793"/>
                      <a:pt x="5285284" y="3256113"/>
                      <a:pt x="5285284" y="3256113"/>
                    </a:cubicBezTo>
                    <a:cubicBezTo>
                      <a:pt x="5285284" y="3256113"/>
                      <a:pt x="5288659" y="2593157"/>
                      <a:pt x="5201601" y="2275055"/>
                    </a:cubicBezTo>
                    <a:cubicBezTo>
                      <a:pt x="5154698" y="2100941"/>
                      <a:pt x="5017411" y="1963604"/>
                      <a:pt x="4843296" y="1916750"/>
                    </a:cubicBezTo>
                    <a:cubicBezTo>
                      <a:pt x="4525195" y="1829693"/>
                      <a:pt x="3252788" y="1829693"/>
                      <a:pt x="3252788" y="1829693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82089D39-BCEC-474F-83CE-68C9CB38CF88}"/>
                  </a:ext>
                </a:extLst>
              </p:cNvPr>
              <p:cNvSpPr/>
              <p:nvPr/>
            </p:nvSpPr>
            <p:spPr>
              <a:xfrm>
                <a:off x="4009175" y="6319154"/>
                <a:ext cx="173012" cy="173012"/>
              </a:xfrm>
              <a:custGeom>
                <a:avLst/>
                <a:gdLst>
                  <a:gd name="connsiteX0" fmla="*/ 3252789 w 6505575"/>
                  <a:gd name="connsiteY0" fmla="*/ 2630184 h 6505575"/>
                  <a:gd name="connsiteX1" fmla="*/ 3875393 w 6505575"/>
                  <a:gd name="connsiteY1" fmla="*/ 3252789 h 6505575"/>
                  <a:gd name="connsiteX2" fmla="*/ 3252789 w 6505575"/>
                  <a:gd name="connsiteY2" fmla="*/ 3875393 h 6505575"/>
                  <a:gd name="connsiteX3" fmla="*/ 2630184 w 6505575"/>
                  <a:gd name="connsiteY3" fmla="*/ 3252789 h 6505575"/>
                  <a:gd name="connsiteX4" fmla="*/ 3252789 w 6505575"/>
                  <a:gd name="connsiteY4" fmla="*/ 2630184 h 6505575"/>
                  <a:gd name="connsiteX5" fmla="*/ 3252788 w 6505575"/>
                  <a:gd name="connsiteY5" fmla="*/ 2293668 h 6505575"/>
                  <a:gd name="connsiteX6" fmla="*/ 2293619 w 6505575"/>
                  <a:gd name="connsiteY6" fmla="*/ 3252787 h 6505575"/>
                  <a:gd name="connsiteX7" fmla="*/ 3252788 w 6505575"/>
                  <a:gd name="connsiteY7" fmla="*/ 4211907 h 6505575"/>
                  <a:gd name="connsiteX8" fmla="*/ 4211908 w 6505575"/>
                  <a:gd name="connsiteY8" fmla="*/ 3252787 h 6505575"/>
                  <a:gd name="connsiteX9" fmla="*/ 3252788 w 6505575"/>
                  <a:gd name="connsiteY9" fmla="*/ 2293668 h 6505575"/>
                  <a:gd name="connsiteX10" fmla="*/ 4249828 w 6505575"/>
                  <a:gd name="connsiteY10" fmla="*/ 2031602 h 6505575"/>
                  <a:gd name="connsiteX11" fmla="*/ 4025682 w 6505575"/>
                  <a:gd name="connsiteY11" fmla="*/ 2255747 h 6505575"/>
                  <a:gd name="connsiteX12" fmla="*/ 4249828 w 6505575"/>
                  <a:gd name="connsiteY12" fmla="*/ 2479893 h 6505575"/>
                  <a:gd name="connsiteX13" fmla="*/ 4473973 w 6505575"/>
                  <a:gd name="connsiteY13" fmla="*/ 2255747 h 6505575"/>
                  <a:gd name="connsiteX14" fmla="*/ 4249828 w 6505575"/>
                  <a:gd name="connsiteY14" fmla="*/ 2031602 h 6505575"/>
                  <a:gd name="connsiteX15" fmla="*/ 3252788 w 6505575"/>
                  <a:gd name="connsiteY15" fmla="*/ 1721541 h 6505575"/>
                  <a:gd name="connsiteX16" fmla="*/ 4007566 w 6505575"/>
                  <a:gd name="connsiteY16" fmla="*/ 1732460 h 6505575"/>
                  <a:gd name="connsiteX17" fmla="*/ 4354356 w 6505575"/>
                  <a:gd name="connsiteY17" fmla="*/ 1796736 h 6505575"/>
                  <a:gd name="connsiteX18" fmla="*/ 4569121 w 6505575"/>
                  <a:gd name="connsiteY18" fmla="*/ 1936454 h 6505575"/>
                  <a:gd name="connsiteX19" fmla="*/ 4708839 w 6505575"/>
                  <a:gd name="connsiteY19" fmla="*/ 2151219 h 6505575"/>
                  <a:gd name="connsiteX20" fmla="*/ 4773164 w 6505575"/>
                  <a:gd name="connsiteY20" fmla="*/ 2498059 h 6505575"/>
                  <a:gd name="connsiteX21" fmla="*/ 4784034 w 6505575"/>
                  <a:gd name="connsiteY21" fmla="*/ 3252837 h 6505575"/>
                  <a:gd name="connsiteX22" fmla="*/ 4773164 w 6505575"/>
                  <a:gd name="connsiteY22" fmla="*/ 4007615 h 6505575"/>
                  <a:gd name="connsiteX23" fmla="*/ 4708839 w 6505575"/>
                  <a:gd name="connsiteY23" fmla="*/ 4354405 h 6505575"/>
                  <a:gd name="connsiteX24" fmla="*/ 4354356 w 6505575"/>
                  <a:gd name="connsiteY24" fmla="*/ 4708888 h 6505575"/>
                  <a:gd name="connsiteX25" fmla="*/ 4007516 w 6505575"/>
                  <a:gd name="connsiteY25" fmla="*/ 4773213 h 6505575"/>
                  <a:gd name="connsiteX26" fmla="*/ 3252738 w 6505575"/>
                  <a:gd name="connsiteY26" fmla="*/ 4784083 h 6505575"/>
                  <a:gd name="connsiteX27" fmla="*/ 2498010 w 6505575"/>
                  <a:gd name="connsiteY27" fmla="*/ 4773213 h 6505575"/>
                  <a:gd name="connsiteX28" fmla="*/ 2151170 w 6505575"/>
                  <a:gd name="connsiteY28" fmla="*/ 4708888 h 6505575"/>
                  <a:gd name="connsiteX29" fmla="*/ 1936405 w 6505575"/>
                  <a:gd name="connsiteY29" fmla="*/ 4569170 h 6505575"/>
                  <a:gd name="connsiteX30" fmla="*/ 1796687 w 6505575"/>
                  <a:gd name="connsiteY30" fmla="*/ 4354405 h 6505575"/>
                  <a:gd name="connsiteX31" fmla="*/ 1732411 w 6505575"/>
                  <a:gd name="connsiteY31" fmla="*/ 4007615 h 6505575"/>
                  <a:gd name="connsiteX32" fmla="*/ 1721492 w 6505575"/>
                  <a:gd name="connsiteY32" fmla="*/ 3252837 h 6505575"/>
                  <a:gd name="connsiteX33" fmla="*/ 1732411 w 6505575"/>
                  <a:gd name="connsiteY33" fmla="*/ 2498059 h 6505575"/>
                  <a:gd name="connsiteX34" fmla="*/ 1796687 w 6505575"/>
                  <a:gd name="connsiteY34" fmla="*/ 2151219 h 6505575"/>
                  <a:gd name="connsiteX35" fmla="*/ 1936455 w 6505575"/>
                  <a:gd name="connsiteY35" fmla="*/ 1936454 h 6505575"/>
                  <a:gd name="connsiteX36" fmla="*/ 2151220 w 6505575"/>
                  <a:gd name="connsiteY36" fmla="*/ 1796736 h 6505575"/>
                  <a:gd name="connsiteX37" fmla="*/ 2498010 w 6505575"/>
                  <a:gd name="connsiteY37" fmla="*/ 1732411 h 6505575"/>
                  <a:gd name="connsiteX38" fmla="*/ 3252788 w 6505575"/>
                  <a:gd name="connsiteY38" fmla="*/ 1721541 h 6505575"/>
                  <a:gd name="connsiteX39" fmla="*/ 3252788 w 6505575"/>
                  <a:gd name="connsiteY39" fmla="*/ 1384976 h 6505575"/>
                  <a:gd name="connsiteX40" fmla="*/ 2482722 w 6505575"/>
                  <a:gd name="connsiteY40" fmla="*/ 1396243 h 6505575"/>
                  <a:gd name="connsiteX41" fmla="*/ 2029319 w 6505575"/>
                  <a:gd name="connsiteY41" fmla="*/ 1483052 h 6505575"/>
                  <a:gd name="connsiteX42" fmla="*/ 1698511 w 6505575"/>
                  <a:gd name="connsiteY42" fmla="*/ 1698511 h 6505575"/>
                  <a:gd name="connsiteX43" fmla="*/ 1483002 w 6505575"/>
                  <a:gd name="connsiteY43" fmla="*/ 2029319 h 6505575"/>
                  <a:gd name="connsiteX44" fmla="*/ 1396243 w 6505575"/>
                  <a:gd name="connsiteY44" fmla="*/ 2482722 h 6505575"/>
                  <a:gd name="connsiteX45" fmla="*/ 1384976 w 6505575"/>
                  <a:gd name="connsiteY45" fmla="*/ 3252788 h 6505575"/>
                  <a:gd name="connsiteX46" fmla="*/ 1396292 w 6505575"/>
                  <a:gd name="connsiteY46" fmla="*/ 4022903 h 6505575"/>
                  <a:gd name="connsiteX47" fmla="*/ 1483102 w 6505575"/>
                  <a:gd name="connsiteY47" fmla="*/ 4476256 h 6505575"/>
                  <a:gd name="connsiteX48" fmla="*/ 1698511 w 6505575"/>
                  <a:gd name="connsiteY48" fmla="*/ 4807064 h 6505575"/>
                  <a:gd name="connsiteX49" fmla="*/ 2029369 w 6505575"/>
                  <a:gd name="connsiteY49" fmla="*/ 5022523 h 6505575"/>
                  <a:gd name="connsiteX50" fmla="*/ 2482722 w 6505575"/>
                  <a:gd name="connsiteY50" fmla="*/ 5109332 h 6505575"/>
                  <a:gd name="connsiteX51" fmla="*/ 3252837 w 6505575"/>
                  <a:gd name="connsiteY51" fmla="*/ 5120599 h 6505575"/>
                  <a:gd name="connsiteX52" fmla="*/ 4022903 w 6505575"/>
                  <a:gd name="connsiteY52" fmla="*/ 5109332 h 6505575"/>
                  <a:gd name="connsiteX53" fmla="*/ 4476256 w 6505575"/>
                  <a:gd name="connsiteY53" fmla="*/ 5022523 h 6505575"/>
                  <a:gd name="connsiteX54" fmla="*/ 5022523 w 6505575"/>
                  <a:gd name="connsiteY54" fmla="*/ 4476256 h 6505575"/>
                  <a:gd name="connsiteX55" fmla="*/ 5109332 w 6505575"/>
                  <a:gd name="connsiteY55" fmla="*/ 4022853 h 6505575"/>
                  <a:gd name="connsiteX56" fmla="*/ 5120599 w 6505575"/>
                  <a:gd name="connsiteY56" fmla="*/ 3252788 h 6505575"/>
                  <a:gd name="connsiteX57" fmla="*/ 5109382 w 6505575"/>
                  <a:gd name="connsiteY57" fmla="*/ 2482722 h 6505575"/>
                  <a:gd name="connsiteX58" fmla="*/ 5022523 w 6505575"/>
                  <a:gd name="connsiteY58" fmla="*/ 2029319 h 6505575"/>
                  <a:gd name="connsiteX59" fmla="*/ 4807114 w 6505575"/>
                  <a:gd name="connsiteY59" fmla="*/ 1698511 h 6505575"/>
                  <a:gd name="connsiteX60" fmla="*/ 4476256 w 6505575"/>
                  <a:gd name="connsiteY60" fmla="*/ 1483002 h 6505575"/>
                  <a:gd name="connsiteX61" fmla="*/ 4022853 w 6505575"/>
                  <a:gd name="connsiteY61" fmla="*/ 1396292 h 6505575"/>
                  <a:gd name="connsiteX62" fmla="*/ 3252788 w 6505575"/>
                  <a:gd name="connsiteY62" fmla="*/ 1384976 h 6505575"/>
                  <a:gd name="connsiteX63" fmla="*/ 3252788 w 6505575"/>
                  <a:gd name="connsiteY63" fmla="*/ 0 h 6505575"/>
                  <a:gd name="connsiteX64" fmla="*/ 6505575 w 6505575"/>
                  <a:gd name="connsiteY64" fmla="*/ 3252788 h 6505575"/>
                  <a:gd name="connsiteX65" fmla="*/ 3252788 w 6505575"/>
                  <a:gd name="connsiteY65" fmla="*/ 6505575 h 6505575"/>
                  <a:gd name="connsiteX66" fmla="*/ 0 w 6505575"/>
                  <a:gd name="connsiteY66" fmla="*/ 3252788 h 6505575"/>
                  <a:gd name="connsiteX67" fmla="*/ 3252788 w 6505575"/>
                  <a:gd name="connsiteY67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6505575" h="6505575">
                    <a:moveTo>
                      <a:pt x="3252789" y="2630184"/>
                    </a:moveTo>
                    <a:cubicBezTo>
                      <a:pt x="3596650" y="2630184"/>
                      <a:pt x="3875393" y="2908927"/>
                      <a:pt x="3875393" y="3252789"/>
                    </a:cubicBezTo>
                    <a:cubicBezTo>
                      <a:pt x="3875393" y="3596650"/>
                      <a:pt x="3596650" y="3875393"/>
                      <a:pt x="3252789" y="3875393"/>
                    </a:cubicBezTo>
                    <a:cubicBezTo>
                      <a:pt x="2908926" y="3875393"/>
                      <a:pt x="2630184" y="3596650"/>
                      <a:pt x="2630184" y="3252789"/>
                    </a:cubicBezTo>
                    <a:cubicBezTo>
                      <a:pt x="2630184" y="2908927"/>
                      <a:pt x="2908926" y="2630184"/>
                      <a:pt x="3252789" y="2630184"/>
                    </a:cubicBezTo>
                    <a:close/>
                    <a:moveTo>
                      <a:pt x="3252788" y="2293668"/>
                    </a:moveTo>
                    <a:cubicBezTo>
                      <a:pt x="2723048" y="2293668"/>
                      <a:pt x="2293619" y="2723048"/>
                      <a:pt x="2293619" y="3252787"/>
                    </a:cubicBezTo>
                    <a:cubicBezTo>
                      <a:pt x="2293619" y="3782527"/>
                      <a:pt x="2723048" y="4211907"/>
                      <a:pt x="3252788" y="4211907"/>
                    </a:cubicBezTo>
                    <a:cubicBezTo>
                      <a:pt x="3782478" y="4211907"/>
                      <a:pt x="4211908" y="3782527"/>
                      <a:pt x="4211908" y="3252787"/>
                    </a:cubicBezTo>
                    <a:cubicBezTo>
                      <a:pt x="4211908" y="2723048"/>
                      <a:pt x="3782478" y="2293668"/>
                      <a:pt x="3252788" y="2293668"/>
                    </a:cubicBezTo>
                    <a:close/>
                    <a:moveTo>
                      <a:pt x="4249828" y="2031602"/>
                    </a:moveTo>
                    <a:cubicBezTo>
                      <a:pt x="4126041" y="2031602"/>
                      <a:pt x="4025682" y="2131961"/>
                      <a:pt x="4025682" y="2255747"/>
                    </a:cubicBezTo>
                    <a:cubicBezTo>
                      <a:pt x="4025682" y="2379534"/>
                      <a:pt x="4126041" y="2479893"/>
                      <a:pt x="4249828" y="2479893"/>
                    </a:cubicBezTo>
                    <a:cubicBezTo>
                      <a:pt x="4373614" y="2479893"/>
                      <a:pt x="4473923" y="2379534"/>
                      <a:pt x="4473973" y="2255747"/>
                    </a:cubicBezTo>
                    <a:cubicBezTo>
                      <a:pt x="4473973" y="2131961"/>
                      <a:pt x="4373614" y="2031602"/>
                      <a:pt x="4249828" y="2031602"/>
                    </a:cubicBezTo>
                    <a:close/>
                    <a:moveTo>
                      <a:pt x="3252788" y="1721541"/>
                    </a:moveTo>
                    <a:cubicBezTo>
                      <a:pt x="3751506" y="1721541"/>
                      <a:pt x="3810570" y="1723477"/>
                      <a:pt x="4007566" y="1732460"/>
                    </a:cubicBezTo>
                    <a:cubicBezTo>
                      <a:pt x="4189672" y="1740749"/>
                      <a:pt x="4288542" y="1771175"/>
                      <a:pt x="4354356" y="1796736"/>
                    </a:cubicBezTo>
                    <a:cubicBezTo>
                      <a:pt x="4435507" y="1826665"/>
                      <a:pt x="4508865" y="1874412"/>
                      <a:pt x="4569121" y="1936454"/>
                    </a:cubicBezTo>
                    <a:cubicBezTo>
                      <a:pt x="4631163" y="1996710"/>
                      <a:pt x="4678910" y="2070118"/>
                      <a:pt x="4708839" y="2151219"/>
                    </a:cubicBezTo>
                    <a:cubicBezTo>
                      <a:pt x="4734450" y="2217033"/>
                      <a:pt x="4764875" y="2315953"/>
                      <a:pt x="4773164" y="2498059"/>
                    </a:cubicBezTo>
                    <a:cubicBezTo>
                      <a:pt x="4782148" y="2695005"/>
                      <a:pt x="4784034" y="2754069"/>
                      <a:pt x="4784034" y="3252837"/>
                    </a:cubicBezTo>
                    <a:cubicBezTo>
                      <a:pt x="4784034" y="3751555"/>
                      <a:pt x="4782148" y="3810619"/>
                      <a:pt x="4773164" y="4007615"/>
                    </a:cubicBezTo>
                    <a:cubicBezTo>
                      <a:pt x="4764826" y="4189721"/>
                      <a:pt x="4734400" y="4288591"/>
                      <a:pt x="4708839" y="4354405"/>
                    </a:cubicBezTo>
                    <a:cubicBezTo>
                      <a:pt x="4646003" y="4517302"/>
                      <a:pt x="4517253" y="4646052"/>
                      <a:pt x="4354356" y="4708888"/>
                    </a:cubicBezTo>
                    <a:cubicBezTo>
                      <a:pt x="4288542" y="4734499"/>
                      <a:pt x="4189622" y="4764924"/>
                      <a:pt x="4007516" y="4773213"/>
                    </a:cubicBezTo>
                    <a:cubicBezTo>
                      <a:pt x="3810620" y="4782197"/>
                      <a:pt x="3751556" y="4784083"/>
                      <a:pt x="3252738" y="4784083"/>
                    </a:cubicBezTo>
                    <a:cubicBezTo>
                      <a:pt x="2753970" y="4784083"/>
                      <a:pt x="2694956" y="4782197"/>
                      <a:pt x="2498010" y="4773213"/>
                    </a:cubicBezTo>
                    <a:cubicBezTo>
                      <a:pt x="2315904" y="4764924"/>
                      <a:pt x="2216984" y="4734499"/>
                      <a:pt x="2151170" y="4708888"/>
                    </a:cubicBezTo>
                    <a:cubicBezTo>
                      <a:pt x="2070019" y="4678959"/>
                      <a:pt x="1996661" y="4631212"/>
                      <a:pt x="1936405" y="4569170"/>
                    </a:cubicBezTo>
                    <a:cubicBezTo>
                      <a:pt x="1874363" y="4508914"/>
                      <a:pt x="1826666" y="4435556"/>
                      <a:pt x="1796687" y="4354405"/>
                    </a:cubicBezTo>
                    <a:cubicBezTo>
                      <a:pt x="1771126" y="4288591"/>
                      <a:pt x="1740700" y="4189721"/>
                      <a:pt x="1732411" y="4007615"/>
                    </a:cubicBezTo>
                    <a:cubicBezTo>
                      <a:pt x="1723428" y="3810619"/>
                      <a:pt x="1721492" y="3751555"/>
                      <a:pt x="1721492" y="3252837"/>
                    </a:cubicBezTo>
                    <a:cubicBezTo>
                      <a:pt x="1721492" y="2754069"/>
                      <a:pt x="1723428" y="2695005"/>
                      <a:pt x="1732411" y="2498059"/>
                    </a:cubicBezTo>
                    <a:cubicBezTo>
                      <a:pt x="1740700" y="2315953"/>
                      <a:pt x="1771126" y="2217033"/>
                      <a:pt x="1796687" y="2151219"/>
                    </a:cubicBezTo>
                    <a:cubicBezTo>
                      <a:pt x="1826666" y="2070068"/>
                      <a:pt x="1874413" y="1996710"/>
                      <a:pt x="1936455" y="1936454"/>
                    </a:cubicBezTo>
                    <a:cubicBezTo>
                      <a:pt x="1996661" y="1874412"/>
                      <a:pt x="2070069" y="1826665"/>
                      <a:pt x="2151220" y="1796736"/>
                    </a:cubicBezTo>
                    <a:cubicBezTo>
                      <a:pt x="2216984" y="1771175"/>
                      <a:pt x="2315904" y="1740749"/>
                      <a:pt x="2498010" y="1732411"/>
                    </a:cubicBezTo>
                    <a:cubicBezTo>
                      <a:pt x="2694956" y="1723427"/>
                      <a:pt x="2754020" y="1721541"/>
                      <a:pt x="3252788" y="1721541"/>
                    </a:cubicBezTo>
                    <a:close/>
                    <a:moveTo>
                      <a:pt x="3252788" y="1384976"/>
                    </a:moveTo>
                    <a:cubicBezTo>
                      <a:pt x="2745532" y="1384976"/>
                      <a:pt x="2681902" y="1387160"/>
                      <a:pt x="2482722" y="1396243"/>
                    </a:cubicBezTo>
                    <a:cubicBezTo>
                      <a:pt x="2283890" y="1405326"/>
                      <a:pt x="2148142" y="1436893"/>
                      <a:pt x="2029319" y="1483052"/>
                    </a:cubicBezTo>
                    <a:cubicBezTo>
                      <a:pt x="1904689" y="1529956"/>
                      <a:pt x="1791773" y="1603463"/>
                      <a:pt x="1698511" y="1698511"/>
                    </a:cubicBezTo>
                    <a:cubicBezTo>
                      <a:pt x="1603463" y="1791773"/>
                      <a:pt x="1529906" y="1904689"/>
                      <a:pt x="1483002" y="2029319"/>
                    </a:cubicBezTo>
                    <a:cubicBezTo>
                      <a:pt x="1436843" y="2148142"/>
                      <a:pt x="1405276" y="2283890"/>
                      <a:pt x="1396243" y="2482722"/>
                    </a:cubicBezTo>
                    <a:cubicBezTo>
                      <a:pt x="1387110" y="2681902"/>
                      <a:pt x="1384976" y="2745532"/>
                      <a:pt x="1384976" y="3252788"/>
                    </a:cubicBezTo>
                    <a:cubicBezTo>
                      <a:pt x="1384976" y="3760043"/>
                      <a:pt x="1387110" y="3823673"/>
                      <a:pt x="1396292" y="4022903"/>
                    </a:cubicBezTo>
                    <a:cubicBezTo>
                      <a:pt x="1405326" y="4221685"/>
                      <a:pt x="1436942" y="4357483"/>
                      <a:pt x="1483102" y="4476256"/>
                    </a:cubicBezTo>
                    <a:cubicBezTo>
                      <a:pt x="1530005" y="4600886"/>
                      <a:pt x="1603513" y="4713802"/>
                      <a:pt x="1698511" y="4807064"/>
                    </a:cubicBezTo>
                    <a:cubicBezTo>
                      <a:pt x="1791823" y="4902112"/>
                      <a:pt x="1904689" y="4975620"/>
                      <a:pt x="2029369" y="5022523"/>
                    </a:cubicBezTo>
                    <a:cubicBezTo>
                      <a:pt x="2148142" y="5068683"/>
                      <a:pt x="2283940" y="5100250"/>
                      <a:pt x="2482722" y="5109332"/>
                    </a:cubicBezTo>
                    <a:cubicBezTo>
                      <a:pt x="2681952" y="5118415"/>
                      <a:pt x="2745532" y="5120599"/>
                      <a:pt x="3252837" y="5120599"/>
                    </a:cubicBezTo>
                    <a:cubicBezTo>
                      <a:pt x="3760093" y="5120599"/>
                      <a:pt x="3823723" y="5118415"/>
                      <a:pt x="4022903" y="5109332"/>
                    </a:cubicBezTo>
                    <a:cubicBezTo>
                      <a:pt x="4221685" y="5100250"/>
                      <a:pt x="4357483" y="5068683"/>
                      <a:pt x="4476256" y="5022523"/>
                    </a:cubicBezTo>
                    <a:cubicBezTo>
                      <a:pt x="4727154" y="4925490"/>
                      <a:pt x="4925490" y="4727154"/>
                      <a:pt x="5022523" y="4476256"/>
                    </a:cubicBezTo>
                    <a:cubicBezTo>
                      <a:pt x="5068683" y="4357433"/>
                      <a:pt x="5100299" y="4221685"/>
                      <a:pt x="5109332" y="4022853"/>
                    </a:cubicBezTo>
                    <a:cubicBezTo>
                      <a:pt x="5118465" y="3823673"/>
                      <a:pt x="5120599" y="3760043"/>
                      <a:pt x="5120599" y="3252788"/>
                    </a:cubicBezTo>
                    <a:cubicBezTo>
                      <a:pt x="5120599" y="2745532"/>
                      <a:pt x="5118465" y="2681902"/>
                      <a:pt x="5109382" y="2482722"/>
                    </a:cubicBezTo>
                    <a:cubicBezTo>
                      <a:pt x="5100299" y="2283890"/>
                      <a:pt x="5068732" y="2148142"/>
                      <a:pt x="5022523" y="2029319"/>
                    </a:cubicBezTo>
                    <a:cubicBezTo>
                      <a:pt x="4975669" y="1904689"/>
                      <a:pt x="4902112" y="1791823"/>
                      <a:pt x="4807114" y="1698511"/>
                    </a:cubicBezTo>
                    <a:cubicBezTo>
                      <a:pt x="4713802" y="1603463"/>
                      <a:pt x="4600886" y="1529906"/>
                      <a:pt x="4476256" y="1483002"/>
                    </a:cubicBezTo>
                    <a:cubicBezTo>
                      <a:pt x="4357433" y="1436893"/>
                      <a:pt x="4221685" y="1405326"/>
                      <a:pt x="4022853" y="1396292"/>
                    </a:cubicBezTo>
                    <a:cubicBezTo>
                      <a:pt x="3823673" y="1387160"/>
                      <a:pt x="3760043" y="1384976"/>
                      <a:pt x="3252788" y="1384976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C834DB5-B6AC-4BA7-8D75-38FF27FFABF7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449ACE3-BDB2-401E-BB7A-F2AFC09EBA5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06179823-D602-4EAB-8985-29DA9177B2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55657" y="0"/>
            <a:ext cx="5279231" cy="6858000"/>
          </a:xfrm>
          <a:custGeom>
            <a:avLst/>
            <a:gdLst>
              <a:gd name="connsiteX0" fmla="*/ 0 w 5279231"/>
              <a:gd name="connsiteY0" fmla="*/ 0 h 6858000"/>
              <a:gd name="connsiteX1" fmla="*/ 5279231 w 5279231"/>
              <a:gd name="connsiteY1" fmla="*/ 0 h 6858000"/>
              <a:gd name="connsiteX2" fmla="*/ 5279231 w 5279231"/>
              <a:gd name="connsiteY2" fmla="*/ 6858000 h 6858000"/>
              <a:gd name="connsiteX3" fmla="*/ 0 w 527923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79231" h="6858000">
                <a:moveTo>
                  <a:pt x="0" y="0"/>
                </a:moveTo>
                <a:lnTo>
                  <a:pt x="5279231" y="0"/>
                </a:lnTo>
                <a:lnTo>
                  <a:pt x="5279231" y="6858000"/>
                </a:lnTo>
                <a:lnTo>
                  <a:pt x="0" y="6858000"/>
                </a:lnTo>
                <a:close/>
              </a:path>
            </a:pathLst>
          </a:custGeom>
          <a:noFill/>
          <a:effectLst>
            <a:outerShdw blurRad="1041400" dist="571500" dir="5400000" sx="88000" sy="88000" algn="t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737F8-ECF6-4DB8-AA54-949F4A9CB0CD}"/>
              </a:ext>
            </a:extLst>
          </p:cNvPr>
          <p:cNvSpPr txBox="1"/>
          <p:nvPr userDrawn="1"/>
        </p:nvSpPr>
        <p:spPr>
          <a:xfrm>
            <a:off x="731838" y="6336042"/>
            <a:ext cx="25142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chemeClr val="bg1"/>
                </a:solidFill>
                <a:latin typeface="+mj-lt"/>
              </a:rPr>
              <a:t>© 2020 </a:t>
            </a:r>
            <a:r>
              <a:rPr lang="en-US" sz="1100" b="1">
                <a:solidFill>
                  <a:schemeClr val="bg1"/>
                </a:solidFill>
                <a:latin typeface="+mj-lt"/>
              </a:rPr>
              <a:t>FoodFest </a:t>
            </a:r>
            <a:r>
              <a:rPr lang="en-US" sz="1100" b="0">
                <a:solidFill>
                  <a:schemeClr val="bg1"/>
                </a:solidFill>
                <a:latin typeface="+mj-lt"/>
              </a:rPr>
              <a:t>Presentation</a:t>
            </a:r>
            <a:endParaRPr lang="en-GB" sz="1100" b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0617DE-9FB9-4B27-A944-D0BAB7FFEBDA}"/>
              </a:ext>
            </a:extLst>
          </p:cNvPr>
          <p:cNvSpPr/>
          <p:nvPr userDrawn="1"/>
        </p:nvSpPr>
        <p:spPr>
          <a:xfrm>
            <a:off x="3175819" y="1258529"/>
            <a:ext cx="7283252" cy="24777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74735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1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393726E-C1A1-40B0-8BC3-FA7F668412C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08297" y="737422"/>
            <a:ext cx="4912403" cy="6120581"/>
          </a:xfrm>
          <a:custGeom>
            <a:avLst/>
            <a:gdLst>
              <a:gd name="connsiteX0" fmla="*/ 0 w 4912403"/>
              <a:gd name="connsiteY0" fmla="*/ 0 h 6120581"/>
              <a:gd name="connsiteX1" fmla="*/ 4912403 w 4912403"/>
              <a:gd name="connsiteY1" fmla="*/ 0 h 6120581"/>
              <a:gd name="connsiteX2" fmla="*/ 4912403 w 4912403"/>
              <a:gd name="connsiteY2" fmla="*/ 6120581 h 6120581"/>
              <a:gd name="connsiteX3" fmla="*/ 0 w 4912403"/>
              <a:gd name="connsiteY3" fmla="*/ 6120581 h 6120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2403" h="6120581">
                <a:moveTo>
                  <a:pt x="0" y="0"/>
                </a:moveTo>
                <a:lnTo>
                  <a:pt x="4912403" y="0"/>
                </a:lnTo>
                <a:lnTo>
                  <a:pt x="4912403" y="6120581"/>
                </a:lnTo>
                <a:lnTo>
                  <a:pt x="0" y="6120581"/>
                </a:lnTo>
                <a:close/>
              </a:path>
            </a:pathLst>
          </a:custGeom>
          <a:noFill/>
          <a:effectLst>
            <a:outerShdw blurRad="952500" dist="622300" dir="5400000" sx="89000" sy="89000" algn="t" rotWithShape="0">
              <a:prstClr val="black">
                <a:alpha val="21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65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5F17C5E1-7413-4504-9DE9-D7B96D3088F7}"/>
              </a:ext>
            </a:extLst>
          </p:cNvPr>
          <p:cNvSpPr/>
          <p:nvPr userDrawn="1"/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153C40E2-9295-444A-B2A3-3F82F5F6A3F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914401"/>
            <a:ext cx="10007600" cy="4409768"/>
          </a:xfrm>
          <a:custGeom>
            <a:avLst/>
            <a:gdLst>
              <a:gd name="connsiteX0" fmla="*/ 308243 w 10007600"/>
              <a:gd name="connsiteY0" fmla="*/ 0 h 4409768"/>
              <a:gd name="connsiteX1" fmla="*/ 9699357 w 10007600"/>
              <a:gd name="connsiteY1" fmla="*/ 0 h 4409768"/>
              <a:gd name="connsiteX2" fmla="*/ 10007600 w 10007600"/>
              <a:gd name="connsiteY2" fmla="*/ 308243 h 4409768"/>
              <a:gd name="connsiteX3" fmla="*/ 10007600 w 10007600"/>
              <a:gd name="connsiteY3" fmla="*/ 4101525 h 4409768"/>
              <a:gd name="connsiteX4" fmla="*/ 9699357 w 10007600"/>
              <a:gd name="connsiteY4" fmla="*/ 4409768 h 4409768"/>
              <a:gd name="connsiteX5" fmla="*/ 308243 w 10007600"/>
              <a:gd name="connsiteY5" fmla="*/ 4409768 h 4409768"/>
              <a:gd name="connsiteX6" fmla="*/ 0 w 10007600"/>
              <a:gd name="connsiteY6" fmla="*/ 4101525 h 4409768"/>
              <a:gd name="connsiteX7" fmla="*/ 0 w 10007600"/>
              <a:gd name="connsiteY7" fmla="*/ 308243 h 4409768"/>
              <a:gd name="connsiteX8" fmla="*/ 308243 w 10007600"/>
              <a:gd name="connsiteY8" fmla="*/ 0 h 4409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7600" h="4409768">
                <a:moveTo>
                  <a:pt x="308243" y="0"/>
                </a:moveTo>
                <a:lnTo>
                  <a:pt x="9699357" y="0"/>
                </a:lnTo>
                <a:cubicBezTo>
                  <a:pt x="9869595" y="0"/>
                  <a:pt x="10007600" y="138005"/>
                  <a:pt x="10007600" y="308243"/>
                </a:cubicBezTo>
                <a:lnTo>
                  <a:pt x="10007600" y="4101525"/>
                </a:lnTo>
                <a:cubicBezTo>
                  <a:pt x="10007600" y="4271763"/>
                  <a:pt x="9869595" y="4409768"/>
                  <a:pt x="9699357" y="4409768"/>
                </a:cubicBezTo>
                <a:lnTo>
                  <a:pt x="308243" y="4409768"/>
                </a:lnTo>
                <a:cubicBezTo>
                  <a:pt x="138005" y="4409768"/>
                  <a:pt x="0" y="4271763"/>
                  <a:pt x="0" y="4101525"/>
                </a:cubicBezTo>
                <a:lnTo>
                  <a:pt x="0" y="308243"/>
                </a:lnTo>
                <a:cubicBezTo>
                  <a:pt x="0" y="138005"/>
                  <a:pt x="138005" y="0"/>
                  <a:pt x="3082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81100" dist="5588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70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3" grpId="0" animBg="1"/>
    </p:bld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A48E882A-FFB9-4649-BEC7-47F260D21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7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7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45456F2-4DB9-41CB-90D4-E774A55B64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764083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41DA36-4BA3-4989-A828-8D98A979700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2831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6CB29CC-ADE1-4931-B8BF-AD1DA322D3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01580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34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1" grpId="0"/>
      <p:bldP spid="11" grpId="1"/>
      <p:bldP spid="12" grpId="0"/>
      <p:bldP spid="12" grpId="1"/>
      <p:bldP spid="13" grpId="0"/>
      <p:bldP spid="13" grpId="1"/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E04C239-66A7-41F6-BFBA-EF1924136F0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715781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3B5FFEF8-A329-4457-94A4-4F5174DEF9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30839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2039CC9-8EB8-49DE-8D7C-F033D9B241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45898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DE20769-E15C-4F9F-8104-886453C9A58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205514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98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4" grpId="0" animBg="1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77C32E8-CB3E-499C-8B96-F007346E441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2133604"/>
            <a:ext cx="9925056" cy="2590796"/>
          </a:xfrm>
          <a:custGeom>
            <a:avLst/>
            <a:gdLst>
              <a:gd name="connsiteX0" fmla="*/ 0 w 9925056"/>
              <a:gd name="connsiteY0" fmla="*/ 0 h 2590796"/>
              <a:gd name="connsiteX1" fmla="*/ 8629658 w 9925056"/>
              <a:gd name="connsiteY1" fmla="*/ 0 h 2590796"/>
              <a:gd name="connsiteX2" fmla="*/ 9925056 w 9925056"/>
              <a:gd name="connsiteY2" fmla="*/ 1295398 h 2590796"/>
              <a:gd name="connsiteX3" fmla="*/ 8629658 w 9925056"/>
              <a:gd name="connsiteY3" fmla="*/ 2590796 h 2590796"/>
              <a:gd name="connsiteX4" fmla="*/ 0 w 9925056"/>
              <a:gd name="connsiteY4" fmla="*/ 2590796 h 2590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25056" h="2590796">
                <a:moveTo>
                  <a:pt x="0" y="0"/>
                </a:moveTo>
                <a:lnTo>
                  <a:pt x="8629658" y="0"/>
                </a:lnTo>
                <a:cubicBezTo>
                  <a:pt x="9345087" y="0"/>
                  <a:pt x="9925056" y="579969"/>
                  <a:pt x="9925056" y="1295398"/>
                </a:cubicBezTo>
                <a:cubicBezTo>
                  <a:pt x="9925056" y="2010827"/>
                  <a:pt x="9345087" y="2590796"/>
                  <a:pt x="8629658" y="2590796"/>
                </a:cubicBezTo>
                <a:lnTo>
                  <a:pt x="0" y="25907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731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A9B3843-5DE3-4278-8A3B-A675828E2ECA}"/>
              </a:ext>
            </a:extLst>
          </p:cNvPr>
          <p:cNvSpPr/>
          <p:nvPr userDrawn="1"/>
        </p:nvSpPr>
        <p:spPr>
          <a:xfrm>
            <a:off x="0" y="0"/>
            <a:ext cx="6759036" cy="6858000"/>
          </a:xfrm>
          <a:custGeom>
            <a:avLst/>
            <a:gdLst>
              <a:gd name="connsiteX0" fmla="*/ 0 w 6759036"/>
              <a:gd name="connsiteY0" fmla="*/ 0 h 6858000"/>
              <a:gd name="connsiteX1" fmla="*/ 4940057 w 6759036"/>
              <a:gd name="connsiteY1" fmla="*/ 0 h 6858000"/>
              <a:gd name="connsiteX2" fmla="*/ 6559055 w 6759036"/>
              <a:gd name="connsiteY2" fmla="*/ 1361952 h 6858000"/>
              <a:gd name="connsiteX3" fmla="*/ 6628743 w 6759036"/>
              <a:gd name="connsiteY3" fmla="*/ 2156672 h 6858000"/>
              <a:gd name="connsiteX4" fmla="*/ 6516513 w 6759036"/>
              <a:gd name="connsiteY4" fmla="*/ 2289474 h 6858000"/>
              <a:gd name="connsiteX5" fmla="*/ 5721795 w 6759036"/>
              <a:gd name="connsiteY5" fmla="*/ 2359161 h 6858000"/>
              <a:gd name="connsiteX6" fmla="*/ 4133085 w 6759036"/>
              <a:gd name="connsiteY6" fmla="*/ 1020897 h 6858000"/>
              <a:gd name="connsiteX7" fmla="*/ 3338364 w 6759036"/>
              <a:gd name="connsiteY7" fmla="*/ 1090586 h 6858000"/>
              <a:gd name="connsiteX8" fmla="*/ 3226134 w 6759036"/>
              <a:gd name="connsiteY8" fmla="*/ 1223388 h 6858000"/>
              <a:gd name="connsiteX9" fmla="*/ 3295826 w 6759036"/>
              <a:gd name="connsiteY9" fmla="*/ 2018106 h 6858000"/>
              <a:gd name="connsiteX10" fmla="*/ 6198266 w 6759036"/>
              <a:gd name="connsiteY10" fmla="*/ 4460479 h 6858000"/>
              <a:gd name="connsiteX11" fmla="*/ 6267956 w 6759036"/>
              <a:gd name="connsiteY11" fmla="*/ 5255195 h 6858000"/>
              <a:gd name="connsiteX12" fmla="*/ 6155725 w 6759036"/>
              <a:gd name="connsiteY12" fmla="*/ 5387997 h 6858000"/>
              <a:gd name="connsiteX13" fmla="*/ 5361007 w 6759036"/>
              <a:gd name="connsiteY13" fmla="*/ 5457688 h 6858000"/>
              <a:gd name="connsiteX14" fmla="*/ 4727965 w 6759036"/>
              <a:gd name="connsiteY14" fmla="*/ 4923995 h 6858000"/>
              <a:gd name="connsiteX15" fmla="*/ 3933247 w 6759036"/>
              <a:gd name="connsiteY15" fmla="*/ 4993682 h 6858000"/>
              <a:gd name="connsiteX16" fmla="*/ 3821016 w 6759036"/>
              <a:gd name="connsiteY16" fmla="*/ 5126483 h 6858000"/>
              <a:gd name="connsiteX17" fmla="*/ 3890705 w 6759036"/>
              <a:gd name="connsiteY17" fmla="*/ 5921204 h 6858000"/>
              <a:gd name="connsiteX18" fmla="*/ 4966964 w 6759036"/>
              <a:gd name="connsiteY18" fmla="*/ 6829942 h 6858000"/>
              <a:gd name="connsiteX19" fmla="*/ 4993968 w 6759036"/>
              <a:gd name="connsiteY19" fmla="*/ 6858000 h 6858000"/>
              <a:gd name="connsiteX20" fmla="*/ 2978294 w 6759036"/>
              <a:gd name="connsiteY20" fmla="*/ 6858000 h 6858000"/>
              <a:gd name="connsiteX21" fmla="*/ 1182453 w 6759036"/>
              <a:gd name="connsiteY21" fmla="*/ 5346426 h 6858000"/>
              <a:gd name="connsiteX22" fmla="*/ 387732 w 6759036"/>
              <a:gd name="connsiteY22" fmla="*/ 5416115 h 6858000"/>
              <a:gd name="connsiteX23" fmla="*/ 275502 w 6759036"/>
              <a:gd name="connsiteY23" fmla="*/ 5548917 h 6858000"/>
              <a:gd name="connsiteX24" fmla="*/ 345194 w 6759036"/>
              <a:gd name="connsiteY24" fmla="*/ 6343636 h 6858000"/>
              <a:gd name="connsiteX25" fmla="*/ 957016 w 6759036"/>
              <a:gd name="connsiteY25" fmla="*/ 6858000 h 6858000"/>
              <a:gd name="connsiteX26" fmla="*/ 0 w 6759036"/>
              <a:gd name="connsiteY2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6759036" h="6858000">
                <a:moveTo>
                  <a:pt x="0" y="0"/>
                </a:moveTo>
                <a:lnTo>
                  <a:pt x="4940057" y="0"/>
                </a:lnTo>
                <a:lnTo>
                  <a:pt x="6559055" y="1361952"/>
                </a:lnTo>
                <a:cubicBezTo>
                  <a:pt x="6795329" y="1561788"/>
                  <a:pt x="6826944" y="1917563"/>
                  <a:pt x="6628743" y="2156672"/>
                </a:cubicBezTo>
                <a:lnTo>
                  <a:pt x="6516513" y="2289474"/>
                </a:lnTo>
                <a:cubicBezTo>
                  <a:pt x="6316679" y="2525746"/>
                  <a:pt x="5960902" y="2557363"/>
                  <a:pt x="5721795" y="2359161"/>
                </a:cubicBezTo>
                <a:lnTo>
                  <a:pt x="4133085" y="1020897"/>
                </a:lnTo>
                <a:cubicBezTo>
                  <a:pt x="3896811" y="821060"/>
                  <a:pt x="3539399" y="849845"/>
                  <a:pt x="3338364" y="1090586"/>
                </a:cubicBezTo>
                <a:lnTo>
                  <a:pt x="3226134" y="1223388"/>
                </a:lnTo>
                <a:cubicBezTo>
                  <a:pt x="3026299" y="1459660"/>
                  <a:pt x="3055081" y="1817074"/>
                  <a:pt x="3295826" y="2018106"/>
                </a:cubicBezTo>
                <a:lnTo>
                  <a:pt x="6198266" y="4460479"/>
                </a:lnTo>
                <a:cubicBezTo>
                  <a:pt x="6434538" y="4660313"/>
                  <a:pt x="6466156" y="5016090"/>
                  <a:pt x="6267956" y="5255195"/>
                </a:cubicBezTo>
                <a:lnTo>
                  <a:pt x="6155725" y="5387997"/>
                </a:lnTo>
                <a:cubicBezTo>
                  <a:pt x="5955888" y="5624271"/>
                  <a:pt x="5600115" y="5655886"/>
                  <a:pt x="5361007" y="5457688"/>
                </a:cubicBezTo>
                <a:lnTo>
                  <a:pt x="4727965" y="4923995"/>
                </a:lnTo>
                <a:cubicBezTo>
                  <a:pt x="4491690" y="4724157"/>
                  <a:pt x="4134281" y="4752940"/>
                  <a:pt x="3933247" y="4993682"/>
                </a:cubicBezTo>
                <a:lnTo>
                  <a:pt x="3821016" y="5126483"/>
                </a:lnTo>
                <a:cubicBezTo>
                  <a:pt x="3621179" y="5362758"/>
                  <a:pt x="3649964" y="5720170"/>
                  <a:pt x="3890705" y="5921204"/>
                </a:cubicBezTo>
                <a:lnTo>
                  <a:pt x="4966964" y="6829942"/>
                </a:lnTo>
                <a:lnTo>
                  <a:pt x="4993968" y="6858000"/>
                </a:lnTo>
                <a:lnTo>
                  <a:pt x="2978294" y="6858000"/>
                </a:lnTo>
                <a:lnTo>
                  <a:pt x="1182453" y="5346426"/>
                </a:lnTo>
                <a:cubicBezTo>
                  <a:pt x="946178" y="5146589"/>
                  <a:pt x="588767" y="5175374"/>
                  <a:pt x="387732" y="5416115"/>
                </a:cubicBezTo>
                <a:lnTo>
                  <a:pt x="275502" y="5548917"/>
                </a:lnTo>
                <a:cubicBezTo>
                  <a:pt x="75667" y="5785189"/>
                  <a:pt x="104449" y="6142603"/>
                  <a:pt x="345194" y="6343636"/>
                </a:cubicBezTo>
                <a:lnTo>
                  <a:pt x="9570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E53B07-6CED-4F8A-BDCA-F3E5B62308FC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10B999A-AB23-4F6C-9626-96336FB930F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C9C825E-1952-30A8-188B-08276D636B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33347300-42CA-05B2-DCB8-F36D8F442D9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83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10A2F5C-A181-4EFC-9E8A-E522A5CCB4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8330" y="549274"/>
            <a:ext cx="5843673" cy="6308726"/>
          </a:xfrm>
          <a:custGeom>
            <a:avLst/>
            <a:gdLst>
              <a:gd name="connsiteX0" fmla="*/ 2288427 w 5843673"/>
              <a:gd name="connsiteY0" fmla="*/ 794 h 6308726"/>
              <a:gd name="connsiteX1" fmla="*/ 4641439 w 5843673"/>
              <a:gd name="connsiteY1" fmla="*/ 581088 h 6308726"/>
              <a:gd name="connsiteX2" fmla="*/ 5696574 w 5843673"/>
              <a:gd name="connsiteY2" fmla="*/ 337126 h 6308726"/>
              <a:gd name="connsiteX3" fmla="*/ 5843673 w 5843673"/>
              <a:gd name="connsiteY3" fmla="*/ 324217 h 6308726"/>
              <a:gd name="connsiteX4" fmla="*/ 5843673 w 5843673"/>
              <a:gd name="connsiteY4" fmla="*/ 6308726 h 6308726"/>
              <a:gd name="connsiteX5" fmla="*/ 0 w 5843673"/>
              <a:gd name="connsiteY5" fmla="*/ 6308726 h 6308726"/>
              <a:gd name="connsiteX6" fmla="*/ 1794 w 5843673"/>
              <a:gd name="connsiteY6" fmla="*/ 6216854 h 6308726"/>
              <a:gd name="connsiteX7" fmla="*/ 169011 w 5843673"/>
              <a:gd name="connsiteY7" fmla="*/ 5497469 h 6308726"/>
              <a:gd name="connsiteX8" fmla="*/ 963747 w 5843673"/>
              <a:gd name="connsiteY8" fmla="*/ 4220418 h 6308726"/>
              <a:gd name="connsiteX9" fmla="*/ 1895503 w 5843673"/>
              <a:gd name="connsiteY9" fmla="*/ 49436 h 6308726"/>
              <a:gd name="connsiteX10" fmla="*/ 2288427 w 5843673"/>
              <a:gd name="connsiteY10" fmla="*/ 794 h 63087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43673" h="6308726">
                <a:moveTo>
                  <a:pt x="2288427" y="794"/>
                </a:moveTo>
                <a:cubicBezTo>
                  <a:pt x="3124170" y="31968"/>
                  <a:pt x="3456878" y="969546"/>
                  <a:pt x="4641439" y="581088"/>
                </a:cubicBezTo>
                <a:cubicBezTo>
                  <a:pt x="5013970" y="457767"/>
                  <a:pt x="5365787" y="378187"/>
                  <a:pt x="5696574" y="337126"/>
                </a:cubicBezTo>
                <a:lnTo>
                  <a:pt x="5843673" y="324217"/>
                </a:lnTo>
                <a:lnTo>
                  <a:pt x="5843673" y="6308726"/>
                </a:lnTo>
                <a:lnTo>
                  <a:pt x="0" y="6308726"/>
                </a:lnTo>
                <a:lnTo>
                  <a:pt x="1794" y="6216854"/>
                </a:lnTo>
                <a:cubicBezTo>
                  <a:pt x="18929" y="5931340"/>
                  <a:pt x="90223" y="5675599"/>
                  <a:pt x="169011" y="5497469"/>
                </a:cubicBezTo>
                <a:cubicBezTo>
                  <a:pt x="322477" y="5152174"/>
                  <a:pt x="821243" y="4565713"/>
                  <a:pt x="963747" y="4220418"/>
                </a:cubicBezTo>
                <a:cubicBezTo>
                  <a:pt x="1446067" y="3063941"/>
                  <a:pt x="-894" y="559164"/>
                  <a:pt x="1895503" y="49436"/>
                </a:cubicBezTo>
                <a:cubicBezTo>
                  <a:pt x="2039377" y="10385"/>
                  <a:pt x="2169035" y="-3660"/>
                  <a:pt x="2288427" y="794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14B87FC-A38A-4591-9922-BC90266B211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43672" y="1797050"/>
            <a:ext cx="4819651" cy="4800600"/>
          </a:xfrm>
          <a:custGeom>
            <a:avLst/>
            <a:gdLst>
              <a:gd name="connsiteX0" fmla="*/ 0 w 4819650"/>
              <a:gd name="connsiteY0" fmla="*/ 0 h 4800600"/>
              <a:gd name="connsiteX1" fmla="*/ 4819650 w 4819650"/>
              <a:gd name="connsiteY1" fmla="*/ 0 h 4800600"/>
              <a:gd name="connsiteX2" fmla="*/ 4819650 w 4819650"/>
              <a:gd name="connsiteY2" fmla="*/ 4800600 h 4800600"/>
              <a:gd name="connsiteX3" fmla="*/ 0 w 4819650"/>
              <a:gd name="connsiteY3" fmla="*/ 4800600 h 480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9650" h="4800600">
                <a:moveTo>
                  <a:pt x="0" y="0"/>
                </a:moveTo>
                <a:lnTo>
                  <a:pt x="4819650" y="0"/>
                </a:lnTo>
                <a:lnTo>
                  <a:pt x="4819650" y="4800600"/>
                </a:lnTo>
                <a:lnTo>
                  <a:pt x="0" y="4800600"/>
                </a:lnTo>
                <a:close/>
              </a:path>
            </a:pathLst>
          </a:custGeom>
          <a:noFill/>
          <a:effectLst>
            <a:outerShdw blurRad="1066800" dist="723900" dir="5400000" sx="86000" sy="86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98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826877-B32F-4F26-A8F8-98B82E552B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63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repeatCount="indefinite" decel="10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168F48-343E-4B92-A6BD-43D92EC5E0E7}"/>
              </a:ext>
            </a:extLst>
          </p:cNvPr>
          <p:cNvSpPr/>
          <p:nvPr userDrawn="1"/>
        </p:nvSpPr>
        <p:spPr>
          <a:xfrm>
            <a:off x="5219700" y="0"/>
            <a:ext cx="6972301" cy="6858000"/>
          </a:xfrm>
          <a:custGeom>
            <a:avLst/>
            <a:gdLst>
              <a:gd name="connsiteX0" fmla="*/ 1658746 w 5332935"/>
              <a:gd name="connsiteY0" fmla="*/ 0 h 6858000"/>
              <a:gd name="connsiteX1" fmla="*/ 5332935 w 5332935"/>
              <a:gd name="connsiteY1" fmla="*/ 0 h 6858000"/>
              <a:gd name="connsiteX2" fmla="*/ 5332935 w 5332935"/>
              <a:gd name="connsiteY2" fmla="*/ 6858000 h 6858000"/>
              <a:gd name="connsiteX3" fmla="*/ 266502 w 5332935"/>
              <a:gd name="connsiteY3" fmla="*/ 6858000 h 6858000"/>
              <a:gd name="connsiteX4" fmla="*/ 218120 w 5332935"/>
              <a:gd name="connsiteY4" fmla="*/ 6750221 h 6858000"/>
              <a:gd name="connsiteX5" fmla="*/ 139725 w 5332935"/>
              <a:gd name="connsiteY5" fmla="*/ 6536357 h 6858000"/>
              <a:gd name="connsiteX6" fmla="*/ 1449720 w 5332935"/>
              <a:gd name="connsiteY6" fmla="*/ 2711728 h 6858000"/>
              <a:gd name="connsiteX7" fmla="*/ 1566730 w 5332935"/>
              <a:gd name="connsiteY7" fmla="*/ 17171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2935" h="6858000">
                <a:moveTo>
                  <a:pt x="1658746" y="0"/>
                </a:moveTo>
                <a:lnTo>
                  <a:pt x="5332935" y="0"/>
                </a:lnTo>
                <a:lnTo>
                  <a:pt x="5332935" y="6858000"/>
                </a:lnTo>
                <a:lnTo>
                  <a:pt x="266502" y="6858000"/>
                </a:lnTo>
                <a:lnTo>
                  <a:pt x="218120" y="6750221"/>
                </a:lnTo>
                <a:cubicBezTo>
                  <a:pt x="189953" y="6681019"/>
                  <a:pt x="163785" y="6609730"/>
                  <a:pt x="139725" y="6536357"/>
                </a:cubicBezTo>
                <a:cubicBezTo>
                  <a:pt x="-547474" y="4441971"/>
                  <a:pt x="1527640" y="3625849"/>
                  <a:pt x="1449720" y="2711728"/>
                </a:cubicBezTo>
                <a:cubicBezTo>
                  <a:pt x="1396262" y="2095405"/>
                  <a:pt x="1214984" y="967692"/>
                  <a:pt x="1566730" y="171715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F65871E-8BA0-46CF-A66B-BA9A1A3F7D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219699" y="0"/>
            <a:ext cx="6972301" cy="6858000"/>
          </a:xfrm>
          <a:custGeom>
            <a:avLst/>
            <a:gdLst>
              <a:gd name="connsiteX0" fmla="*/ 4224815 w 6972301"/>
              <a:gd name="connsiteY0" fmla="*/ 0 h 6858000"/>
              <a:gd name="connsiteX1" fmla="*/ 6972301 w 6972301"/>
              <a:gd name="connsiteY1" fmla="*/ 0 h 6858000"/>
              <a:gd name="connsiteX2" fmla="*/ 6972301 w 6972301"/>
              <a:gd name="connsiteY2" fmla="*/ 6858000 h 6858000"/>
              <a:gd name="connsiteX3" fmla="*/ 5841899 w 6972301"/>
              <a:gd name="connsiteY3" fmla="*/ 6858000 h 6858000"/>
              <a:gd name="connsiteX4" fmla="*/ 5710671 w 6972301"/>
              <a:gd name="connsiteY4" fmla="*/ 6745153 h 6858000"/>
              <a:gd name="connsiteX5" fmla="*/ 4956741 w 6972301"/>
              <a:gd name="connsiteY5" fmla="*/ 6455400 h 6858000"/>
              <a:gd name="connsiteX6" fmla="*/ 4107321 w 6972301"/>
              <a:gd name="connsiteY6" fmla="*/ 6846665 h 6858000"/>
              <a:gd name="connsiteX7" fmla="*/ 4094074 w 6972301"/>
              <a:gd name="connsiteY7" fmla="*/ 6858000 h 6858000"/>
              <a:gd name="connsiteX8" fmla="*/ 197432 w 6972301"/>
              <a:gd name="connsiteY8" fmla="*/ 6858000 h 6858000"/>
              <a:gd name="connsiteX9" fmla="*/ 121513 w 6972301"/>
              <a:gd name="connsiteY9" fmla="*/ 6678515 h 6858000"/>
              <a:gd name="connsiteX10" fmla="*/ 63383 w 6972301"/>
              <a:gd name="connsiteY10" fmla="*/ 6475856 h 6858000"/>
              <a:gd name="connsiteX11" fmla="*/ 2572695 w 6972301"/>
              <a:gd name="connsiteY11" fmla="*/ 2320602 h 6858000"/>
              <a:gd name="connsiteX12" fmla="*/ 4087214 w 6972301"/>
              <a:gd name="connsiteY12" fmla="*/ 6118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972301" h="6858000">
                <a:moveTo>
                  <a:pt x="4224815" y="0"/>
                </a:moveTo>
                <a:lnTo>
                  <a:pt x="6972301" y="0"/>
                </a:lnTo>
                <a:lnTo>
                  <a:pt x="6972301" y="6858000"/>
                </a:lnTo>
                <a:lnTo>
                  <a:pt x="5841899" y="6858000"/>
                </a:lnTo>
                <a:lnTo>
                  <a:pt x="5710671" y="6745153"/>
                </a:lnTo>
                <a:cubicBezTo>
                  <a:pt x="5515288" y="6595343"/>
                  <a:pt x="5276144" y="6486426"/>
                  <a:pt x="4956741" y="6455400"/>
                </a:cubicBezTo>
                <a:cubicBezTo>
                  <a:pt x="4644393" y="6426308"/>
                  <a:pt x="4394716" y="6603901"/>
                  <a:pt x="4107321" y="6846665"/>
                </a:cubicBezTo>
                <a:lnTo>
                  <a:pt x="4094074" y="6858000"/>
                </a:lnTo>
                <a:lnTo>
                  <a:pt x="197432" y="6858000"/>
                </a:lnTo>
                <a:lnTo>
                  <a:pt x="121513" y="6678515"/>
                </a:lnTo>
                <a:cubicBezTo>
                  <a:pt x="98429" y="6613280"/>
                  <a:pt x="78954" y="6545704"/>
                  <a:pt x="63383" y="6475856"/>
                </a:cubicBezTo>
                <a:cubicBezTo>
                  <a:pt x="-462585" y="4125523"/>
                  <a:pt x="2454324" y="4720367"/>
                  <a:pt x="2572695" y="2320602"/>
                </a:cubicBezTo>
                <a:cubicBezTo>
                  <a:pt x="2627663" y="1220289"/>
                  <a:pt x="3254906" y="470091"/>
                  <a:pt x="4087214" y="61182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048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DA9B32A-2C86-405C-8A0C-06F40F04928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870616" cy="6858004"/>
          </a:xfrm>
          <a:custGeom>
            <a:avLst/>
            <a:gdLst>
              <a:gd name="connsiteX0" fmla="*/ 0 w 5870616"/>
              <a:gd name="connsiteY0" fmla="*/ 0 h 6858004"/>
              <a:gd name="connsiteX1" fmla="*/ 3867150 w 5870616"/>
              <a:gd name="connsiteY1" fmla="*/ 0 h 6858004"/>
              <a:gd name="connsiteX2" fmla="*/ 3867150 w 5870616"/>
              <a:gd name="connsiteY2" fmla="*/ 4 h 6858004"/>
              <a:gd name="connsiteX3" fmla="*/ 5600386 w 5870616"/>
              <a:gd name="connsiteY3" fmla="*/ 4 h 6858004"/>
              <a:gd name="connsiteX4" fmla="*/ 5614586 w 5870616"/>
              <a:gd name="connsiteY4" fmla="*/ 1684085 h 6858004"/>
              <a:gd name="connsiteX5" fmla="*/ 5870178 w 5870616"/>
              <a:gd name="connsiteY5" fmla="*/ 3417943 h 6858004"/>
              <a:gd name="connsiteX6" fmla="*/ 5538855 w 5870616"/>
              <a:gd name="connsiteY6" fmla="*/ 5126912 h 6858004"/>
              <a:gd name="connsiteX7" fmla="*/ 5600386 w 5870616"/>
              <a:gd name="connsiteY7" fmla="*/ 6858004 h 6858004"/>
              <a:gd name="connsiteX8" fmla="*/ 3399450 w 5870616"/>
              <a:gd name="connsiteY8" fmla="*/ 6858004 h 6858004"/>
              <a:gd name="connsiteX9" fmla="*/ 3399450 w 5870616"/>
              <a:gd name="connsiteY9" fmla="*/ 6858000 h 6858004"/>
              <a:gd name="connsiteX10" fmla="*/ 0 w 5870616"/>
              <a:gd name="connsiteY10" fmla="*/ 6858000 h 6858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70616" h="6858004">
                <a:moveTo>
                  <a:pt x="0" y="0"/>
                </a:moveTo>
                <a:lnTo>
                  <a:pt x="3867150" y="0"/>
                </a:lnTo>
                <a:lnTo>
                  <a:pt x="3867150" y="4"/>
                </a:lnTo>
                <a:lnTo>
                  <a:pt x="5600386" y="4"/>
                </a:lnTo>
                <a:cubicBezTo>
                  <a:pt x="6040573" y="586252"/>
                  <a:pt x="5837047" y="1023174"/>
                  <a:pt x="5614586" y="1684085"/>
                </a:cubicBezTo>
                <a:cubicBezTo>
                  <a:pt x="5392125" y="2344997"/>
                  <a:pt x="5854401" y="2802658"/>
                  <a:pt x="5870178" y="3417943"/>
                </a:cubicBezTo>
                <a:cubicBezTo>
                  <a:pt x="5885956" y="4033227"/>
                  <a:pt x="5470224" y="4528680"/>
                  <a:pt x="5538855" y="5126912"/>
                </a:cubicBezTo>
                <a:cubicBezTo>
                  <a:pt x="5607486" y="5725143"/>
                  <a:pt x="6083172" y="6263921"/>
                  <a:pt x="5600386" y="6858004"/>
                </a:cubicBezTo>
                <a:lnTo>
                  <a:pt x="3399450" y="6858004"/>
                </a:lnTo>
                <a:lnTo>
                  <a:pt x="33994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852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26A304-FD88-463D-9944-FF81AF9364F3}"/>
              </a:ext>
            </a:extLst>
          </p:cNvPr>
          <p:cNvSpPr/>
          <p:nvPr userDrawn="1"/>
        </p:nvSpPr>
        <p:spPr>
          <a:xfrm>
            <a:off x="-235905" y="721389"/>
            <a:ext cx="2299168" cy="2299168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F50075-526D-46F0-B2C2-1761545F6CC5}"/>
              </a:ext>
            </a:extLst>
          </p:cNvPr>
          <p:cNvSpPr/>
          <p:nvPr userDrawn="1"/>
        </p:nvSpPr>
        <p:spPr>
          <a:xfrm>
            <a:off x="-846662" y="511056"/>
            <a:ext cx="5040477" cy="4716239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AC2A78C-6EE0-455E-A058-AD3C26BC209F}"/>
              </a:ext>
            </a:extLst>
          </p:cNvPr>
          <p:cNvSpPr/>
          <p:nvPr userDrawn="1"/>
        </p:nvSpPr>
        <p:spPr>
          <a:xfrm>
            <a:off x="2378662" y="5434681"/>
            <a:ext cx="501100" cy="501100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13FDA12-9E12-46F4-A51F-CFB6F81E0D13}"/>
              </a:ext>
            </a:extLst>
          </p:cNvPr>
          <p:cNvSpPr/>
          <p:nvPr userDrawn="1"/>
        </p:nvSpPr>
        <p:spPr>
          <a:xfrm>
            <a:off x="1096432" y="264503"/>
            <a:ext cx="235815" cy="235815"/>
          </a:xfrm>
          <a:custGeom>
            <a:avLst/>
            <a:gdLst>
              <a:gd name="connsiteX0" fmla="*/ 76200 w 76200"/>
              <a:gd name="connsiteY0" fmla="*/ 38100 h 76200"/>
              <a:gd name="connsiteX1" fmla="*/ 38100 w 76200"/>
              <a:gd name="connsiteY1" fmla="*/ 76200 h 76200"/>
              <a:gd name="connsiteX2" fmla="*/ 0 w 76200"/>
              <a:gd name="connsiteY2" fmla="*/ 38100 h 76200"/>
              <a:gd name="connsiteX3" fmla="*/ 38100 w 76200"/>
              <a:gd name="connsiteY3" fmla="*/ 0 h 76200"/>
              <a:gd name="connsiteX4" fmla="*/ 76200 w 76200"/>
              <a:gd name="connsiteY4" fmla="*/ 38100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4" name="pasted-image.tiff">
            <a:extLst>
              <a:ext uri="{FF2B5EF4-FFF2-40B4-BE49-F238E27FC236}">
                <a16:creationId xmlns:a16="http://schemas.microsoft.com/office/drawing/2014/main" id="{ACF89424-7345-4AA5-898F-AA01BE816D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057" y="1945825"/>
            <a:ext cx="6083982" cy="3324614"/>
          </a:xfrm>
          <a:prstGeom prst="rect">
            <a:avLst/>
          </a:prstGeom>
          <a:ln w="12700">
            <a:miter lim="400000"/>
          </a:ln>
          <a:effectLst>
            <a:outerShdw blurRad="1270000" dir="5400000" sx="90000" sy="-19000" rotWithShape="0">
              <a:prstClr val="black">
                <a:alpha val="40000"/>
              </a:prstClr>
            </a:outerShdw>
          </a:effectLst>
        </p:spPr>
      </p:pic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2B387F9-3894-4053-8570-FDC32D1E4283}"/>
              </a:ext>
            </a:extLst>
          </p:cNvPr>
          <p:cNvSpPr>
            <a:spLocks noGrp="1"/>
          </p:cNvSpPr>
          <p:nvPr userDrawn="1">
            <p:ph type="pic" sz="quarter" idx="14" hasCustomPrompt="1"/>
          </p:nvPr>
        </p:nvSpPr>
        <p:spPr>
          <a:xfrm>
            <a:off x="1290117" y="2152650"/>
            <a:ext cx="4361862" cy="2728084"/>
          </a:xfrm>
          <a:prstGeom prst="rect">
            <a:avLst/>
          </a:prstGeom>
        </p:spPr>
        <p:txBody>
          <a:bodyPr anchor="t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id-ID" sz="1200" baseline="0">
                <a:solidFill>
                  <a:schemeClr val="bg1">
                    <a:lumMod val="95000"/>
                  </a:schemeClr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7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3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8" dur="3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3" dur="3000" fill="hold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8" dur="3000" fill="hold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3" grpId="0"/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4EF37D-CE90-48BB-BC91-2157FD081ED7}"/>
              </a:ext>
            </a:extLst>
          </p:cNvPr>
          <p:cNvSpPr/>
          <p:nvPr userDrawn="1"/>
        </p:nvSpPr>
        <p:spPr>
          <a:xfrm>
            <a:off x="8242926" y="3432175"/>
            <a:ext cx="3949074" cy="3425826"/>
          </a:xfrm>
          <a:custGeom>
            <a:avLst/>
            <a:gdLst>
              <a:gd name="connsiteX0" fmla="*/ 3949074 w 3949074"/>
              <a:gd name="connsiteY0" fmla="*/ 0 h 3425826"/>
              <a:gd name="connsiteX1" fmla="*/ 3949074 w 3949074"/>
              <a:gd name="connsiteY1" fmla="*/ 3425826 h 3425826"/>
              <a:gd name="connsiteX2" fmla="*/ 8195 w 3949074"/>
              <a:gd name="connsiteY2" fmla="*/ 3425826 h 3425826"/>
              <a:gd name="connsiteX3" fmla="*/ 2347 w 3949074"/>
              <a:gd name="connsiteY3" fmla="*/ 3373638 h 3425826"/>
              <a:gd name="connsiteX4" fmla="*/ 541979 w 3949074"/>
              <a:gd name="connsiteY4" fmla="*/ 2350341 h 3425826"/>
              <a:gd name="connsiteX5" fmla="*/ 1778287 w 3949074"/>
              <a:gd name="connsiteY5" fmla="*/ 1638631 h 3425826"/>
              <a:gd name="connsiteX6" fmla="*/ 3820651 w 3949074"/>
              <a:gd name="connsiteY6" fmla="*/ 2159 h 3425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49074" h="3425826">
                <a:moveTo>
                  <a:pt x="3949074" y="0"/>
                </a:moveTo>
                <a:lnTo>
                  <a:pt x="3949074" y="3425826"/>
                </a:lnTo>
                <a:lnTo>
                  <a:pt x="8195" y="3425826"/>
                </a:lnTo>
                <a:lnTo>
                  <a:pt x="2347" y="3373638"/>
                </a:lnTo>
                <a:cubicBezTo>
                  <a:pt x="-22713" y="2925894"/>
                  <a:pt x="152709" y="2482326"/>
                  <a:pt x="541979" y="2350341"/>
                </a:cubicBezTo>
                <a:cubicBezTo>
                  <a:pt x="859408" y="2243417"/>
                  <a:pt x="1661337" y="2430534"/>
                  <a:pt x="1778287" y="1638631"/>
                </a:cubicBezTo>
                <a:cubicBezTo>
                  <a:pt x="1875394" y="983929"/>
                  <a:pt x="2618590" y="79604"/>
                  <a:pt x="3820651" y="215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7B4C638-7109-4273-B484-CC1CFEE16B71}"/>
              </a:ext>
            </a:extLst>
          </p:cNvPr>
          <p:cNvSpPr/>
          <p:nvPr userDrawn="1"/>
        </p:nvSpPr>
        <p:spPr>
          <a:xfrm>
            <a:off x="1" y="1"/>
            <a:ext cx="8329997" cy="5930789"/>
          </a:xfrm>
          <a:custGeom>
            <a:avLst/>
            <a:gdLst>
              <a:gd name="connsiteX0" fmla="*/ 0 w 8329997"/>
              <a:gd name="connsiteY0" fmla="*/ 0 h 5930789"/>
              <a:gd name="connsiteX1" fmla="*/ 7542711 w 8329997"/>
              <a:gd name="connsiteY1" fmla="*/ 0 h 5930789"/>
              <a:gd name="connsiteX2" fmla="*/ 7568370 w 8329997"/>
              <a:gd name="connsiteY2" fmla="*/ 23070 h 5930789"/>
              <a:gd name="connsiteX3" fmla="*/ 8315605 w 8329997"/>
              <a:gd name="connsiteY3" fmla="*/ 2075917 h 5930789"/>
              <a:gd name="connsiteX4" fmla="*/ 7086635 w 8329997"/>
              <a:gd name="connsiteY4" fmla="*/ 3860524 h 5930789"/>
              <a:gd name="connsiteX5" fmla="*/ 5354032 w 8329997"/>
              <a:gd name="connsiteY5" fmla="*/ 4224561 h 5930789"/>
              <a:gd name="connsiteX6" fmla="*/ 2852296 w 8329997"/>
              <a:gd name="connsiteY6" fmla="*/ 4982747 h 5930789"/>
              <a:gd name="connsiteX7" fmla="*/ 607850 w 8329997"/>
              <a:gd name="connsiteY7" fmla="*/ 5910632 h 5930789"/>
              <a:gd name="connsiteX8" fmla="*/ 5853 w 8329997"/>
              <a:gd name="connsiteY8" fmla="*/ 5913424 h 5930789"/>
              <a:gd name="connsiteX9" fmla="*/ 0 w 8329997"/>
              <a:gd name="connsiteY9" fmla="*/ 5912451 h 5930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329997" h="5930789">
                <a:moveTo>
                  <a:pt x="0" y="0"/>
                </a:moveTo>
                <a:lnTo>
                  <a:pt x="7542711" y="0"/>
                </a:lnTo>
                <a:lnTo>
                  <a:pt x="7568370" y="23070"/>
                </a:lnTo>
                <a:cubicBezTo>
                  <a:pt x="8104847" y="554073"/>
                  <a:pt x="8400457" y="1325943"/>
                  <a:pt x="8315605" y="2075917"/>
                </a:cubicBezTo>
                <a:cubicBezTo>
                  <a:pt x="8236229" y="2825890"/>
                  <a:pt x="7765443" y="3532069"/>
                  <a:pt x="7086635" y="3860524"/>
                </a:cubicBezTo>
                <a:cubicBezTo>
                  <a:pt x="6552894" y="4117814"/>
                  <a:pt x="5942516" y="4142447"/>
                  <a:pt x="5354032" y="4224561"/>
                </a:cubicBezTo>
                <a:cubicBezTo>
                  <a:pt x="4489099" y="4344995"/>
                  <a:pt x="3640589" y="4602285"/>
                  <a:pt x="2852296" y="4982747"/>
                </a:cubicBezTo>
                <a:cubicBezTo>
                  <a:pt x="2121484" y="5338573"/>
                  <a:pt x="1415304" y="5806621"/>
                  <a:pt x="607850" y="5910632"/>
                </a:cubicBezTo>
                <a:cubicBezTo>
                  <a:pt x="408724" y="5936293"/>
                  <a:pt x="205364" y="5937705"/>
                  <a:pt x="5853" y="5913424"/>
                </a:cubicBezTo>
                <a:lnTo>
                  <a:pt x="0" y="59124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B37E5B4-D99D-4D70-978B-44F226FE78A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192437" y="1860684"/>
            <a:ext cx="5053313" cy="2810096"/>
          </a:xfrm>
          <a:custGeom>
            <a:avLst/>
            <a:gdLst>
              <a:gd name="connsiteX0" fmla="*/ 0 w 5053313"/>
              <a:gd name="connsiteY0" fmla="*/ 0 h 2810096"/>
              <a:gd name="connsiteX1" fmla="*/ 5053313 w 5053313"/>
              <a:gd name="connsiteY1" fmla="*/ 0 h 2810096"/>
              <a:gd name="connsiteX2" fmla="*/ 5053313 w 5053313"/>
              <a:gd name="connsiteY2" fmla="*/ 2810096 h 2810096"/>
              <a:gd name="connsiteX3" fmla="*/ 0 w 5053313"/>
              <a:gd name="connsiteY3" fmla="*/ 2810096 h 2810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3313" h="2810096">
                <a:moveTo>
                  <a:pt x="0" y="0"/>
                </a:moveTo>
                <a:lnTo>
                  <a:pt x="5053313" y="0"/>
                </a:lnTo>
                <a:lnTo>
                  <a:pt x="5053313" y="2810096"/>
                </a:lnTo>
                <a:lnTo>
                  <a:pt x="0" y="28100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40D345E-7F9E-43C7-9CB7-E4B03CD9423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691190" y="3562012"/>
            <a:ext cx="1181100" cy="2100263"/>
          </a:xfrm>
          <a:custGeom>
            <a:avLst/>
            <a:gdLst>
              <a:gd name="connsiteX0" fmla="*/ 0 w 1181100"/>
              <a:gd name="connsiteY0" fmla="*/ 0 h 2100263"/>
              <a:gd name="connsiteX1" fmla="*/ 1181100 w 1181100"/>
              <a:gd name="connsiteY1" fmla="*/ 0 h 2100263"/>
              <a:gd name="connsiteX2" fmla="*/ 1181100 w 1181100"/>
              <a:gd name="connsiteY2" fmla="*/ 2100263 h 2100263"/>
              <a:gd name="connsiteX3" fmla="*/ 0 w 1181100"/>
              <a:gd name="connsiteY3" fmla="*/ 2100263 h 210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81100" h="2100263">
                <a:moveTo>
                  <a:pt x="0" y="0"/>
                </a:moveTo>
                <a:lnTo>
                  <a:pt x="1181100" y="0"/>
                </a:lnTo>
                <a:lnTo>
                  <a:pt x="1181100" y="2100263"/>
                </a:lnTo>
                <a:lnTo>
                  <a:pt x="0" y="2100263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5FB4DE26-59D0-6E05-5CB1-063530F940C2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45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4" grpId="0" animBg="1"/>
      <p:bldP spid="14" grpId="1" animBg="1"/>
      <p:bldP spid="13" grpId="0" animBg="1"/>
      <p:bldP spid="10" grpId="0" animBg="1"/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48E3F32-A2BD-4D9F-A14C-E2BD98ED87DE}"/>
              </a:ext>
            </a:extLst>
          </p:cNvPr>
          <p:cNvSpPr/>
          <p:nvPr userDrawn="1"/>
        </p:nvSpPr>
        <p:spPr>
          <a:xfrm>
            <a:off x="0" y="1823483"/>
            <a:ext cx="11350171" cy="5034518"/>
          </a:xfrm>
          <a:custGeom>
            <a:avLst/>
            <a:gdLst>
              <a:gd name="connsiteX0" fmla="*/ 463100 w 6050746"/>
              <a:gd name="connsiteY0" fmla="*/ 210 h 2683888"/>
              <a:gd name="connsiteX1" fmla="*/ 3762804 w 6050746"/>
              <a:gd name="connsiteY1" fmla="*/ 1085949 h 2683888"/>
              <a:gd name="connsiteX2" fmla="*/ 6039001 w 6050746"/>
              <a:gd name="connsiteY2" fmla="*/ 2619641 h 2683888"/>
              <a:gd name="connsiteX3" fmla="*/ 6027582 w 6050746"/>
              <a:gd name="connsiteY3" fmla="*/ 2683888 h 2683888"/>
              <a:gd name="connsiteX4" fmla="*/ 5710075 w 6050746"/>
              <a:gd name="connsiteY4" fmla="*/ 2683888 h 2683888"/>
              <a:gd name="connsiteX5" fmla="*/ 5719676 w 6050746"/>
              <a:gd name="connsiteY5" fmla="*/ 2524154 h 2683888"/>
              <a:gd name="connsiteX6" fmla="*/ 3467973 w 6050746"/>
              <a:gd name="connsiteY6" fmla="*/ 1331949 h 2683888"/>
              <a:gd name="connsiteX7" fmla="*/ 220109 w 6050746"/>
              <a:gd name="connsiteY7" fmla="*/ 355289 h 2683888"/>
              <a:gd name="connsiteX8" fmla="*/ 17109 w 6050746"/>
              <a:gd name="connsiteY8" fmla="*/ 370693 h 2683888"/>
              <a:gd name="connsiteX9" fmla="*/ 0 w 6050746"/>
              <a:gd name="connsiteY9" fmla="*/ 374625 h 2683888"/>
              <a:gd name="connsiteX10" fmla="*/ 0 w 6050746"/>
              <a:gd name="connsiteY10" fmla="*/ 107185 h 2683888"/>
              <a:gd name="connsiteX11" fmla="*/ 53532 w 6050746"/>
              <a:gd name="connsiteY11" fmla="*/ 81095 h 2683888"/>
              <a:gd name="connsiteX12" fmla="*/ 463100 w 6050746"/>
              <a:gd name="connsiteY12" fmla="*/ 210 h 2683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050746" h="2683888">
                <a:moveTo>
                  <a:pt x="463100" y="210"/>
                </a:moveTo>
                <a:cubicBezTo>
                  <a:pt x="1524120" y="21295"/>
                  <a:pt x="2686908" y="1626593"/>
                  <a:pt x="3762804" y="1085949"/>
                </a:cubicBezTo>
                <a:cubicBezTo>
                  <a:pt x="4925617" y="499803"/>
                  <a:pt x="6186044" y="1499026"/>
                  <a:pt x="6039001" y="2619641"/>
                </a:cubicBezTo>
                <a:lnTo>
                  <a:pt x="6027582" y="2683888"/>
                </a:lnTo>
                <a:lnTo>
                  <a:pt x="5710075" y="2683888"/>
                </a:lnTo>
                <a:lnTo>
                  <a:pt x="5719676" y="2524154"/>
                </a:lnTo>
                <a:cubicBezTo>
                  <a:pt x="5698441" y="1596742"/>
                  <a:pt x="4540985" y="837644"/>
                  <a:pt x="3467973" y="1331949"/>
                </a:cubicBezTo>
                <a:cubicBezTo>
                  <a:pt x="2408980" y="1818277"/>
                  <a:pt x="1264460" y="374256"/>
                  <a:pt x="220109" y="355289"/>
                </a:cubicBezTo>
                <a:cubicBezTo>
                  <a:pt x="151999" y="354052"/>
                  <a:pt x="84315" y="358877"/>
                  <a:pt x="17109" y="370693"/>
                </a:cubicBezTo>
                <a:lnTo>
                  <a:pt x="0" y="374625"/>
                </a:lnTo>
                <a:lnTo>
                  <a:pt x="0" y="107185"/>
                </a:lnTo>
                <a:lnTo>
                  <a:pt x="53532" y="81095"/>
                </a:lnTo>
                <a:cubicBezTo>
                  <a:pt x="188044" y="21663"/>
                  <a:pt x="324706" y="-2540"/>
                  <a:pt x="463100" y="210"/>
                </a:cubicBezTo>
                <a:close/>
              </a:path>
            </a:pathLst>
          </a:custGeom>
          <a:solidFill>
            <a:schemeClr val="accent5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F09596A-AA7C-4E10-84A5-690BF60E196F}"/>
              </a:ext>
            </a:extLst>
          </p:cNvPr>
          <p:cNvSpPr/>
          <p:nvPr userDrawn="1"/>
        </p:nvSpPr>
        <p:spPr>
          <a:xfrm>
            <a:off x="0" y="2829997"/>
            <a:ext cx="9081012" cy="4028003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6FAD4AF-4AF6-4881-A9A7-E99D71C1136A}"/>
              </a:ext>
            </a:extLst>
          </p:cNvPr>
          <p:cNvSpPr/>
          <p:nvPr userDrawn="1"/>
        </p:nvSpPr>
        <p:spPr>
          <a:xfrm>
            <a:off x="9000928" y="-1"/>
            <a:ext cx="3191072" cy="4124444"/>
          </a:xfrm>
          <a:custGeom>
            <a:avLst/>
            <a:gdLst>
              <a:gd name="connsiteX0" fmla="*/ 2181962 w 3191072"/>
              <a:gd name="connsiteY0" fmla="*/ 0 h 4124444"/>
              <a:gd name="connsiteX1" fmla="*/ 3191072 w 3191072"/>
              <a:gd name="connsiteY1" fmla="*/ 0 h 4124444"/>
              <a:gd name="connsiteX2" fmla="*/ 3191072 w 3191072"/>
              <a:gd name="connsiteY2" fmla="*/ 4124444 h 4124444"/>
              <a:gd name="connsiteX3" fmla="*/ 3121226 w 3191072"/>
              <a:gd name="connsiteY3" fmla="*/ 4062468 h 4124444"/>
              <a:gd name="connsiteX4" fmla="*/ 1848416 w 3191072"/>
              <a:gd name="connsiteY4" fmla="*/ 3570561 h 4124444"/>
              <a:gd name="connsiteX5" fmla="*/ 544863 w 3191072"/>
              <a:gd name="connsiteY5" fmla="*/ 597255 h 4124444"/>
              <a:gd name="connsiteX6" fmla="*/ 1711775 w 3191072"/>
              <a:gd name="connsiteY6" fmla="*/ 1012643 h 4124444"/>
              <a:gd name="connsiteX7" fmla="*/ 2130580 w 3191072"/>
              <a:gd name="connsiteY7" fmla="*/ 205437 h 4124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91072" h="4124444">
                <a:moveTo>
                  <a:pt x="2181962" y="0"/>
                </a:moveTo>
                <a:lnTo>
                  <a:pt x="3191072" y="0"/>
                </a:lnTo>
                <a:lnTo>
                  <a:pt x="3191072" y="4124444"/>
                </a:lnTo>
                <a:lnTo>
                  <a:pt x="3121226" y="4062468"/>
                </a:lnTo>
                <a:cubicBezTo>
                  <a:pt x="2800803" y="3770740"/>
                  <a:pt x="2466033" y="3438019"/>
                  <a:pt x="1848416" y="3570561"/>
                </a:cubicBezTo>
                <a:cubicBezTo>
                  <a:pt x="200528" y="3923093"/>
                  <a:pt x="-616586" y="1356978"/>
                  <a:pt x="544863" y="597255"/>
                </a:cubicBezTo>
                <a:cubicBezTo>
                  <a:pt x="1091427" y="239255"/>
                  <a:pt x="1476753" y="1105559"/>
                  <a:pt x="1711775" y="1012643"/>
                </a:cubicBezTo>
                <a:cubicBezTo>
                  <a:pt x="1933134" y="929292"/>
                  <a:pt x="2040397" y="564461"/>
                  <a:pt x="2130580" y="205437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530EAF1-97B1-4C80-91D9-30DC29AE69D6}"/>
              </a:ext>
            </a:extLst>
          </p:cNvPr>
          <p:cNvSpPr/>
          <p:nvPr userDrawn="1"/>
        </p:nvSpPr>
        <p:spPr>
          <a:xfrm>
            <a:off x="10184375" y="2234633"/>
            <a:ext cx="1878558" cy="1878558"/>
          </a:xfrm>
          <a:custGeom>
            <a:avLst/>
            <a:gdLst>
              <a:gd name="connsiteX0" fmla="*/ 741045 w 733425"/>
              <a:gd name="connsiteY0" fmla="*/ 370523 h 733425"/>
              <a:gd name="connsiteX1" fmla="*/ 370522 w 733425"/>
              <a:gd name="connsiteY1" fmla="*/ 741045 h 733425"/>
              <a:gd name="connsiteX2" fmla="*/ 0 w 733425"/>
              <a:gd name="connsiteY2" fmla="*/ 370523 h 733425"/>
              <a:gd name="connsiteX3" fmla="*/ 370522 w 733425"/>
              <a:gd name="connsiteY3" fmla="*/ 0 h 733425"/>
              <a:gd name="connsiteX4" fmla="*/ 741045 w 733425"/>
              <a:gd name="connsiteY4" fmla="*/ 370523 h 733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3425" h="733425">
                <a:moveTo>
                  <a:pt x="741045" y="370523"/>
                </a:moveTo>
                <a:cubicBezTo>
                  <a:pt x="741045" y="575156"/>
                  <a:pt x="575156" y="741045"/>
                  <a:pt x="370522" y="741045"/>
                </a:cubicBezTo>
                <a:cubicBezTo>
                  <a:pt x="165889" y="741045"/>
                  <a:pt x="0" y="575156"/>
                  <a:pt x="0" y="370523"/>
                </a:cubicBezTo>
                <a:cubicBezTo>
                  <a:pt x="0" y="165889"/>
                  <a:pt x="165889" y="0"/>
                  <a:pt x="370522" y="0"/>
                </a:cubicBezTo>
                <a:cubicBezTo>
                  <a:pt x="575156" y="0"/>
                  <a:pt x="741045" y="165889"/>
                  <a:pt x="741045" y="370523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110326-BC90-440A-B3E0-6610ABEACD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1275606" y="775684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87A13B-01B9-4FFE-9029-710700E8CA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5509460" y="3099417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B66561-02D3-4ABD-8A81-7F65A3D87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8977318" y="985222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901E88D-5546-4563-9180-355FD3BDADE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 rot="20700000">
            <a:off x="5701089" y="3635033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33BC4A5-42DA-4CEE-961B-F6C6DF21A10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 rot="20700000">
            <a:off x="9168947" y="1520838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2084B53-D8F7-4E6E-97EF-C1340870D4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rot="20700000">
            <a:off x="1467236" y="1311300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2C30ACEE-87E3-0B97-CA08-44B6323EC22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0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2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4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19" grpId="0" animBg="1"/>
      <p:bldP spid="19" grpId="1" animBg="1"/>
      <p:bldP spid="17" grpId="0" animBg="1"/>
      <p:bldP spid="17" grpId="1" animBg="1"/>
      <p:bldP spid="14" grpId="0" animBg="1"/>
      <p:bldP spid="14" grpId="1" animBg="1"/>
      <p:bldP spid="11" grpId="0" animBg="1"/>
      <p:bldP spid="12" grpId="0" animBg="1"/>
      <p:bldP spid="10" grpId="0" animBg="1"/>
    </p:bld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B68F8E-EB0B-4AED-BC9E-DA58B7CCCD1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12588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C9E8DC7-CBF0-407B-9B4D-00DE8FA7437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2394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A8938C3-A4BF-4003-B598-F8D4C3141D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42782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02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7" grpId="0" animBg="1"/>
      <p:bldP spid="7" grpId="1" animBg="1"/>
    </p:bld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7339EE-B305-4489-AE63-2432C137A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4315366"/>
            <a:ext cx="4832233" cy="2542635"/>
          </a:xfrm>
          <a:custGeom>
            <a:avLst/>
            <a:gdLst>
              <a:gd name="connsiteX0" fmla="*/ 0 w 4832233"/>
              <a:gd name="connsiteY0" fmla="*/ 0 h 2542635"/>
              <a:gd name="connsiteX1" fmla="*/ 4496936 w 4832233"/>
              <a:gd name="connsiteY1" fmla="*/ 0 h 2542635"/>
              <a:gd name="connsiteX2" fmla="*/ 4832233 w 4832233"/>
              <a:gd name="connsiteY2" fmla="*/ 335297 h 2542635"/>
              <a:gd name="connsiteX3" fmla="*/ 4832233 w 4832233"/>
              <a:gd name="connsiteY3" fmla="*/ 2542635 h 2542635"/>
              <a:gd name="connsiteX4" fmla="*/ 0 w 4832233"/>
              <a:gd name="connsiteY4" fmla="*/ 2542635 h 2542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2233" h="2542635">
                <a:moveTo>
                  <a:pt x="0" y="0"/>
                </a:moveTo>
                <a:lnTo>
                  <a:pt x="4496936" y="0"/>
                </a:lnTo>
                <a:cubicBezTo>
                  <a:pt x="4682115" y="0"/>
                  <a:pt x="4832233" y="150118"/>
                  <a:pt x="4832233" y="335297"/>
                </a:cubicBezTo>
                <a:lnTo>
                  <a:pt x="4832233" y="2542635"/>
                </a:lnTo>
                <a:lnTo>
                  <a:pt x="0" y="254263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6" name="Rectangle: Single Corner Rounded 5">
            <a:extLst>
              <a:ext uri="{FF2B5EF4-FFF2-40B4-BE49-F238E27FC236}">
                <a16:creationId xmlns:a16="http://schemas.microsoft.com/office/drawing/2014/main" id="{5D2DD106-7971-469B-A743-7679AA92B24B}"/>
              </a:ext>
            </a:extLst>
          </p:cNvPr>
          <p:cNvSpPr/>
          <p:nvPr userDrawn="1"/>
        </p:nvSpPr>
        <p:spPr>
          <a:xfrm flipH="1" flipV="1">
            <a:off x="4832233" y="-3"/>
            <a:ext cx="7359767" cy="4093779"/>
          </a:xfrm>
          <a:prstGeom prst="round1Rect">
            <a:avLst>
              <a:gd name="adj" fmla="val 10182"/>
            </a:avLst>
          </a:prstGeom>
          <a:solidFill>
            <a:srgbClr val="F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362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" grpId="0" animBg="1"/>
    </p:bld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6725744-A33A-42F7-9088-02DBFCE609E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0" cy="3850012"/>
          </a:xfrm>
          <a:custGeom>
            <a:avLst/>
            <a:gdLst>
              <a:gd name="connsiteX0" fmla="*/ 8397881 w 12192000"/>
              <a:gd name="connsiteY0" fmla="*/ 3438408 h 3850012"/>
              <a:gd name="connsiteX1" fmla="*/ 8397951 w 12192000"/>
              <a:gd name="connsiteY1" fmla="*/ 3438722 h 3850012"/>
              <a:gd name="connsiteX2" fmla="*/ 8398480 w 12192000"/>
              <a:gd name="connsiteY2" fmla="*/ 3438408 h 3850012"/>
              <a:gd name="connsiteX3" fmla="*/ 3793520 w 12192000"/>
              <a:gd name="connsiteY3" fmla="*/ 3438408 h 3850012"/>
              <a:gd name="connsiteX4" fmla="*/ 3794049 w 12192000"/>
              <a:gd name="connsiteY4" fmla="*/ 3438722 h 3850012"/>
              <a:gd name="connsiteX5" fmla="*/ 3794120 w 12192000"/>
              <a:gd name="connsiteY5" fmla="*/ 3438408 h 3850012"/>
              <a:gd name="connsiteX6" fmla="*/ 0 w 12192000"/>
              <a:gd name="connsiteY6" fmla="*/ 0 h 3850012"/>
              <a:gd name="connsiteX7" fmla="*/ 12192000 w 12192000"/>
              <a:gd name="connsiteY7" fmla="*/ 0 h 3850012"/>
              <a:gd name="connsiteX8" fmla="*/ 12192000 w 12192000"/>
              <a:gd name="connsiteY8" fmla="*/ 1638205 h 3850012"/>
              <a:gd name="connsiteX9" fmla="*/ 12192000 w 12192000"/>
              <a:gd name="connsiteY9" fmla="*/ 2316406 h 3850012"/>
              <a:gd name="connsiteX10" fmla="*/ 12192000 w 12192000"/>
              <a:gd name="connsiteY10" fmla="*/ 2450440 h 3850012"/>
              <a:gd name="connsiteX11" fmla="*/ 12192000 w 12192000"/>
              <a:gd name="connsiteY11" fmla="*/ 3396029 h 3850012"/>
              <a:gd name="connsiteX12" fmla="*/ 12192000 w 12192000"/>
              <a:gd name="connsiteY12" fmla="*/ 3497742 h 3850012"/>
              <a:gd name="connsiteX13" fmla="*/ 12165341 w 12192000"/>
              <a:gd name="connsiteY13" fmla="*/ 3499553 h 3850012"/>
              <a:gd name="connsiteX14" fmla="*/ 11967973 w 12192000"/>
              <a:gd name="connsiteY14" fmla="*/ 3572710 h 3850012"/>
              <a:gd name="connsiteX15" fmla="*/ 11944992 w 12192000"/>
              <a:gd name="connsiteY15" fmla="*/ 3591983 h 3850012"/>
              <a:gd name="connsiteX16" fmla="*/ 11942396 w 12192000"/>
              <a:gd name="connsiteY16" fmla="*/ 3595502 h 3850012"/>
              <a:gd name="connsiteX17" fmla="*/ 11911532 w 12192000"/>
              <a:gd name="connsiteY17" fmla="*/ 3619435 h 3850012"/>
              <a:gd name="connsiteX18" fmla="*/ 11808711 w 12192000"/>
              <a:gd name="connsiteY18" fmla="*/ 3701232 h 3850012"/>
              <a:gd name="connsiteX19" fmla="*/ 11291279 w 12192000"/>
              <a:gd name="connsiteY19" fmla="*/ 3849374 h 3850012"/>
              <a:gd name="connsiteX20" fmla="*/ 10847202 w 12192000"/>
              <a:gd name="connsiteY20" fmla="*/ 3657838 h 3850012"/>
              <a:gd name="connsiteX21" fmla="*/ 10424269 w 12192000"/>
              <a:gd name="connsiteY21" fmla="*/ 3469846 h 3850012"/>
              <a:gd name="connsiteX22" fmla="*/ 10128215 w 12192000"/>
              <a:gd name="connsiteY22" fmla="*/ 3618819 h 3850012"/>
              <a:gd name="connsiteX23" fmla="*/ 9564304 w 12192000"/>
              <a:gd name="connsiteY23" fmla="*/ 3838731 h 3850012"/>
              <a:gd name="connsiteX24" fmla="*/ 9096430 w 12192000"/>
              <a:gd name="connsiteY24" fmla="*/ 3690092 h 3850012"/>
              <a:gd name="connsiteX25" fmla="*/ 9033902 w 12192000"/>
              <a:gd name="connsiteY25" fmla="*/ 3632538 h 3850012"/>
              <a:gd name="connsiteX26" fmla="*/ 8988988 w 12192000"/>
              <a:gd name="connsiteY26" fmla="*/ 3595502 h 3850012"/>
              <a:gd name="connsiteX27" fmla="*/ 8979560 w 12192000"/>
              <a:gd name="connsiteY27" fmla="*/ 3581907 h 3850012"/>
              <a:gd name="connsiteX28" fmla="*/ 8949396 w 12192000"/>
              <a:gd name="connsiteY28" fmla="*/ 3553478 h 3850012"/>
              <a:gd name="connsiteX29" fmla="*/ 8718436 w 12192000"/>
              <a:gd name="connsiteY29" fmla="*/ 3459207 h 3850012"/>
              <a:gd name="connsiteX30" fmla="*/ 8429428 w 12192000"/>
              <a:gd name="connsiteY30" fmla="*/ 3608180 h 3850012"/>
              <a:gd name="connsiteX31" fmla="*/ 7752735 w 12192000"/>
              <a:gd name="connsiteY31" fmla="*/ 3842280 h 3850012"/>
              <a:gd name="connsiteX32" fmla="*/ 7195876 w 12192000"/>
              <a:gd name="connsiteY32" fmla="*/ 3601086 h 3850012"/>
              <a:gd name="connsiteX33" fmla="*/ 6956214 w 12192000"/>
              <a:gd name="connsiteY33" fmla="*/ 3469846 h 3850012"/>
              <a:gd name="connsiteX34" fmla="*/ 6674259 w 12192000"/>
              <a:gd name="connsiteY34" fmla="*/ 3604631 h 3850012"/>
              <a:gd name="connsiteX35" fmla="*/ 6578767 w 12192000"/>
              <a:gd name="connsiteY35" fmla="*/ 3687543 h 3850012"/>
              <a:gd name="connsiteX36" fmla="*/ 6558853 w 12192000"/>
              <a:gd name="connsiteY36" fmla="*/ 3700122 h 3850012"/>
              <a:gd name="connsiteX37" fmla="*/ 6545011 w 12192000"/>
              <a:gd name="connsiteY37" fmla="*/ 3713480 h 3850012"/>
              <a:gd name="connsiteX38" fmla="*/ 6109851 w 12192000"/>
              <a:gd name="connsiteY38" fmla="*/ 3835186 h 3850012"/>
              <a:gd name="connsiteX39" fmla="*/ 6096001 w 12192000"/>
              <a:gd name="connsiteY39" fmla="*/ 3834671 h 3850012"/>
              <a:gd name="connsiteX40" fmla="*/ 6082151 w 12192000"/>
              <a:gd name="connsiteY40" fmla="*/ 3835186 h 3850012"/>
              <a:gd name="connsiteX41" fmla="*/ 5646993 w 12192000"/>
              <a:gd name="connsiteY41" fmla="*/ 3713480 h 3850012"/>
              <a:gd name="connsiteX42" fmla="*/ 5633151 w 12192000"/>
              <a:gd name="connsiteY42" fmla="*/ 3700121 h 3850012"/>
              <a:gd name="connsiteX43" fmla="*/ 5613237 w 12192000"/>
              <a:gd name="connsiteY43" fmla="*/ 3687543 h 3850012"/>
              <a:gd name="connsiteX44" fmla="*/ 5517746 w 12192000"/>
              <a:gd name="connsiteY44" fmla="*/ 3604631 h 3850012"/>
              <a:gd name="connsiteX45" fmla="*/ 5235788 w 12192000"/>
              <a:gd name="connsiteY45" fmla="*/ 3469846 h 3850012"/>
              <a:gd name="connsiteX46" fmla="*/ 4996126 w 12192000"/>
              <a:gd name="connsiteY46" fmla="*/ 3601086 h 3850012"/>
              <a:gd name="connsiteX47" fmla="*/ 4439270 w 12192000"/>
              <a:gd name="connsiteY47" fmla="*/ 3842280 h 3850012"/>
              <a:gd name="connsiteX48" fmla="*/ 3762572 w 12192000"/>
              <a:gd name="connsiteY48" fmla="*/ 3608180 h 3850012"/>
              <a:gd name="connsiteX49" fmla="*/ 3473564 w 12192000"/>
              <a:gd name="connsiteY49" fmla="*/ 3459207 h 3850012"/>
              <a:gd name="connsiteX50" fmla="*/ 3242604 w 12192000"/>
              <a:gd name="connsiteY50" fmla="*/ 3553478 h 3850012"/>
              <a:gd name="connsiteX51" fmla="*/ 3212441 w 12192000"/>
              <a:gd name="connsiteY51" fmla="*/ 3581907 h 3850012"/>
              <a:gd name="connsiteX52" fmla="*/ 3203012 w 12192000"/>
              <a:gd name="connsiteY52" fmla="*/ 3595502 h 3850012"/>
              <a:gd name="connsiteX53" fmla="*/ 3158099 w 12192000"/>
              <a:gd name="connsiteY53" fmla="*/ 3632538 h 3850012"/>
              <a:gd name="connsiteX54" fmla="*/ 3095570 w 12192000"/>
              <a:gd name="connsiteY54" fmla="*/ 3690092 h 3850012"/>
              <a:gd name="connsiteX55" fmla="*/ 2627698 w 12192000"/>
              <a:gd name="connsiteY55" fmla="*/ 3838731 h 3850012"/>
              <a:gd name="connsiteX56" fmla="*/ 2063785 w 12192000"/>
              <a:gd name="connsiteY56" fmla="*/ 3618819 h 3850012"/>
              <a:gd name="connsiteX57" fmla="*/ 1767732 w 12192000"/>
              <a:gd name="connsiteY57" fmla="*/ 3469846 h 3850012"/>
              <a:gd name="connsiteX58" fmla="*/ 1344798 w 12192000"/>
              <a:gd name="connsiteY58" fmla="*/ 3657838 h 3850012"/>
              <a:gd name="connsiteX59" fmla="*/ 900721 w 12192000"/>
              <a:gd name="connsiteY59" fmla="*/ 3849374 h 3850012"/>
              <a:gd name="connsiteX60" fmla="*/ 383289 w 12192000"/>
              <a:gd name="connsiteY60" fmla="*/ 3701232 h 3850012"/>
              <a:gd name="connsiteX61" fmla="*/ 280468 w 12192000"/>
              <a:gd name="connsiteY61" fmla="*/ 3619435 h 3850012"/>
              <a:gd name="connsiteX62" fmla="*/ 249604 w 12192000"/>
              <a:gd name="connsiteY62" fmla="*/ 3595502 h 3850012"/>
              <a:gd name="connsiteX63" fmla="*/ 247008 w 12192000"/>
              <a:gd name="connsiteY63" fmla="*/ 3591983 h 3850012"/>
              <a:gd name="connsiteX64" fmla="*/ 224027 w 12192000"/>
              <a:gd name="connsiteY64" fmla="*/ 3572710 h 3850012"/>
              <a:gd name="connsiteX65" fmla="*/ 26659 w 12192000"/>
              <a:gd name="connsiteY65" fmla="*/ 3499553 h 3850012"/>
              <a:gd name="connsiteX66" fmla="*/ 0 w 12192000"/>
              <a:gd name="connsiteY66" fmla="*/ 3497742 h 3850012"/>
              <a:gd name="connsiteX67" fmla="*/ 0 w 12192000"/>
              <a:gd name="connsiteY67" fmla="*/ 3396029 h 3850012"/>
              <a:gd name="connsiteX68" fmla="*/ 0 w 12192000"/>
              <a:gd name="connsiteY68" fmla="*/ 2450440 h 3850012"/>
              <a:gd name="connsiteX69" fmla="*/ 0 w 12192000"/>
              <a:gd name="connsiteY69" fmla="*/ 2316406 h 3850012"/>
              <a:gd name="connsiteX70" fmla="*/ 0 w 12192000"/>
              <a:gd name="connsiteY70" fmla="*/ 1638205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2192000" h="3850012">
                <a:moveTo>
                  <a:pt x="8397881" y="3438408"/>
                </a:moveTo>
                <a:cubicBezTo>
                  <a:pt x="8397905" y="3438513"/>
                  <a:pt x="8397928" y="3438618"/>
                  <a:pt x="8397951" y="3438722"/>
                </a:cubicBezTo>
                <a:lnTo>
                  <a:pt x="8398480" y="3438408"/>
                </a:lnTo>
                <a:close/>
                <a:moveTo>
                  <a:pt x="3793520" y="3438408"/>
                </a:moveTo>
                <a:lnTo>
                  <a:pt x="3794049" y="3438722"/>
                </a:lnTo>
                <a:cubicBezTo>
                  <a:pt x="3794073" y="3438618"/>
                  <a:pt x="3794095" y="3438513"/>
                  <a:pt x="3794120" y="343840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638205"/>
                </a:lnTo>
                <a:lnTo>
                  <a:pt x="12192000" y="2316406"/>
                </a:lnTo>
                <a:lnTo>
                  <a:pt x="12192000" y="2450440"/>
                </a:lnTo>
                <a:lnTo>
                  <a:pt x="12192000" y="3396029"/>
                </a:lnTo>
                <a:lnTo>
                  <a:pt x="12192000" y="3497742"/>
                </a:lnTo>
                <a:lnTo>
                  <a:pt x="12165341" y="3499553"/>
                </a:lnTo>
                <a:cubicBezTo>
                  <a:pt x="12101901" y="3506203"/>
                  <a:pt x="12024364" y="3524825"/>
                  <a:pt x="11967973" y="3572710"/>
                </a:cubicBezTo>
                <a:lnTo>
                  <a:pt x="11944992" y="3591983"/>
                </a:lnTo>
                <a:lnTo>
                  <a:pt x="11942396" y="3595502"/>
                </a:lnTo>
                <a:lnTo>
                  <a:pt x="11911532" y="3619435"/>
                </a:lnTo>
                <a:lnTo>
                  <a:pt x="11808711" y="3701232"/>
                </a:lnTo>
                <a:cubicBezTo>
                  <a:pt x="11687779" y="3789518"/>
                  <a:pt x="11545039" y="3857353"/>
                  <a:pt x="11291279" y="3849374"/>
                </a:cubicBezTo>
                <a:cubicBezTo>
                  <a:pt x="11100963" y="3845825"/>
                  <a:pt x="10974082" y="3753604"/>
                  <a:pt x="10847202" y="3657838"/>
                </a:cubicBezTo>
                <a:cubicBezTo>
                  <a:pt x="10727367" y="3565616"/>
                  <a:pt x="10593442" y="3469846"/>
                  <a:pt x="10424269" y="3469846"/>
                </a:cubicBezTo>
                <a:cubicBezTo>
                  <a:pt x="10290336" y="3469846"/>
                  <a:pt x="10212801" y="3540786"/>
                  <a:pt x="10128215" y="3618819"/>
                </a:cubicBezTo>
                <a:cubicBezTo>
                  <a:pt x="10008379" y="3728777"/>
                  <a:pt x="9881500" y="3842280"/>
                  <a:pt x="9564304" y="3838731"/>
                </a:cubicBezTo>
                <a:cubicBezTo>
                  <a:pt x="9321117" y="3836073"/>
                  <a:pt x="9192914" y="3769566"/>
                  <a:pt x="9096430" y="3690092"/>
                </a:cubicBezTo>
                <a:lnTo>
                  <a:pt x="9033902" y="3632538"/>
                </a:lnTo>
                <a:lnTo>
                  <a:pt x="8988988" y="3595502"/>
                </a:lnTo>
                <a:lnTo>
                  <a:pt x="8979560" y="3581907"/>
                </a:lnTo>
                <a:lnTo>
                  <a:pt x="8949396" y="3553478"/>
                </a:lnTo>
                <a:cubicBezTo>
                  <a:pt x="8890254" y="3501105"/>
                  <a:pt x="8824169" y="3459207"/>
                  <a:pt x="8718436" y="3459207"/>
                </a:cubicBezTo>
                <a:cubicBezTo>
                  <a:pt x="8598603" y="3455658"/>
                  <a:pt x="8514015" y="3530147"/>
                  <a:pt x="8429428" y="3608180"/>
                </a:cubicBezTo>
                <a:cubicBezTo>
                  <a:pt x="8288451" y="3732322"/>
                  <a:pt x="8140427" y="3870656"/>
                  <a:pt x="7752735" y="3842280"/>
                </a:cubicBezTo>
                <a:cubicBezTo>
                  <a:pt x="7386193" y="3817449"/>
                  <a:pt x="7287509" y="3703946"/>
                  <a:pt x="7195876" y="3601086"/>
                </a:cubicBezTo>
                <a:cubicBezTo>
                  <a:pt x="7139485" y="3537241"/>
                  <a:pt x="7090139" y="3476940"/>
                  <a:pt x="6956214" y="3469846"/>
                </a:cubicBezTo>
                <a:cubicBezTo>
                  <a:pt x="6829334" y="3459207"/>
                  <a:pt x="6758845" y="3530147"/>
                  <a:pt x="6674259" y="3604631"/>
                </a:cubicBezTo>
                <a:cubicBezTo>
                  <a:pt x="6644300" y="3632121"/>
                  <a:pt x="6613461" y="3660497"/>
                  <a:pt x="6578767" y="3687543"/>
                </a:cubicBezTo>
                <a:lnTo>
                  <a:pt x="6558853" y="3700122"/>
                </a:lnTo>
                <a:lnTo>
                  <a:pt x="6545011" y="3713480"/>
                </a:lnTo>
                <a:cubicBezTo>
                  <a:pt x="6465381" y="3779985"/>
                  <a:pt x="6353036" y="3832525"/>
                  <a:pt x="6109851" y="3835186"/>
                </a:cubicBezTo>
                <a:lnTo>
                  <a:pt x="6096001" y="3834671"/>
                </a:lnTo>
                <a:lnTo>
                  <a:pt x="6082151" y="3835186"/>
                </a:lnTo>
                <a:cubicBezTo>
                  <a:pt x="5838966" y="3832525"/>
                  <a:pt x="5726622" y="3779985"/>
                  <a:pt x="5646993" y="3713480"/>
                </a:cubicBezTo>
                <a:lnTo>
                  <a:pt x="5633151" y="3700121"/>
                </a:lnTo>
                <a:lnTo>
                  <a:pt x="5613237" y="3687543"/>
                </a:lnTo>
                <a:cubicBezTo>
                  <a:pt x="5578541" y="3660497"/>
                  <a:pt x="5547705" y="3632121"/>
                  <a:pt x="5517746" y="3604631"/>
                </a:cubicBezTo>
                <a:cubicBezTo>
                  <a:pt x="5433157" y="3530147"/>
                  <a:pt x="5362669" y="3459207"/>
                  <a:pt x="5235788" y="3469846"/>
                </a:cubicBezTo>
                <a:cubicBezTo>
                  <a:pt x="5101862" y="3476940"/>
                  <a:pt x="5052517" y="3537241"/>
                  <a:pt x="4996126" y="3601086"/>
                </a:cubicBezTo>
                <a:cubicBezTo>
                  <a:pt x="4904493" y="3703946"/>
                  <a:pt x="4805812" y="3817449"/>
                  <a:pt x="4439270" y="3842280"/>
                </a:cubicBezTo>
                <a:cubicBezTo>
                  <a:pt x="4051573" y="3870656"/>
                  <a:pt x="3903550" y="3732322"/>
                  <a:pt x="3762572" y="3608180"/>
                </a:cubicBezTo>
                <a:cubicBezTo>
                  <a:pt x="3677986" y="3530147"/>
                  <a:pt x="3593399" y="3455658"/>
                  <a:pt x="3473564" y="3459207"/>
                </a:cubicBezTo>
                <a:cubicBezTo>
                  <a:pt x="3367831" y="3459207"/>
                  <a:pt x="3301747" y="3501105"/>
                  <a:pt x="3242604" y="3553478"/>
                </a:cubicBezTo>
                <a:lnTo>
                  <a:pt x="3212441" y="3581907"/>
                </a:lnTo>
                <a:lnTo>
                  <a:pt x="3203012" y="3595502"/>
                </a:lnTo>
                <a:lnTo>
                  <a:pt x="3158099" y="3632538"/>
                </a:lnTo>
                <a:lnTo>
                  <a:pt x="3095570" y="3690092"/>
                </a:lnTo>
                <a:cubicBezTo>
                  <a:pt x="2999088" y="3769566"/>
                  <a:pt x="2870885" y="3836073"/>
                  <a:pt x="2627698" y="3838731"/>
                </a:cubicBezTo>
                <a:cubicBezTo>
                  <a:pt x="2310501" y="3842280"/>
                  <a:pt x="2183621" y="3728777"/>
                  <a:pt x="2063785" y="3618819"/>
                </a:cubicBezTo>
                <a:cubicBezTo>
                  <a:pt x="1979199" y="3540786"/>
                  <a:pt x="1901665" y="3469846"/>
                  <a:pt x="1767732" y="3469846"/>
                </a:cubicBezTo>
                <a:cubicBezTo>
                  <a:pt x="1598560" y="3469846"/>
                  <a:pt x="1464634" y="3565616"/>
                  <a:pt x="1344798" y="3657838"/>
                </a:cubicBezTo>
                <a:cubicBezTo>
                  <a:pt x="1217918" y="3753604"/>
                  <a:pt x="1091038" y="3845825"/>
                  <a:pt x="900721" y="3849374"/>
                </a:cubicBezTo>
                <a:cubicBezTo>
                  <a:pt x="646961" y="3857353"/>
                  <a:pt x="504221" y="3789518"/>
                  <a:pt x="383289" y="3701232"/>
                </a:cubicBezTo>
                <a:lnTo>
                  <a:pt x="280468" y="3619435"/>
                </a:lnTo>
                <a:lnTo>
                  <a:pt x="249604" y="3595502"/>
                </a:lnTo>
                <a:lnTo>
                  <a:pt x="247008" y="3591983"/>
                </a:lnTo>
                <a:lnTo>
                  <a:pt x="224027" y="3572710"/>
                </a:lnTo>
                <a:cubicBezTo>
                  <a:pt x="167637" y="3524825"/>
                  <a:pt x="90099" y="3506203"/>
                  <a:pt x="26659" y="3499553"/>
                </a:cubicBezTo>
                <a:lnTo>
                  <a:pt x="0" y="3497742"/>
                </a:lnTo>
                <a:lnTo>
                  <a:pt x="0" y="3396029"/>
                </a:lnTo>
                <a:lnTo>
                  <a:pt x="0" y="2450440"/>
                </a:lnTo>
                <a:lnTo>
                  <a:pt x="0" y="2316406"/>
                </a:lnTo>
                <a:lnTo>
                  <a:pt x="0" y="163820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28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C3A124A-06D9-4D43-AA32-36ADF6C9118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933283" y="0"/>
            <a:ext cx="5258717" cy="6858000"/>
          </a:xfrm>
          <a:custGeom>
            <a:avLst/>
            <a:gdLst>
              <a:gd name="connsiteX0" fmla="*/ 876470 w 5258717"/>
              <a:gd name="connsiteY0" fmla="*/ 0 h 6858000"/>
              <a:gd name="connsiteX1" fmla="*/ 5258717 w 5258717"/>
              <a:gd name="connsiteY1" fmla="*/ 0 h 6858000"/>
              <a:gd name="connsiteX2" fmla="*/ 5258717 w 5258717"/>
              <a:gd name="connsiteY2" fmla="*/ 6858000 h 6858000"/>
              <a:gd name="connsiteX3" fmla="*/ 0 w 5258717"/>
              <a:gd name="connsiteY3" fmla="*/ 6858000 h 6858000"/>
              <a:gd name="connsiteX4" fmla="*/ 0 w 5258717"/>
              <a:gd name="connsiteY4" fmla="*/ 876470 h 6858000"/>
              <a:gd name="connsiteX5" fmla="*/ 876470 w 525871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58717" h="6858000">
                <a:moveTo>
                  <a:pt x="876470" y="0"/>
                </a:moveTo>
                <a:lnTo>
                  <a:pt x="5258717" y="0"/>
                </a:lnTo>
                <a:lnTo>
                  <a:pt x="5258717" y="6858000"/>
                </a:lnTo>
                <a:lnTo>
                  <a:pt x="0" y="6858000"/>
                </a:lnTo>
                <a:lnTo>
                  <a:pt x="0" y="876470"/>
                </a:lnTo>
                <a:cubicBezTo>
                  <a:pt x="0" y="392409"/>
                  <a:pt x="392409" y="0"/>
                  <a:pt x="87647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06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8CAB682-8349-4BBE-BB81-DD54F1DFE2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62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0CD9F22-77F1-4C4E-8772-94FB9D6028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482874" y="620713"/>
            <a:ext cx="4216922" cy="6237287"/>
          </a:xfrm>
          <a:custGeom>
            <a:avLst/>
            <a:gdLst>
              <a:gd name="connsiteX0" fmla="*/ 0 w 3955884"/>
              <a:gd name="connsiteY0" fmla="*/ 0 h 5851183"/>
              <a:gd name="connsiteX1" fmla="*/ 3955884 w 3955884"/>
              <a:gd name="connsiteY1" fmla="*/ 0 h 5851183"/>
              <a:gd name="connsiteX2" fmla="*/ 3955884 w 3955884"/>
              <a:gd name="connsiteY2" fmla="*/ 5851183 h 5851183"/>
              <a:gd name="connsiteX3" fmla="*/ 0 w 3955884"/>
              <a:gd name="connsiteY3" fmla="*/ 5851183 h 5851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5884" h="5851183">
                <a:moveTo>
                  <a:pt x="0" y="0"/>
                </a:moveTo>
                <a:lnTo>
                  <a:pt x="3955884" y="0"/>
                </a:lnTo>
                <a:lnTo>
                  <a:pt x="3955884" y="5851183"/>
                </a:lnTo>
                <a:lnTo>
                  <a:pt x="0" y="5851183"/>
                </a:lnTo>
                <a:close/>
              </a:path>
            </a:pathLst>
          </a:custGeom>
          <a:noFill/>
          <a:effectLst>
            <a:outerShdw blurRad="939800" dist="6985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001AC19-B235-498E-B3A2-DBDEA06231A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166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 animBg="1"/>
      <p:bldP spid="2" grpId="1" animBg="1"/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65DB5A5-D2BA-491B-9365-48E0DAFA7AA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991032" y="1782801"/>
            <a:ext cx="2979174" cy="3292400"/>
          </a:xfrm>
          <a:custGeom>
            <a:avLst/>
            <a:gdLst>
              <a:gd name="connsiteX0" fmla="*/ 496539 w 2979174"/>
              <a:gd name="connsiteY0" fmla="*/ 0 h 3292400"/>
              <a:gd name="connsiteX1" fmla="*/ 2482635 w 2979174"/>
              <a:gd name="connsiteY1" fmla="*/ 0 h 3292400"/>
              <a:gd name="connsiteX2" fmla="*/ 2979174 w 2979174"/>
              <a:gd name="connsiteY2" fmla="*/ 496539 h 3292400"/>
              <a:gd name="connsiteX3" fmla="*/ 2979174 w 2979174"/>
              <a:gd name="connsiteY3" fmla="*/ 2795861 h 3292400"/>
              <a:gd name="connsiteX4" fmla="*/ 2482635 w 2979174"/>
              <a:gd name="connsiteY4" fmla="*/ 3292400 h 3292400"/>
              <a:gd name="connsiteX5" fmla="*/ 496539 w 2979174"/>
              <a:gd name="connsiteY5" fmla="*/ 3292400 h 3292400"/>
              <a:gd name="connsiteX6" fmla="*/ 0 w 2979174"/>
              <a:gd name="connsiteY6" fmla="*/ 2795861 h 3292400"/>
              <a:gd name="connsiteX7" fmla="*/ 0 w 2979174"/>
              <a:gd name="connsiteY7" fmla="*/ 496539 h 3292400"/>
              <a:gd name="connsiteX8" fmla="*/ 496539 w 2979174"/>
              <a:gd name="connsiteY8" fmla="*/ 0 h 32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79174" h="3292400">
                <a:moveTo>
                  <a:pt x="496539" y="0"/>
                </a:moveTo>
                <a:lnTo>
                  <a:pt x="2482635" y="0"/>
                </a:lnTo>
                <a:cubicBezTo>
                  <a:pt x="2756866" y="0"/>
                  <a:pt x="2979174" y="222308"/>
                  <a:pt x="2979174" y="496539"/>
                </a:cubicBezTo>
                <a:lnTo>
                  <a:pt x="2979174" y="2795861"/>
                </a:lnTo>
                <a:cubicBezTo>
                  <a:pt x="2979174" y="3070092"/>
                  <a:pt x="2756866" y="3292400"/>
                  <a:pt x="2482635" y="3292400"/>
                </a:cubicBezTo>
                <a:lnTo>
                  <a:pt x="496539" y="3292400"/>
                </a:lnTo>
                <a:cubicBezTo>
                  <a:pt x="222308" y="3292400"/>
                  <a:pt x="0" y="3070092"/>
                  <a:pt x="0" y="2795861"/>
                </a:cubicBezTo>
                <a:lnTo>
                  <a:pt x="0" y="496539"/>
                </a:lnTo>
                <a:cubicBezTo>
                  <a:pt x="0" y="222308"/>
                  <a:pt x="222308" y="0"/>
                  <a:pt x="49653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14300">
            <a:solidFill>
              <a:schemeClr val="bg1"/>
            </a:solidFill>
          </a:ln>
          <a:effectLst>
            <a:outerShdw blurRad="1016000" dist="685800" dir="5400000" sx="88000" sy="88000" algn="t" rotWithShape="0">
              <a:prstClr val="black">
                <a:alpha val="19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4A2A002-2E9E-2488-046D-284EE42EA9BE}"/>
              </a:ext>
            </a:extLst>
          </p:cNvPr>
          <p:cNvSpPr/>
          <p:nvPr userDrawn="1"/>
        </p:nvSpPr>
        <p:spPr>
          <a:xfrm>
            <a:off x="77821" y="5817140"/>
            <a:ext cx="11537005" cy="7879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02B74960-0579-2D29-BAA4-4C66EB7D0AEE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DD50A981-1F44-7841-9A57-2136C99C58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4AE0D6E-E41E-FC8D-31E3-F7E61868B81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46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9FFCC15-C88A-4C22-BCB5-A5A5FF5201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2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08CC1F1-D016-483F-937F-FE33BCB6BFF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79657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3EDA27-4D59-4A54-B45A-2451E41A972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521543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046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7" grpId="0"/>
    </p:bld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173ED80-B374-4419-8404-CD8A0778B5E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089673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3DC9800-5BAC-4E22-9DBE-6456DDB46E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569789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8D0AB14-C688-439C-B831-BD201034C73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049904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9F9B94F-6A18-4B82-8197-85516EC890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609556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48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8" grpId="0" animBg="1"/>
    </p:bld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131B47-FF61-4D00-ADA3-3AD669CDA8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93975" y="800477"/>
            <a:ext cx="3809780" cy="3809780"/>
          </a:xfrm>
          <a:custGeom>
            <a:avLst/>
            <a:gdLst>
              <a:gd name="connsiteX0" fmla="*/ 1904890 w 3809780"/>
              <a:gd name="connsiteY0" fmla="*/ 0 h 3809780"/>
              <a:gd name="connsiteX1" fmla="*/ 3809780 w 3809780"/>
              <a:gd name="connsiteY1" fmla="*/ 1904890 h 3809780"/>
              <a:gd name="connsiteX2" fmla="*/ 1904890 w 3809780"/>
              <a:gd name="connsiteY2" fmla="*/ 3809780 h 3809780"/>
              <a:gd name="connsiteX3" fmla="*/ 0 w 3809780"/>
              <a:gd name="connsiteY3" fmla="*/ 1904890 h 3809780"/>
              <a:gd name="connsiteX4" fmla="*/ 1904890 w 3809780"/>
              <a:gd name="connsiteY4" fmla="*/ 0 h 380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09780" h="3809780">
                <a:moveTo>
                  <a:pt x="1904890" y="0"/>
                </a:moveTo>
                <a:cubicBezTo>
                  <a:pt x="2956932" y="0"/>
                  <a:pt x="3809780" y="852848"/>
                  <a:pt x="3809780" y="1904890"/>
                </a:cubicBezTo>
                <a:cubicBezTo>
                  <a:pt x="3809780" y="2956932"/>
                  <a:pt x="2956932" y="3809780"/>
                  <a:pt x="1904890" y="3809780"/>
                </a:cubicBezTo>
                <a:cubicBezTo>
                  <a:pt x="852848" y="3809780"/>
                  <a:pt x="0" y="2956932"/>
                  <a:pt x="0" y="1904890"/>
                </a:cubicBezTo>
                <a:cubicBezTo>
                  <a:pt x="0" y="852848"/>
                  <a:pt x="852848" y="0"/>
                  <a:pt x="190489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5F07A4-0776-45FA-A845-0E5A900A4D2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08042" y="3331310"/>
            <a:ext cx="2726214" cy="2726214"/>
          </a:xfrm>
          <a:custGeom>
            <a:avLst/>
            <a:gdLst>
              <a:gd name="connsiteX0" fmla="*/ 1363107 w 2726214"/>
              <a:gd name="connsiteY0" fmla="*/ 0 h 2726214"/>
              <a:gd name="connsiteX1" fmla="*/ 2726214 w 2726214"/>
              <a:gd name="connsiteY1" fmla="*/ 1363107 h 2726214"/>
              <a:gd name="connsiteX2" fmla="*/ 1363107 w 2726214"/>
              <a:gd name="connsiteY2" fmla="*/ 2726214 h 2726214"/>
              <a:gd name="connsiteX3" fmla="*/ 0 w 2726214"/>
              <a:gd name="connsiteY3" fmla="*/ 1363107 h 2726214"/>
              <a:gd name="connsiteX4" fmla="*/ 1363107 w 2726214"/>
              <a:gd name="connsiteY4" fmla="*/ 0 h 27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6214" h="2726214">
                <a:moveTo>
                  <a:pt x="1363107" y="0"/>
                </a:moveTo>
                <a:cubicBezTo>
                  <a:pt x="2115930" y="0"/>
                  <a:pt x="2726214" y="610284"/>
                  <a:pt x="2726214" y="1363107"/>
                </a:cubicBezTo>
                <a:cubicBezTo>
                  <a:pt x="2726214" y="2115930"/>
                  <a:pt x="2115930" y="2726214"/>
                  <a:pt x="1363107" y="2726214"/>
                </a:cubicBezTo>
                <a:cubicBezTo>
                  <a:pt x="610284" y="2726214"/>
                  <a:pt x="0" y="2115930"/>
                  <a:pt x="0" y="1363107"/>
                </a:cubicBezTo>
                <a:cubicBezTo>
                  <a:pt x="0" y="610284"/>
                  <a:pt x="610284" y="0"/>
                  <a:pt x="136310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DAD8A09-4230-4688-8CA9-58CF4ED8E30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77050" y="2927973"/>
            <a:ext cx="2011680" cy="2011680"/>
          </a:xfrm>
          <a:custGeom>
            <a:avLst/>
            <a:gdLst>
              <a:gd name="connsiteX0" fmla="*/ 1005840 w 2011680"/>
              <a:gd name="connsiteY0" fmla="*/ 0 h 2011680"/>
              <a:gd name="connsiteX1" fmla="*/ 2011680 w 2011680"/>
              <a:gd name="connsiteY1" fmla="*/ 1005840 h 2011680"/>
              <a:gd name="connsiteX2" fmla="*/ 1005840 w 2011680"/>
              <a:gd name="connsiteY2" fmla="*/ 2011680 h 2011680"/>
              <a:gd name="connsiteX3" fmla="*/ 0 w 2011680"/>
              <a:gd name="connsiteY3" fmla="*/ 1005840 h 2011680"/>
              <a:gd name="connsiteX4" fmla="*/ 1005840 w 2011680"/>
              <a:gd name="connsiteY4" fmla="*/ 0 h 2011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2011680">
                <a:moveTo>
                  <a:pt x="1005840" y="0"/>
                </a:moveTo>
                <a:cubicBezTo>
                  <a:pt x="1561350" y="0"/>
                  <a:pt x="2011680" y="450330"/>
                  <a:pt x="2011680" y="1005840"/>
                </a:cubicBezTo>
                <a:cubicBezTo>
                  <a:pt x="2011680" y="1561350"/>
                  <a:pt x="1561350" y="2011680"/>
                  <a:pt x="1005840" y="2011680"/>
                </a:cubicBezTo>
                <a:cubicBezTo>
                  <a:pt x="450330" y="2011680"/>
                  <a:pt x="0" y="1561350"/>
                  <a:pt x="0" y="1005840"/>
                </a:cubicBezTo>
                <a:cubicBezTo>
                  <a:pt x="0" y="450330"/>
                  <a:pt x="450330" y="0"/>
                  <a:pt x="10058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796EFDEC-7C6F-49CC-8632-AA9A0C2AB9F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5620" y="3788670"/>
            <a:ext cx="1430446" cy="1430446"/>
          </a:xfrm>
          <a:custGeom>
            <a:avLst/>
            <a:gdLst>
              <a:gd name="connsiteX0" fmla="*/ 715223 w 1430446"/>
              <a:gd name="connsiteY0" fmla="*/ 0 h 1430446"/>
              <a:gd name="connsiteX1" fmla="*/ 1430446 w 1430446"/>
              <a:gd name="connsiteY1" fmla="*/ 715223 h 1430446"/>
              <a:gd name="connsiteX2" fmla="*/ 715223 w 1430446"/>
              <a:gd name="connsiteY2" fmla="*/ 1430446 h 1430446"/>
              <a:gd name="connsiteX3" fmla="*/ 0 w 1430446"/>
              <a:gd name="connsiteY3" fmla="*/ 715223 h 1430446"/>
              <a:gd name="connsiteX4" fmla="*/ 715223 w 1430446"/>
              <a:gd name="connsiteY4" fmla="*/ 0 h 1430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30446" h="1430446">
                <a:moveTo>
                  <a:pt x="715223" y="0"/>
                </a:moveTo>
                <a:cubicBezTo>
                  <a:pt x="1110230" y="0"/>
                  <a:pt x="1430446" y="320216"/>
                  <a:pt x="1430446" y="715223"/>
                </a:cubicBezTo>
                <a:cubicBezTo>
                  <a:pt x="1430446" y="1110230"/>
                  <a:pt x="1110230" y="1430446"/>
                  <a:pt x="715223" y="1430446"/>
                </a:cubicBezTo>
                <a:cubicBezTo>
                  <a:pt x="320216" y="1430446"/>
                  <a:pt x="0" y="1110230"/>
                  <a:pt x="0" y="715223"/>
                </a:cubicBezTo>
                <a:cubicBezTo>
                  <a:pt x="0" y="320216"/>
                  <a:pt x="320216" y="0"/>
                  <a:pt x="71522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4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</p:bld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598A733-FD9B-4714-9169-6B85CF599B9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57072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2FE5C27-34FF-4758-91B5-9A4F63C50C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38004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F3E7F81-C528-400C-BF99-A219419A961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3638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5E0642B-57C5-40B1-B690-FEE96400AD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54570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308F0C-C637-4C1A-82ED-6C8B0997EC1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935502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AD54F54-1E21-48FB-855F-3C1CBF97EB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954697"/>
            <a:ext cx="2896936" cy="2017806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477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0202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1" grpId="0" animBg="1"/>
    </p:bld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00A3230-AFE8-42D2-94F1-6507B02F979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322860" y="3626821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01FFF2C-5A6C-46B4-BC02-BB34895F1A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2322860" y="5005614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235FA3E-BD9C-42B8-92A9-CE7DEE441D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322860" y="2248029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393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</p:bld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A6611AC-C718-4783-AF01-EB5015685BF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199" y="1278230"/>
            <a:ext cx="4826125" cy="4687532"/>
          </a:xfrm>
          <a:custGeom>
            <a:avLst/>
            <a:gdLst>
              <a:gd name="connsiteX0" fmla="*/ 2134521 w 4826125"/>
              <a:gd name="connsiteY0" fmla="*/ 505 h 4687532"/>
              <a:gd name="connsiteX1" fmla="*/ 3671495 w 4826125"/>
              <a:gd name="connsiteY1" fmla="*/ 412106 h 4687532"/>
              <a:gd name="connsiteX2" fmla="*/ 4518791 w 4826125"/>
              <a:gd name="connsiteY2" fmla="*/ 3941828 h 4687532"/>
              <a:gd name="connsiteX3" fmla="*/ 2800106 w 4826125"/>
              <a:gd name="connsiteY3" fmla="*/ 4391577 h 4687532"/>
              <a:gd name="connsiteX4" fmla="*/ 2189733 w 4826125"/>
              <a:gd name="connsiteY4" fmla="*/ 3082487 h 4687532"/>
              <a:gd name="connsiteX5" fmla="*/ 888680 w 4826125"/>
              <a:gd name="connsiteY5" fmla="*/ 2990130 h 4687532"/>
              <a:gd name="connsiteX6" fmla="*/ 9259 w 4826125"/>
              <a:gd name="connsiteY6" fmla="*/ 1809540 h 4687532"/>
              <a:gd name="connsiteX7" fmla="*/ 856551 w 4826125"/>
              <a:gd name="connsiteY7" fmla="*/ 311714 h 4687532"/>
              <a:gd name="connsiteX8" fmla="*/ 2134521 w 4826125"/>
              <a:gd name="connsiteY8" fmla="*/ 505 h 4687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6125" h="4687532">
                <a:moveTo>
                  <a:pt x="2134521" y="505"/>
                </a:moveTo>
                <a:cubicBezTo>
                  <a:pt x="2627438" y="-8530"/>
                  <a:pt x="3163522" y="102904"/>
                  <a:pt x="3671495" y="412106"/>
                </a:cubicBezTo>
                <a:cubicBezTo>
                  <a:pt x="5141209" y="1307586"/>
                  <a:pt x="4940428" y="3166817"/>
                  <a:pt x="4518791" y="3941828"/>
                </a:cubicBezTo>
                <a:cubicBezTo>
                  <a:pt x="4165413" y="4592357"/>
                  <a:pt x="3418514" y="4993919"/>
                  <a:pt x="2800106" y="4391577"/>
                </a:cubicBezTo>
                <a:cubicBezTo>
                  <a:pt x="2410594" y="4010095"/>
                  <a:pt x="2703736" y="3484048"/>
                  <a:pt x="2189733" y="3082487"/>
                </a:cubicBezTo>
                <a:cubicBezTo>
                  <a:pt x="1904627" y="2857612"/>
                  <a:pt x="1495035" y="3247129"/>
                  <a:pt x="888680" y="2990130"/>
                </a:cubicBezTo>
                <a:cubicBezTo>
                  <a:pt x="426883" y="2809425"/>
                  <a:pt x="73509" y="2363694"/>
                  <a:pt x="9259" y="1809540"/>
                </a:cubicBezTo>
                <a:cubicBezTo>
                  <a:pt x="-63022" y="1191135"/>
                  <a:pt x="294365" y="532575"/>
                  <a:pt x="856551" y="311714"/>
                </a:cubicBezTo>
                <a:cubicBezTo>
                  <a:pt x="1191855" y="139042"/>
                  <a:pt x="1641605" y="9539"/>
                  <a:pt x="2134521" y="50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52500" dist="533400" dir="5400000" sx="87000" sy="87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64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CE5C81D-FAFF-41FA-B506-4F9C2A3C416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1" y="2406790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C0FD129-1C86-4650-B08B-3F331CF67D6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887085" y="2995175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6B6177-1440-426A-93ED-4C29F9AACBD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176644" y="2024024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37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DBC2BB-8C0A-48E7-983A-C99002B57C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97490" y="3485535"/>
            <a:ext cx="1356852" cy="1356852"/>
          </a:xfrm>
          <a:custGeom>
            <a:avLst/>
            <a:gdLst>
              <a:gd name="connsiteX0" fmla="*/ 226147 w 1356852"/>
              <a:gd name="connsiteY0" fmla="*/ 0 h 1356852"/>
              <a:gd name="connsiteX1" fmla="*/ 1130705 w 1356852"/>
              <a:gd name="connsiteY1" fmla="*/ 0 h 1356852"/>
              <a:gd name="connsiteX2" fmla="*/ 1356852 w 1356852"/>
              <a:gd name="connsiteY2" fmla="*/ 226147 h 1356852"/>
              <a:gd name="connsiteX3" fmla="*/ 1356852 w 1356852"/>
              <a:gd name="connsiteY3" fmla="*/ 1130705 h 1356852"/>
              <a:gd name="connsiteX4" fmla="*/ 1130705 w 1356852"/>
              <a:gd name="connsiteY4" fmla="*/ 1356852 h 1356852"/>
              <a:gd name="connsiteX5" fmla="*/ 226147 w 1356852"/>
              <a:gd name="connsiteY5" fmla="*/ 1356852 h 1356852"/>
              <a:gd name="connsiteX6" fmla="*/ 0 w 1356852"/>
              <a:gd name="connsiteY6" fmla="*/ 1130705 h 1356852"/>
              <a:gd name="connsiteX7" fmla="*/ 0 w 1356852"/>
              <a:gd name="connsiteY7" fmla="*/ 226147 h 1356852"/>
              <a:gd name="connsiteX8" fmla="*/ 226147 w 1356852"/>
              <a:gd name="connsiteY8" fmla="*/ 0 h 1356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56852" h="1356852">
                <a:moveTo>
                  <a:pt x="226147" y="0"/>
                </a:moveTo>
                <a:lnTo>
                  <a:pt x="1130705" y="0"/>
                </a:lnTo>
                <a:cubicBezTo>
                  <a:pt x="1255603" y="0"/>
                  <a:pt x="1356852" y="101249"/>
                  <a:pt x="1356852" y="226147"/>
                </a:cubicBezTo>
                <a:lnTo>
                  <a:pt x="1356852" y="1130705"/>
                </a:lnTo>
                <a:cubicBezTo>
                  <a:pt x="1356852" y="1255603"/>
                  <a:pt x="1255603" y="1356852"/>
                  <a:pt x="1130705" y="1356852"/>
                </a:cubicBezTo>
                <a:lnTo>
                  <a:pt x="226147" y="1356852"/>
                </a:lnTo>
                <a:cubicBezTo>
                  <a:pt x="101249" y="1356852"/>
                  <a:pt x="0" y="1255603"/>
                  <a:pt x="0" y="1130705"/>
                </a:cubicBezTo>
                <a:lnTo>
                  <a:pt x="0" y="226147"/>
                </a:lnTo>
                <a:cubicBezTo>
                  <a:pt x="0" y="101249"/>
                  <a:pt x="101249" y="0"/>
                  <a:pt x="22614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A824CFB-5397-4686-AB5F-0BAF75D5074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962445" y="348553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53BA1-5A41-4604-8CFD-CFC81A8ECCB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97490" y="87015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75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  <p:bldP spid="7" grpId="0" animBg="1"/>
    </p:bld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DCD147EF-D5ED-4E59-AEBF-5E3180DD0406}"/>
              </a:ext>
            </a:extLst>
          </p:cNvPr>
          <p:cNvSpPr/>
          <p:nvPr userDrawn="1"/>
        </p:nvSpPr>
        <p:spPr>
          <a:xfrm>
            <a:off x="-1" y="620714"/>
            <a:ext cx="12192001" cy="4290194"/>
          </a:xfrm>
          <a:custGeom>
            <a:avLst/>
            <a:gdLst>
              <a:gd name="connsiteX0" fmla="*/ 8397881 w 12192001"/>
              <a:gd name="connsiteY0" fmla="*/ 3878590 h 4290194"/>
              <a:gd name="connsiteX1" fmla="*/ 8397951 w 12192001"/>
              <a:gd name="connsiteY1" fmla="*/ 3878904 h 4290194"/>
              <a:gd name="connsiteX2" fmla="*/ 8398480 w 12192001"/>
              <a:gd name="connsiteY2" fmla="*/ 3878590 h 4290194"/>
              <a:gd name="connsiteX3" fmla="*/ 3793520 w 12192001"/>
              <a:gd name="connsiteY3" fmla="*/ 3878590 h 4290194"/>
              <a:gd name="connsiteX4" fmla="*/ 3794049 w 12192001"/>
              <a:gd name="connsiteY4" fmla="*/ 3878904 h 4290194"/>
              <a:gd name="connsiteX5" fmla="*/ 3794120 w 12192001"/>
              <a:gd name="connsiteY5" fmla="*/ 3878590 h 4290194"/>
              <a:gd name="connsiteX6" fmla="*/ 8397951 w 12192001"/>
              <a:gd name="connsiteY6" fmla="*/ 411290 h 4290194"/>
              <a:gd name="connsiteX7" fmla="*/ 8397881 w 12192001"/>
              <a:gd name="connsiteY7" fmla="*/ 411604 h 4290194"/>
              <a:gd name="connsiteX8" fmla="*/ 8398480 w 12192001"/>
              <a:gd name="connsiteY8" fmla="*/ 411604 h 4290194"/>
              <a:gd name="connsiteX9" fmla="*/ 3794049 w 12192001"/>
              <a:gd name="connsiteY9" fmla="*/ 411290 h 4290194"/>
              <a:gd name="connsiteX10" fmla="*/ 3793520 w 12192001"/>
              <a:gd name="connsiteY10" fmla="*/ 411604 h 4290194"/>
              <a:gd name="connsiteX11" fmla="*/ 3794121 w 12192001"/>
              <a:gd name="connsiteY11" fmla="*/ 411604 h 4290194"/>
              <a:gd name="connsiteX12" fmla="*/ 3794049 w 12192001"/>
              <a:gd name="connsiteY12" fmla="*/ 411290 h 4290194"/>
              <a:gd name="connsiteX13" fmla="*/ 900721 w 12192001"/>
              <a:gd name="connsiteY13" fmla="*/ 638 h 4290194"/>
              <a:gd name="connsiteX14" fmla="*/ 1344798 w 12192001"/>
              <a:gd name="connsiteY14" fmla="*/ 192174 h 4290194"/>
              <a:gd name="connsiteX15" fmla="*/ 1767733 w 12192001"/>
              <a:gd name="connsiteY15" fmla="*/ 380166 h 4290194"/>
              <a:gd name="connsiteX16" fmla="*/ 2063786 w 12192001"/>
              <a:gd name="connsiteY16" fmla="*/ 231193 h 4290194"/>
              <a:gd name="connsiteX17" fmla="*/ 2627699 w 12192001"/>
              <a:gd name="connsiteY17" fmla="*/ 11281 h 4290194"/>
              <a:gd name="connsiteX18" fmla="*/ 3095570 w 12192001"/>
              <a:gd name="connsiteY18" fmla="*/ 159920 h 4290194"/>
              <a:gd name="connsiteX19" fmla="*/ 3158099 w 12192001"/>
              <a:gd name="connsiteY19" fmla="*/ 217474 h 4290194"/>
              <a:gd name="connsiteX20" fmla="*/ 3203013 w 12192001"/>
              <a:gd name="connsiteY20" fmla="*/ 254510 h 4290194"/>
              <a:gd name="connsiteX21" fmla="*/ 3212442 w 12192001"/>
              <a:gd name="connsiteY21" fmla="*/ 268105 h 4290194"/>
              <a:gd name="connsiteX22" fmla="*/ 3242605 w 12192001"/>
              <a:gd name="connsiteY22" fmla="*/ 296534 h 4290194"/>
              <a:gd name="connsiteX23" fmla="*/ 3473565 w 12192001"/>
              <a:gd name="connsiteY23" fmla="*/ 390805 h 4290194"/>
              <a:gd name="connsiteX24" fmla="*/ 3762573 w 12192001"/>
              <a:gd name="connsiteY24" fmla="*/ 241832 h 4290194"/>
              <a:gd name="connsiteX25" fmla="*/ 4439269 w 12192001"/>
              <a:gd name="connsiteY25" fmla="*/ 7732 h 4290194"/>
              <a:gd name="connsiteX26" fmla="*/ 4996126 w 12192001"/>
              <a:gd name="connsiteY26" fmla="*/ 248926 h 4290194"/>
              <a:gd name="connsiteX27" fmla="*/ 5235788 w 12192001"/>
              <a:gd name="connsiteY27" fmla="*/ 380166 h 4290194"/>
              <a:gd name="connsiteX28" fmla="*/ 5517746 w 12192001"/>
              <a:gd name="connsiteY28" fmla="*/ 245381 h 4290194"/>
              <a:gd name="connsiteX29" fmla="*/ 5613237 w 12192001"/>
              <a:gd name="connsiteY29" fmla="*/ 162469 h 4290194"/>
              <a:gd name="connsiteX30" fmla="*/ 5633152 w 12192001"/>
              <a:gd name="connsiteY30" fmla="*/ 149891 h 4290194"/>
              <a:gd name="connsiteX31" fmla="*/ 5646994 w 12192001"/>
              <a:gd name="connsiteY31" fmla="*/ 136532 h 4290194"/>
              <a:gd name="connsiteX32" fmla="*/ 6082152 w 12192001"/>
              <a:gd name="connsiteY32" fmla="*/ 14826 h 4290194"/>
              <a:gd name="connsiteX33" fmla="*/ 6096002 w 12192001"/>
              <a:gd name="connsiteY33" fmla="*/ 15341 h 4290194"/>
              <a:gd name="connsiteX34" fmla="*/ 6109851 w 12192001"/>
              <a:gd name="connsiteY34" fmla="*/ 14826 h 4290194"/>
              <a:gd name="connsiteX35" fmla="*/ 6545012 w 12192001"/>
              <a:gd name="connsiteY35" fmla="*/ 136532 h 4290194"/>
              <a:gd name="connsiteX36" fmla="*/ 6558854 w 12192001"/>
              <a:gd name="connsiteY36" fmla="*/ 149890 h 4290194"/>
              <a:gd name="connsiteX37" fmla="*/ 6578768 w 12192001"/>
              <a:gd name="connsiteY37" fmla="*/ 162469 h 4290194"/>
              <a:gd name="connsiteX38" fmla="*/ 6674259 w 12192001"/>
              <a:gd name="connsiteY38" fmla="*/ 245381 h 4290194"/>
              <a:gd name="connsiteX39" fmla="*/ 6956214 w 12192001"/>
              <a:gd name="connsiteY39" fmla="*/ 380166 h 4290194"/>
              <a:gd name="connsiteX40" fmla="*/ 7195876 w 12192001"/>
              <a:gd name="connsiteY40" fmla="*/ 248926 h 4290194"/>
              <a:gd name="connsiteX41" fmla="*/ 7752735 w 12192001"/>
              <a:gd name="connsiteY41" fmla="*/ 7732 h 4290194"/>
              <a:gd name="connsiteX42" fmla="*/ 8429428 w 12192001"/>
              <a:gd name="connsiteY42" fmla="*/ 241832 h 4290194"/>
              <a:gd name="connsiteX43" fmla="*/ 8718436 w 12192001"/>
              <a:gd name="connsiteY43" fmla="*/ 390805 h 4290194"/>
              <a:gd name="connsiteX44" fmla="*/ 8949396 w 12192001"/>
              <a:gd name="connsiteY44" fmla="*/ 296534 h 4290194"/>
              <a:gd name="connsiteX45" fmla="*/ 8979560 w 12192001"/>
              <a:gd name="connsiteY45" fmla="*/ 268105 h 4290194"/>
              <a:gd name="connsiteX46" fmla="*/ 8988988 w 12192001"/>
              <a:gd name="connsiteY46" fmla="*/ 254510 h 4290194"/>
              <a:gd name="connsiteX47" fmla="*/ 9033902 w 12192001"/>
              <a:gd name="connsiteY47" fmla="*/ 217474 h 4290194"/>
              <a:gd name="connsiteX48" fmla="*/ 9096430 w 12192001"/>
              <a:gd name="connsiteY48" fmla="*/ 159920 h 4290194"/>
              <a:gd name="connsiteX49" fmla="*/ 9564304 w 12192001"/>
              <a:gd name="connsiteY49" fmla="*/ 11281 h 4290194"/>
              <a:gd name="connsiteX50" fmla="*/ 10128215 w 12192001"/>
              <a:gd name="connsiteY50" fmla="*/ 231193 h 4290194"/>
              <a:gd name="connsiteX51" fmla="*/ 10424269 w 12192001"/>
              <a:gd name="connsiteY51" fmla="*/ 380166 h 4290194"/>
              <a:gd name="connsiteX52" fmla="*/ 10847202 w 12192001"/>
              <a:gd name="connsiteY52" fmla="*/ 192174 h 4290194"/>
              <a:gd name="connsiteX53" fmla="*/ 11291279 w 12192001"/>
              <a:gd name="connsiteY53" fmla="*/ 638 h 4290194"/>
              <a:gd name="connsiteX54" fmla="*/ 11808711 w 12192001"/>
              <a:gd name="connsiteY54" fmla="*/ 148780 h 4290194"/>
              <a:gd name="connsiteX55" fmla="*/ 11911532 w 12192001"/>
              <a:gd name="connsiteY55" fmla="*/ 230577 h 4290194"/>
              <a:gd name="connsiteX56" fmla="*/ 11942396 w 12192001"/>
              <a:gd name="connsiteY56" fmla="*/ 254510 h 4290194"/>
              <a:gd name="connsiteX57" fmla="*/ 11944992 w 12192001"/>
              <a:gd name="connsiteY57" fmla="*/ 258029 h 4290194"/>
              <a:gd name="connsiteX58" fmla="*/ 11967973 w 12192001"/>
              <a:gd name="connsiteY58" fmla="*/ 277302 h 4290194"/>
              <a:gd name="connsiteX59" fmla="*/ 12165341 w 12192001"/>
              <a:gd name="connsiteY59" fmla="*/ 350459 h 4290194"/>
              <a:gd name="connsiteX60" fmla="*/ 12192000 w 12192001"/>
              <a:gd name="connsiteY60" fmla="*/ 352270 h 4290194"/>
              <a:gd name="connsiteX61" fmla="*/ 12192000 w 12192001"/>
              <a:gd name="connsiteY61" fmla="*/ 453983 h 4290194"/>
              <a:gd name="connsiteX62" fmla="*/ 12192000 w 12192001"/>
              <a:gd name="connsiteY62" fmla="*/ 907623 h 4290194"/>
              <a:gd name="connsiteX63" fmla="*/ 12192001 w 12192001"/>
              <a:gd name="connsiteY63" fmla="*/ 907623 h 4290194"/>
              <a:gd name="connsiteX64" fmla="*/ 12192001 w 12192001"/>
              <a:gd name="connsiteY64" fmla="*/ 3530337 h 4290194"/>
              <a:gd name="connsiteX65" fmla="*/ 12192000 w 12192001"/>
              <a:gd name="connsiteY65" fmla="*/ 3530337 h 4290194"/>
              <a:gd name="connsiteX66" fmla="*/ 12192000 w 12192001"/>
              <a:gd name="connsiteY66" fmla="*/ 3836211 h 4290194"/>
              <a:gd name="connsiteX67" fmla="*/ 12192000 w 12192001"/>
              <a:gd name="connsiteY67" fmla="*/ 3937924 h 4290194"/>
              <a:gd name="connsiteX68" fmla="*/ 12165341 w 12192001"/>
              <a:gd name="connsiteY68" fmla="*/ 3939735 h 4290194"/>
              <a:gd name="connsiteX69" fmla="*/ 11967973 w 12192001"/>
              <a:gd name="connsiteY69" fmla="*/ 4012892 h 4290194"/>
              <a:gd name="connsiteX70" fmla="*/ 11944992 w 12192001"/>
              <a:gd name="connsiteY70" fmla="*/ 4032165 h 4290194"/>
              <a:gd name="connsiteX71" fmla="*/ 11942396 w 12192001"/>
              <a:gd name="connsiteY71" fmla="*/ 4035684 h 4290194"/>
              <a:gd name="connsiteX72" fmla="*/ 11911532 w 12192001"/>
              <a:gd name="connsiteY72" fmla="*/ 4059617 h 4290194"/>
              <a:gd name="connsiteX73" fmla="*/ 11808711 w 12192001"/>
              <a:gd name="connsiteY73" fmla="*/ 4141414 h 4290194"/>
              <a:gd name="connsiteX74" fmla="*/ 11291279 w 12192001"/>
              <a:gd name="connsiteY74" fmla="*/ 4289556 h 4290194"/>
              <a:gd name="connsiteX75" fmla="*/ 10847202 w 12192001"/>
              <a:gd name="connsiteY75" fmla="*/ 4098020 h 4290194"/>
              <a:gd name="connsiteX76" fmla="*/ 10424269 w 12192001"/>
              <a:gd name="connsiteY76" fmla="*/ 3910028 h 4290194"/>
              <a:gd name="connsiteX77" fmla="*/ 10128215 w 12192001"/>
              <a:gd name="connsiteY77" fmla="*/ 4059001 h 4290194"/>
              <a:gd name="connsiteX78" fmla="*/ 9564304 w 12192001"/>
              <a:gd name="connsiteY78" fmla="*/ 4278913 h 4290194"/>
              <a:gd name="connsiteX79" fmla="*/ 9096430 w 12192001"/>
              <a:gd name="connsiteY79" fmla="*/ 4130274 h 4290194"/>
              <a:gd name="connsiteX80" fmla="*/ 9033902 w 12192001"/>
              <a:gd name="connsiteY80" fmla="*/ 4072720 h 4290194"/>
              <a:gd name="connsiteX81" fmla="*/ 8988988 w 12192001"/>
              <a:gd name="connsiteY81" fmla="*/ 4035684 h 4290194"/>
              <a:gd name="connsiteX82" fmla="*/ 8979560 w 12192001"/>
              <a:gd name="connsiteY82" fmla="*/ 4022089 h 4290194"/>
              <a:gd name="connsiteX83" fmla="*/ 8949396 w 12192001"/>
              <a:gd name="connsiteY83" fmla="*/ 3993660 h 4290194"/>
              <a:gd name="connsiteX84" fmla="*/ 8718436 w 12192001"/>
              <a:gd name="connsiteY84" fmla="*/ 3899389 h 4290194"/>
              <a:gd name="connsiteX85" fmla="*/ 8429428 w 12192001"/>
              <a:gd name="connsiteY85" fmla="*/ 4048362 h 4290194"/>
              <a:gd name="connsiteX86" fmla="*/ 7752735 w 12192001"/>
              <a:gd name="connsiteY86" fmla="*/ 4282462 h 4290194"/>
              <a:gd name="connsiteX87" fmla="*/ 7195876 w 12192001"/>
              <a:gd name="connsiteY87" fmla="*/ 4041268 h 4290194"/>
              <a:gd name="connsiteX88" fmla="*/ 6956214 w 12192001"/>
              <a:gd name="connsiteY88" fmla="*/ 3910028 h 4290194"/>
              <a:gd name="connsiteX89" fmla="*/ 6674259 w 12192001"/>
              <a:gd name="connsiteY89" fmla="*/ 4044813 h 4290194"/>
              <a:gd name="connsiteX90" fmla="*/ 6578768 w 12192001"/>
              <a:gd name="connsiteY90" fmla="*/ 4127725 h 4290194"/>
              <a:gd name="connsiteX91" fmla="*/ 6558854 w 12192001"/>
              <a:gd name="connsiteY91" fmla="*/ 4140304 h 4290194"/>
              <a:gd name="connsiteX92" fmla="*/ 6545012 w 12192001"/>
              <a:gd name="connsiteY92" fmla="*/ 4153662 h 4290194"/>
              <a:gd name="connsiteX93" fmla="*/ 6109851 w 12192001"/>
              <a:gd name="connsiteY93" fmla="*/ 4275368 h 4290194"/>
              <a:gd name="connsiteX94" fmla="*/ 6096002 w 12192001"/>
              <a:gd name="connsiteY94" fmla="*/ 4274853 h 4290194"/>
              <a:gd name="connsiteX95" fmla="*/ 6082152 w 12192001"/>
              <a:gd name="connsiteY95" fmla="*/ 4275368 h 4290194"/>
              <a:gd name="connsiteX96" fmla="*/ 5646994 w 12192001"/>
              <a:gd name="connsiteY96" fmla="*/ 4153662 h 4290194"/>
              <a:gd name="connsiteX97" fmla="*/ 5633152 w 12192001"/>
              <a:gd name="connsiteY97" fmla="*/ 4140303 h 4290194"/>
              <a:gd name="connsiteX98" fmla="*/ 5613237 w 12192001"/>
              <a:gd name="connsiteY98" fmla="*/ 4127725 h 4290194"/>
              <a:gd name="connsiteX99" fmla="*/ 5517746 w 12192001"/>
              <a:gd name="connsiteY99" fmla="*/ 4044813 h 4290194"/>
              <a:gd name="connsiteX100" fmla="*/ 5235788 w 12192001"/>
              <a:gd name="connsiteY100" fmla="*/ 3910028 h 4290194"/>
              <a:gd name="connsiteX101" fmla="*/ 4996126 w 12192001"/>
              <a:gd name="connsiteY101" fmla="*/ 4041268 h 4290194"/>
              <a:gd name="connsiteX102" fmla="*/ 4439269 w 12192001"/>
              <a:gd name="connsiteY102" fmla="*/ 4282462 h 4290194"/>
              <a:gd name="connsiteX103" fmla="*/ 3762572 w 12192001"/>
              <a:gd name="connsiteY103" fmla="*/ 4048362 h 4290194"/>
              <a:gd name="connsiteX104" fmla="*/ 3473564 w 12192001"/>
              <a:gd name="connsiteY104" fmla="*/ 3899389 h 4290194"/>
              <a:gd name="connsiteX105" fmla="*/ 3242604 w 12192001"/>
              <a:gd name="connsiteY105" fmla="*/ 3993660 h 4290194"/>
              <a:gd name="connsiteX106" fmla="*/ 3212441 w 12192001"/>
              <a:gd name="connsiteY106" fmla="*/ 4022089 h 4290194"/>
              <a:gd name="connsiteX107" fmla="*/ 3203012 w 12192001"/>
              <a:gd name="connsiteY107" fmla="*/ 4035684 h 4290194"/>
              <a:gd name="connsiteX108" fmla="*/ 3158099 w 12192001"/>
              <a:gd name="connsiteY108" fmla="*/ 4072720 h 4290194"/>
              <a:gd name="connsiteX109" fmla="*/ 3095570 w 12192001"/>
              <a:gd name="connsiteY109" fmla="*/ 4130274 h 4290194"/>
              <a:gd name="connsiteX110" fmla="*/ 2627698 w 12192001"/>
              <a:gd name="connsiteY110" fmla="*/ 4278913 h 4290194"/>
              <a:gd name="connsiteX111" fmla="*/ 2063785 w 12192001"/>
              <a:gd name="connsiteY111" fmla="*/ 4059001 h 4290194"/>
              <a:gd name="connsiteX112" fmla="*/ 1767732 w 12192001"/>
              <a:gd name="connsiteY112" fmla="*/ 3910028 h 4290194"/>
              <a:gd name="connsiteX113" fmla="*/ 1344798 w 12192001"/>
              <a:gd name="connsiteY113" fmla="*/ 4098020 h 4290194"/>
              <a:gd name="connsiteX114" fmla="*/ 900721 w 12192001"/>
              <a:gd name="connsiteY114" fmla="*/ 4289556 h 4290194"/>
              <a:gd name="connsiteX115" fmla="*/ 383289 w 12192001"/>
              <a:gd name="connsiteY115" fmla="*/ 4141414 h 4290194"/>
              <a:gd name="connsiteX116" fmla="*/ 280468 w 12192001"/>
              <a:gd name="connsiteY116" fmla="*/ 4059617 h 4290194"/>
              <a:gd name="connsiteX117" fmla="*/ 249604 w 12192001"/>
              <a:gd name="connsiteY117" fmla="*/ 4035684 h 4290194"/>
              <a:gd name="connsiteX118" fmla="*/ 247008 w 12192001"/>
              <a:gd name="connsiteY118" fmla="*/ 4032165 h 4290194"/>
              <a:gd name="connsiteX119" fmla="*/ 224027 w 12192001"/>
              <a:gd name="connsiteY119" fmla="*/ 4012892 h 4290194"/>
              <a:gd name="connsiteX120" fmla="*/ 26659 w 12192001"/>
              <a:gd name="connsiteY120" fmla="*/ 3939735 h 4290194"/>
              <a:gd name="connsiteX121" fmla="*/ 0 w 12192001"/>
              <a:gd name="connsiteY121" fmla="*/ 3937924 h 4290194"/>
              <a:gd name="connsiteX122" fmla="*/ 0 w 12192001"/>
              <a:gd name="connsiteY122" fmla="*/ 3836211 h 4290194"/>
              <a:gd name="connsiteX123" fmla="*/ 0 w 12192001"/>
              <a:gd name="connsiteY123" fmla="*/ 3184290 h 4290194"/>
              <a:gd name="connsiteX124" fmla="*/ 1 w 12192001"/>
              <a:gd name="connsiteY124" fmla="*/ 3184290 h 4290194"/>
              <a:gd name="connsiteX125" fmla="*/ 1 w 12192001"/>
              <a:gd name="connsiteY125" fmla="*/ 1105904 h 4290194"/>
              <a:gd name="connsiteX126" fmla="*/ 0 w 12192001"/>
              <a:gd name="connsiteY126" fmla="*/ 1105904 h 4290194"/>
              <a:gd name="connsiteX127" fmla="*/ 0 w 12192001"/>
              <a:gd name="connsiteY127" fmla="*/ 453983 h 4290194"/>
              <a:gd name="connsiteX128" fmla="*/ 0 w 12192001"/>
              <a:gd name="connsiteY128" fmla="*/ 352270 h 4290194"/>
              <a:gd name="connsiteX129" fmla="*/ 26659 w 12192001"/>
              <a:gd name="connsiteY129" fmla="*/ 350459 h 4290194"/>
              <a:gd name="connsiteX130" fmla="*/ 224027 w 12192001"/>
              <a:gd name="connsiteY130" fmla="*/ 277302 h 4290194"/>
              <a:gd name="connsiteX131" fmla="*/ 247008 w 12192001"/>
              <a:gd name="connsiteY131" fmla="*/ 258029 h 4290194"/>
              <a:gd name="connsiteX132" fmla="*/ 249604 w 12192001"/>
              <a:gd name="connsiteY132" fmla="*/ 254510 h 4290194"/>
              <a:gd name="connsiteX133" fmla="*/ 280468 w 12192001"/>
              <a:gd name="connsiteY133" fmla="*/ 230577 h 4290194"/>
              <a:gd name="connsiteX134" fmla="*/ 383289 w 12192001"/>
              <a:gd name="connsiteY134" fmla="*/ 148780 h 4290194"/>
              <a:gd name="connsiteX135" fmla="*/ 900721 w 12192001"/>
              <a:gd name="connsiteY135" fmla="*/ 638 h 4290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12192001" h="4290194">
                <a:moveTo>
                  <a:pt x="8397881" y="3878590"/>
                </a:moveTo>
                <a:cubicBezTo>
                  <a:pt x="8397905" y="3878695"/>
                  <a:pt x="8397928" y="3878800"/>
                  <a:pt x="8397951" y="3878904"/>
                </a:cubicBezTo>
                <a:lnTo>
                  <a:pt x="8398480" y="3878590"/>
                </a:lnTo>
                <a:close/>
                <a:moveTo>
                  <a:pt x="3793520" y="3878590"/>
                </a:moveTo>
                <a:lnTo>
                  <a:pt x="3794049" y="3878904"/>
                </a:lnTo>
                <a:cubicBezTo>
                  <a:pt x="3794073" y="3878800"/>
                  <a:pt x="3794095" y="3878695"/>
                  <a:pt x="3794120" y="3878590"/>
                </a:cubicBezTo>
                <a:close/>
                <a:moveTo>
                  <a:pt x="8397951" y="411290"/>
                </a:moveTo>
                <a:cubicBezTo>
                  <a:pt x="8397928" y="411394"/>
                  <a:pt x="8397905" y="411499"/>
                  <a:pt x="8397881" y="411604"/>
                </a:cubicBezTo>
                <a:lnTo>
                  <a:pt x="8398480" y="411604"/>
                </a:lnTo>
                <a:close/>
                <a:moveTo>
                  <a:pt x="3794049" y="411290"/>
                </a:moveTo>
                <a:lnTo>
                  <a:pt x="3793520" y="411604"/>
                </a:lnTo>
                <a:lnTo>
                  <a:pt x="3794121" y="411604"/>
                </a:lnTo>
                <a:cubicBezTo>
                  <a:pt x="3794095" y="411499"/>
                  <a:pt x="3794074" y="411394"/>
                  <a:pt x="3794049" y="411290"/>
                </a:cubicBezTo>
                <a:close/>
                <a:moveTo>
                  <a:pt x="900721" y="638"/>
                </a:moveTo>
                <a:cubicBezTo>
                  <a:pt x="1091038" y="4187"/>
                  <a:pt x="1217918" y="96408"/>
                  <a:pt x="1344798" y="192174"/>
                </a:cubicBezTo>
                <a:cubicBezTo>
                  <a:pt x="1464634" y="284396"/>
                  <a:pt x="1598560" y="380166"/>
                  <a:pt x="1767733" y="380166"/>
                </a:cubicBezTo>
                <a:cubicBezTo>
                  <a:pt x="1901665" y="380166"/>
                  <a:pt x="1979199" y="309226"/>
                  <a:pt x="2063786" y="231193"/>
                </a:cubicBezTo>
                <a:cubicBezTo>
                  <a:pt x="2183621" y="121235"/>
                  <a:pt x="2310502" y="7732"/>
                  <a:pt x="2627699" y="11281"/>
                </a:cubicBezTo>
                <a:cubicBezTo>
                  <a:pt x="2870886" y="13939"/>
                  <a:pt x="2999088" y="80446"/>
                  <a:pt x="3095570" y="159920"/>
                </a:cubicBezTo>
                <a:lnTo>
                  <a:pt x="3158099" y="217474"/>
                </a:lnTo>
                <a:lnTo>
                  <a:pt x="3203013" y="254510"/>
                </a:lnTo>
                <a:lnTo>
                  <a:pt x="3212442" y="268105"/>
                </a:lnTo>
                <a:lnTo>
                  <a:pt x="3242605" y="296534"/>
                </a:lnTo>
                <a:cubicBezTo>
                  <a:pt x="3301748" y="348907"/>
                  <a:pt x="3367832" y="390805"/>
                  <a:pt x="3473565" y="390805"/>
                </a:cubicBezTo>
                <a:cubicBezTo>
                  <a:pt x="3593400" y="394354"/>
                  <a:pt x="3677986" y="319865"/>
                  <a:pt x="3762573" y="241832"/>
                </a:cubicBezTo>
                <a:cubicBezTo>
                  <a:pt x="3903550" y="117690"/>
                  <a:pt x="4051574" y="-20644"/>
                  <a:pt x="4439269" y="7732"/>
                </a:cubicBezTo>
                <a:cubicBezTo>
                  <a:pt x="4805812" y="32563"/>
                  <a:pt x="4904493" y="146066"/>
                  <a:pt x="4996126" y="248926"/>
                </a:cubicBezTo>
                <a:cubicBezTo>
                  <a:pt x="5052517" y="312771"/>
                  <a:pt x="5101862" y="373072"/>
                  <a:pt x="5235788" y="380166"/>
                </a:cubicBezTo>
                <a:cubicBezTo>
                  <a:pt x="5362670" y="390805"/>
                  <a:pt x="5433157" y="319865"/>
                  <a:pt x="5517746" y="245381"/>
                </a:cubicBezTo>
                <a:cubicBezTo>
                  <a:pt x="5547703" y="217891"/>
                  <a:pt x="5578542" y="189515"/>
                  <a:pt x="5613237" y="162469"/>
                </a:cubicBezTo>
                <a:lnTo>
                  <a:pt x="5633152" y="149891"/>
                </a:lnTo>
                <a:lnTo>
                  <a:pt x="5646994" y="136532"/>
                </a:lnTo>
                <a:cubicBezTo>
                  <a:pt x="5726622" y="70027"/>
                  <a:pt x="5838966" y="17487"/>
                  <a:pt x="6082152" y="14826"/>
                </a:cubicBezTo>
                <a:lnTo>
                  <a:pt x="6096002" y="15341"/>
                </a:lnTo>
                <a:lnTo>
                  <a:pt x="6109851" y="14826"/>
                </a:lnTo>
                <a:cubicBezTo>
                  <a:pt x="6353036" y="17487"/>
                  <a:pt x="6465382" y="70027"/>
                  <a:pt x="6545012" y="136532"/>
                </a:cubicBezTo>
                <a:lnTo>
                  <a:pt x="6558854" y="149890"/>
                </a:lnTo>
                <a:lnTo>
                  <a:pt x="6578768" y="162469"/>
                </a:lnTo>
                <a:cubicBezTo>
                  <a:pt x="6613461" y="189515"/>
                  <a:pt x="6644300" y="217891"/>
                  <a:pt x="6674259" y="245381"/>
                </a:cubicBezTo>
                <a:cubicBezTo>
                  <a:pt x="6758845" y="319865"/>
                  <a:pt x="6829334" y="390805"/>
                  <a:pt x="6956214" y="380166"/>
                </a:cubicBezTo>
                <a:cubicBezTo>
                  <a:pt x="7090139" y="373072"/>
                  <a:pt x="7139485" y="312771"/>
                  <a:pt x="7195876" y="248926"/>
                </a:cubicBezTo>
                <a:cubicBezTo>
                  <a:pt x="7287509" y="146066"/>
                  <a:pt x="7386193" y="32563"/>
                  <a:pt x="7752735" y="7732"/>
                </a:cubicBezTo>
                <a:cubicBezTo>
                  <a:pt x="8140427" y="-20644"/>
                  <a:pt x="8288451" y="117690"/>
                  <a:pt x="8429428" y="241832"/>
                </a:cubicBezTo>
                <a:cubicBezTo>
                  <a:pt x="8514015" y="319865"/>
                  <a:pt x="8598603" y="394354"/>
                  <a:pt x="8718436" y="390805"/>
                </a:cubicBezTo>
                <a:cubicBezTo>
                  <a:pt x="8824169" y="390805"/>
                  <a:pt x="8890254" y="348907"/>
                  <a:pt x="8949396" y="296534"/>
                </a:cubicBezTo>
                <a:lnTo>
                  <a:pt x="8979560" y="268105"/>
                </a:lnTo>
                <a:lnTo>
                  <a:pt x="8988988" y="254510"/>
                </a:lnTo>
                <a:lnTo>
                  <a:pt x="9033902" y="217474"/>
                </a:lnTo>
                <a:lnTo>
                  <a:pt x="9096430" y="159920"/>
                </a:lnTo>
                <a:cubicBezTo>
                  <a:pt x="9192914" y="80446"/>
                  <a:pt x="9321117" y="13939"/>
                  <a:pt x="9564304" y="11281"/>
                </a:cubicBezTo>
                <a:cubicBezTo>
                  <a:pt x="9881500" y="7732"/>
                  <a:pt x="10008379" y="121235"/>
                  <a:pt x="10128215" y="231193"/>
                </a:cubicBezTo>
                <a:cubicBezTo>
                  <a:pt x="10212801" y="309226"/>
                  <a:pt x="10290336" y="380166"/>
                  <a:pt x="10424269" y="380166"/>
                </a:cubicBezTo>
                <a:cubicBezTo>
                  <a:pt x="10593442" y="380166"/>
                  <a:pt x="10727367" y="284396"/>
                  <a:pt x="10847202" y="192174"/>
                </a:cubicBezTo>
                <a:cubicBezTo>
                  <a:pt x="10974082" y="96408"/>
                  <a:pt x="11100963" y="4187"/>
                  <a:pt x="11291279" y="638"/>
                </a:cubicBezTo>
                <a:cubicBezTo>
                  <a:pt x="11545039" y="-7341"/>
                  <a:pt x="11687779" y="60494"/>
                  <a:pt x="11808711" y="148780"/>
                </a:cubicBezTo>
                <a:lnTo>
                  <a:pt x="11911532" y="230577"/>
                </a:lnTo>
                <a:lnTo>
                  <a:pt x="11942396" y="254510"/>
                </a:lnTo>
                <a:lnTo>
                  <a:pt x="11944992" y="258029"/>
                </a:lnTo>
                <a:lnTo>
                  <a:pt x="11967973" y="277302"/>
                </a:lnTo>
                <a:cubicBezTo>
                  <a:pt x="12024364" y="325187"/>
                  <a:pt x="12101901" y="343809"/>
                  <a:pt x="12165341" y="350459"/>
                </a:cubicBezTo>
                <a:lnTo>
                  <a:pt x="12192000" y="352270"/>
                </a:lnTo>
                <a:lnTo>
                  <a:pt x="12192000" y="453983"/>
                </a:lnTo>
                <a:lnTo>
                  <a:pt x="12192000" y="907623"/>
                </a:lnTo>
                <a:lnTo>
                  <a:pt x="12192001" y="907623"/>
                </a:lnTo>
                <a:lnTo>
                  <a:pt x="12192001" y="3530337"/>
                </a:lnTo>
                <a:lnTo>
                  <a:pt x="12192000" y="3530337"/>
                </a:lnTo>
                <a:lnTo>
                  <a:pt x="12192000" y="3836211"/>
                </a:lnTo>
                <a:lnTo>
                  <a:pt x="12192000" y="3937924"/>
                </a:lnTo>
                <a:lnTo>
                  <a:pt x="12165341" y="3939735"/>
                </a:lnTo>
                <a:cubicBezTo>
                  <a:pt x="12101901" y="3946385"/>
                  <a:pt x="12024364" y="3965007"/>
                  <a:pt x="11967973" y="4012892"/>
                </a:cubicBezTo>
                <a:lnTo>
                  <a:pt x="11944992" y="4032165"/>
                </a:lnTo>
                <a:lnTo>
                  <a:pt x="11942396" y="4035684"/>
                </a:lnTo>
                <a:lnTo>
                  <a:pt x="11911532" y="4059617"/>
                </a:lnTo>
                <a:lnTo>
                  <a:pt x="11808711" y="4141414"/>
                </a:lnTo>
                <a:cubicBezTo>
                  <a:pt x="11687779" y="4229700"/>
                  <a:pt x="11545039" y="4297535"/>
                  <a:pt x="11291279" y="4289556"/>
                </a:cubicBezTo>
                <a:cubicBezTo>
                  <a:pt x="11100963" y="4286007"/>
                  <a:pt x="10974082" y="4193786"/>
                  <a:pt x="10847202" y="4098020"/>
                </a:cubicBezTo>
                <a:cubicBezTo>
                  <a:pt x="10727367" y="4005798"/>
                  <a:pt x="10593442" y="3910028"/>
                  <a:pt x="10424269" y="3910028"/>
                </a:cubicBezTo>
                <a:cubicBezTo>
                  <a:pt x="10290336" y="3910028"/>
                  <a:pt x="10212801" y="3980968"/>
                  <a:pt x="10128215" y="4059001"/>
                </a:cubicBezTo>
                <a:cubicBezTo>
                  <a:pt x="10008379" y="4168959"/>
                  <a:pt x="9881500" y="4282462"/>
                  <a:pt x="9564304" y="4278913"/>
                </a:cubicBezTo>
                <a:cubicBezTo>
                  <a:pt x="9321117" y="4276255"/>
                  <a:pt x="9192914" y="4209748"/>
                  <a:pt x="9096430" y="4130274"/>
                </a:cubicBezTo>
                <a:lnTo>
                  <a:pt x="9033902" y="4072720"/>
                </a:lnTo>
                <a:lnTo>
                  <a:pt x="8988988" y="4035684"/>
                </a:lnTo>
                <a:lnTo>
                  <a:pt x="8979560" y="4022089"/>
                </a:lnTo>
                <a:lnTo>
                  <a:pt x="8949396" y="3993660"/>
                </a:lnTo>
                <a:cubicBezTo>
                  <a:pt x="8890254" y="3941287"/>
                  <a:pt x="8824169" y="3899389"/>
                  <a:pt x="8718436" y="3899389"/>
                </a:cubicBezTo>
                <a:cubicBezTo>
                  <a:pt x="8598603" y="3895840"/>
                  <a:pt x="8514015" y="3970329"/>
                  <a:pt x="8429428" y="4048362"/>
                </a:cubicBezTo>
                <a:cubicBezTo>
                  <a:pt x="8288451" y="4172504"/>
                  <a:pt x="8140427" y="4310838"/>
                  <a:pt x="7752735" y="4282462"/>
                </a:cubicBezTo>
                <a:cubicBezTo>
                  <a:pt x="7386193" y="4257631"/>
                  <a:pt x="7287509" y="4144128"/>
                  <a:pt x="7195876" y="4041268"/>
                </a:cubicBezTo>
                <a:cubicBezTo>
                  <a:pt x="7139485" y="3977423"/>
                  <a:pt x="7090139" y="3917122"/>
                  <a:pt x="6956214" y="3910028"/>
                </a:cubicBezTo>
                <a:cubicBezTo>
                  <a:pt x="6829334" y="3899389"/>
                  <a:pt x="6758845" y="3970329"/>
                  <a:pt x="6674259" y="4044813"/>
                </a:cubicBezTo>
                <a:cubicBezTo>
                  <a:pt x="6644300" y="4072303"/>
                  <a:pt x="6613461" y="4100679"/>
                  <a:pt x="6578768" y="4127725"/>
                </a:cubicBezTo>
                <a:lnTo>
                  <a:pt x="6558854" y="4140304"/>
                </a:lnTo>
                <a:lnTo>
                  <a:pt x="6545012" y="4153662"/>
                </a:lnTo>
                <a:cubicBezTo>
                  <a:pt x="6465382" y="4220167"/>
                  <a:pt x="6353036" y="4272707"/>
                  <a:pt x="6109851" y="4275368"/>
                </a:cubicBezTo>
                <a:lnTo>
                  <a:pt x="6096002" y="4274853"/>
                </a:lnTo>
                <a:lnTo>
                  <a:pt x="6082152" y="4275368"/>
                </a:lnTo>
                <a:cubicBezTo>
                  <a:pt x="5838966" y="4272707"/>
                  <a:pt x="5726622" y="4220167"/>
                  <a:pt x="5646994" y="4153662"/>
                </a:cubicBezTo>
                <a:lnTo>
                  <a:pt x="5633152" y="4140303"/>
                </a:lnTo>
                <a:lnTo>
                  <a:pt x="5613237" y="4127725"/>
                </a:lnTo>
                <a:cubicBezTo>
                  <a:pt x="5578542" y="4100679"/>
                  <a:pt x="5547703" y="4072303"/>
                  <a:pt x="5517746" y="4044813"/>
                </a:cubicBezTo>
                <a:cubicBezTo>
                  <a:pt x="5433157" y="3970329"/>
                  <a:pt x="5362670" y="3899389"/>
                  <a:pt x="5235788" y="3910028"/>
                </a:cubicBezTo>
                <a:cubicBezTo>
                  <a:pt x="5101862" y="3917122"/>
                  <a:pt x="5052517" y="3977423"/>
                  <a:pt x="4996126" y="4041268"/>
                </a:cubicBezTo>
                <a:cubicBezTo>
                  <a:pt x="4904493" y="4144128"/>
                  <a:pt x="4805812" y="4257631"/>
                  <a:pt x="4439269" y="4282462"/>
                </a:cubicBezTo>
                <a:cubicBezTo>
                  <a:pt x="4051573" y="4310838"/>
                  <a:pt x="3903550" y="4172504"/>
                  <a:pt x="3762572" y="4048362"/>
                </a:cubicBezTo>
                <a:cubicBezTo>
                  <a:pt x="3677986" y="3970329"/>
                  <a:pt x="3593399" y="3895840"/>
                  <a:pt x="3473564" y="3899389"/>
                </a:cubicBezTo>
                <a:cubicBezTo>
                  <a:pt x="3367831" y="3899389"/>
                  <a:pt x="3301747" y="3941287"/>
                  <a:pt x="3242604" y="3993660"/>
                </a:cubicBezTo>
                <a:lnTo>
                  <a:pt x="3212441" y="4022089"/>
                </a:lnTo>
                <a:lnTo>
                  <a:pt x="3203012" y="4035684"/>
                </a:lnTo>
                <a:lnTo>
                  <a:pt x="3158099" y="4072720"/>
                </a:lnTo>
                <a:lnTo>
                  <a:pt x="3095570" y="4130274"/>
                </a:lnTo>
                <a:cubicBezTo>
                  <a:pt x="2999088" y="4209748"/>
                  <a:pt x="2870885" y="4276255"/>
                  <a:pt x="2627698" y="4278913"/>
                </a:cubicBezTo>
                <a:cubicBezTo>
                  <a:pt x="2310501" y="4282462"/>
                  <a:pt x="2183621" y="4168959"/>
                  <a:pt x="2063785" y="4059001"/>
                </a:cubicBezTo>
                <a:cubicBezTo>
                  <a:pt x="1979199" y="3980968"/>
                  <a:pt x="1901665" y="3910028"/>
                  <a:pt x="1767732" y="3910028"/>
                </a:cubicBezTo>
                <a:cubicBezTo>
                  <a:pt x="1598560" y="3910028"/>
                  <a:pt x="1464634" y="4005798"/>
                  <a:pt x="1344798" y="4098020"/>
                </a:cubicBezTo>
                <a:cubicBezTo>
                  <a:pt x="1217918" y="4193786"/>
                  <a:pt x="1091038" y="4286007"/>
                  <a:pt x="900721" y="4289556"/>
                </a:cubicBezTo>
                <a:cubicBezTo>
                  <a:pt x="646961" y="4297535"/>
                  <a:pt x="504221" y="4229700"/>
                  <a:pt x="383289" y="4141414"/>
                </a:cubicBezTo>
                <a:lnTo>
                  <a:pt x="280468" y="4059617"/>
                </a:lnTo>
                <a:lnTo>
                  <a:pt x="249604" y="4035684"/>
                </a:lnTo>
                <a:lnTo>
                  <a:pt x="247008" y="4032165"/>
                </a:lnTo>
                <a:lnTo>
                  <a:pt x="224027" y="4012892"/>
                </a:lnTo>
                <a:cubicBezTo>
                  <a:pt x="167637" y="3965007"/>
                  <a:pt x="90099" y="3946385"/>
                  <a:pt x="26659" y="3939735"/>
                </a:cubicBezTo>
                <a:lnTo>
                  <a:pt x="0" y="3937924"/>
                </a:lnTo>
                <a:lnTo>
                  <a:pt x="0" y="3836211"/>
                </a:lnTo>
                <a:lnTo>
                  <a:pt x="0" y="3184290"/>
                </a:lnTo>
                <a:lnTo>
                  <a:pt x="1" y="3184290"/>
                </a:lnTo>
                <a:lnTo>
                  <a:pt x="1" y="1105904"/>
                </a:lnTo>
                <a:lnTo>
                  <a:pt x="0" y="1105904"/>
                </a:lnTo>
                <a:lnTo>
                  <a:pt x="0" y="453983"/>
                </a:lnTo>
                <a:lnTo>
                  <a:pt x="0" y="352270"/>
                </a:lnTo>
                <a:lnTo>
                  <a:pt x="26659" y="350459"/>
                </a:lnTo>
                <a:cubicBezTo>
                  <a:pt x="90099" y="343809"/>
                  <a:pt x="167637" y="325187"/>
                  <a:pt x="224027" y="277302"/>
                </a:cubicBezTo>
                <a:lnTo>
                  <a:pt x="247008" y="258029"/>
                </a:lnTo>
                <a:lnTo>
                  <a:pt x="249604" y="254510"/>
                </a:lnTo>
                <a:lnTo>
                  <a:pt x="280468" y="230577"/>
                </a:lnTo>
                <a:lnTo>
                  <a:pt x="383289" y="148780"/>
                </a:lnTo>
                <a:cubicBezTo>
                  <a:pt x="504221" y="60494"/>
                  <a:pt x="646961" y="-7341"/>
                  <a:pt x="900721" y="638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38664057-2774-47A1-B26D-41DBBCAF293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7364" y="620713"/>
            <a:ext cx="5844636" cy="4290195"/>
          </a:xfrm>
          <a:custGeom>
            <a:avLst/>
            <a:gdLst>
              <a:gd name="connsiteX0" fmla="*/ 2050516 w 5844636"/>
              <a:gd name="connsiteY0" fmla="*/ 3878591 h 4290195"/>
              <a:gd name="connsiteX1" fmla="*/ 2050586 w 5844636"/>
              <a:gd name="connsiteY1" fmla="*/ 3878905 h 4290195"/>
              <a:gd name="connsiteX2" fmla="*/ 2051115 w 5844636"/>
              <a:gd name="connsiteY2" fmla="*/ 3878591 h 4290195"/>
              <a:gd name="connsiteX3" fmla="*/ 2050586 w 5844636"/>
              <a:gd name="connsiteY3" fmla="*/ 411291 h 4290195"/>
              <a:gd name="connsiteX4" fmla="*/ 2050516 w 5844636"/>
              <a:gd name="connsiteY4" fmla="*/ 411605 h 4290195"/>
              <a:gd name="connsiteX5" fmla="*/ 2051115 w 5844636"/>
              <a:gd name="connsiteY5" fmla="*/ 411605 h 4290195"/>
              <a:gd name="connsiteX6" fmla="*/ 4943914 w 5844636"/>
              <a:gd name="connsiteY6" fmla="*/ 639 h 4290195"/>
              <a:gd name="connsiteX7" fmla="*/ 5461346 w 5844636"/>
              <a:gd name="connsiteY7" fmla="*/ 148781 h 4290195"/>
              <a:gd name="connsiteX8" fmla="*/ 5564167 w 5844636"/>
              <a:gd name="connsiteY8" fmla="*/ 230578 h 4290195"/>
              <a:gd name="connsiteX9" fmla="*/ 5595031 w 5844636"/>
              <a:gd name="connsiteY9" fmla="*/ 254511 h 4290195"/>
              <a:gd name="connsiteX10" fmla="*/ 5597627 w 5844636"/>
              <a:gd name="connsiteY10" fmla="*/ 258030 h 4290195"/>
              <a:gd name="connsiteX11" fmla="*/ 5620608 w 5844636"/>
              <a:gd name="connsiteY11" fmla="*/ 277303 h 4290195"/>
              <a:gd name="connsiteX12" fmla="*/ 5817976 w 5844636"/>
              <a:gd name="connsiteY12" fmla="*/ 350460 h 4290195"/>
              <a:gd name="connsiteX13" fmla="*/ 5844635 w 5844636"/>
              <a:gd name="connsiteY13" fmla="*/ 352271 h 4290195"/>
              <a:gd name="connsiteX14" fmla="*/ 5844635 w 5844636"/>
              <a:gd name="connsiteY14" fmla="*/ 453984 h 4290195"/>
              <a:gd name="connsiteX15" fmla="*/ 5844635 w 5844636"/>
              <a:gd name="connsiteY15" fmla="*/ 907624 h 4290195"/>
              <a:gd name="connsiteX16" fmla="*/ 5844636 w 5844636"/>
              <a:gd name="connsiteY16" fmla="*/ 907624 h 4290195"/>
              <a:gd name="connsiteX17" fmla="*/ 5844636 w 5844636"/>
              <a:gd name="connsiteY17" fmla="*/ 3530338 h 4290195"/>
              <a:gd name="connsiteX18" fmla="*/ 5844635 w 5844636"/>
              <a:gd name="connsiteY18" fmla="*/ 3530338 h 4290195"/>
              <a:gd name="connsiteX19" fmla="*/ 5844635 w 5844636"/>
              <a:gd name="connsiteY19" fmla="*/ 3836212 h 4290195"/>
              <a:gd name="connsiteX20" fmla="*/ 5844635 w 5844636"/>
              <a:gd name="connsiteY20" fmla="*/ 3937925 h 4290195"/>
              <a:gd name="connsiteX21" fmla="*/ 5817976 w 5844636"/>
              <a:gd name="connsiteY21" fmla="*/ 3939736 h 4290195"/>
              <a:gd name="connsiteX22" fmla="*/ 5620608 w 5844636"/>
              <a:gd name="connsiteY22" fmla="*/ 4012893 h 4290195"/>
              <a:gd name="connsiteX23" fmla="*/ 5597627 w 5844636"/>
              <a:gd name="connsiteY23" fmla="*/ 4032166 h 4290195"/>
              <a:gd name="connsiteX24" fmla="*/ 5595031 w 5844636"/>
              <a:gd name="connsiteY24" fmla="*/ 4035685 h 4290195"/>
              <a:gd name="connsiteX25" fmla="*/ 5564167 w 5844636"/>
              <a:gd name="connsiteY25" fmla="*/ 4059618 h 4290195"/>
              <a:gd name="connsiteX26" fmla="*/ 5461346 w 5844636"/>
              <a:gd name="connsiteY26" fmla="*/ 4141415 h 4290195"/>
              <a:gd name="connsiteX27" fmla="*/ 4943914 w 5844636"/>
              <a:gd name="connsiteY27" fmla="*/ 4289557 h 4290195"/>
              <a:gd name="connsiteX28" fmla="*/ 4499837 w 5844636"/>
              <a:gd name="connsiteY28" fmla="*/ 4098021 h 4290195"/>
              <a:gd name="connsiteX29" fmla="*/ 4076904 w 5844636"/>
              <a:gd name="connsiteY29" fmla="*/ 3910029 h 4290195"/>
              <a:gd name="connsiteX30" fmla="*/ 3780850 w 5844636"/>
              <a:gd name="connsiteY30" fmla="*/ 4059002 h 4290195"/>
              <a:gd name="connsiteX31" fmla="*/ 3216939 w 5844636"/>
              <a:gd name="connsiteY31" fmla="*/ 4278914 h 4290195"/>
              <a:gd name="connsiteX32" fmla="*/ 2749065 w 5844636"/>
              <a:gd name="connsiteY32" fmla="*/ 4130275 h 4290195"/>
              <a:gd name="connsiteX33" fmla="*/ 2686537 w 5844636"/>
              <a:gd name="connsiteY33" fmla="*/ 4072721 h 4290195"/>
              <a:gd name="connsiteX34" fmla="*/ 2641623 w 5844636"/>
              <a:gd name="connsiteY34" fmla="*/ 4035685 h 4290195"/>
              <a:gd name="connsiteX35" fmla="*/ 2632195 w 5844636"/>
              <a:gd name="connsiteY35" fmla="*/ 4022090 h 4290195"/>
              <a:gd name="connsiteX36" fmla="*/ 2602031 w 5844636"/>
              <a:gd name="connsiteY36" fmla="*/ 3993661 h 4290195"/>
              <a:gd name="connsiteX37" fmla="*/ 2371071 w 5844636"/>
              <a:gd name="connsiteY37" fmla="*/ 3899390 h 4290195"/>
              <a:gd name="connsiteX38" fmla="*/ 2082063 w 5844636"/>
              <a:gd name="connsiteY38" fmla="*/ 4048363 h 4290195"/>
              <a:gd name="connsiteX39" fmla="*/ 1405371 w 5844636"/>
              <a:gd name="connsiteY39" fmla="*/ 4282463 h 4290195"/>
              <a:gd name="connsiteX40" fmla="*/ 848512 w 5844636"/>
              <a:gd name="connsiteY40" fmla="*/ 4041269 h 4290195"/>
              <a:gd name="connsiteX41" fmla="*/ 608849 w 5844636"/>
              <a:gd name="connsiteY41" fmla="*/ 3910029 h 4290195"/>
              <a:gd name="connsiteX42" fmla="*/ 326895 w 5844636"/>
              <a:gd name="connsiteY42" fmla="*/ 4044814 h 4290195"/>
              <a:gd name="connsiteX43" fmla="*/ 231404 w 5844636"/>
              <a:gd name="connsiteY43" fmla="*/ 4127726 h 4290195"/>
              <a:gd name="connsiteX44" fmla="*/ 211490 w 5844636"/>
              <a:gd name="connsiteY44" fmla="*/ 4140305 h 4290195"/>
              <a:gd name="connsiteX45" fmla="*/ 197648 w 5844636"/>
              <a:gd name="connsiteY45" fmla="*/ 4153663 h 4290195"/>
              <a:gd name="connsiteX46" fmla="*/ 41400 w 5844636"/>
              <a:gd name="connsiteY46" fmla="*/ 4238458 h 4290195"/>
              <a:gd name="connsiteX47" fmla="*/ 0 w 5844636"/>
              <a:gd name="connsiteY47" fmla="*/ 4247507 h 4290195"/>
              <a:gd name="connsiteX48" fmla="*/ 1626 w 5844636"/>
              <a:gd name="connsiteY48" fmla="*/ 4183214 h 4290195"/>
              <a:gd name="connsiteX49" fmla="*/ 2003394 w 5844636"/>
              <a:gd name="connsiteY49" fmla="*/ 207408 h 4290195"/>
              <a:gd name="connsiteX50" fmla="*/ 2022853 w 5844636"/>
              <a:gd name="connsiteY50" fmla="*/ 192116 h 4290195"/>
              <a:gd name="connsiteX51" fmla="*/ 2082063 w 5844636"/>
              <a:gd name="connsiteY51" fmla="*/ 241833 h 4290195"/>
              <a:gd name="connsiteX52" fmla="*/ 2371071 w 5844636"/>
              <a:gd name="connsiteY52" fmla="*/ 390806 h 4290195"/>
              <a:gd name="connsiteX53" fmla="*/ 2602031 w 5844636"/>
              <a:gd name="connsiteY53" fmla="*/ 296535 h 4290195"/>
              <a:gd name="connsiteX54" fmla="*/ 2632195 w 5844636"/>
              <a:gd name="connsiteY54" fmla="*/ 268106 h 4290195"/>
              <a:gd name="connsiteX55" fmla="*/ 2641623 w 5844636"/>
              <a:gd name="connsiteY55" fmla="*/ 254511 h 4290195"/>
              <a:gd name="connsiteX56" fmla="*/ 2686537 w 5844636"/>
              <a:gd name="connsiteY56" fmla="*/ 217475 h 4290195"/>
              <a:gd name="connsiteX57" fmla="*/ 2749065 w 5844636"/>
              <a:gd name="connsiteY57" fmla="*/ 159921 h 4290195"/>
              <a:gd name="connsiteX58" fmla="*/ 3216939 w 5844636"/>
              <a:gd name="connsiteY58" fmla="*/ 11282 h 4290195"/>
              <a:gd name="connsiteX59" fmla="*/ 3780850 w 5844636"/>
              <a:gd name="connsiteY59" fmla="*/ 231194 h 4290195"/>
              <a:gd name="connsiteX60" fmla="*/ 4076904 w 5844636"/>
              <a:gd name="connsiteY60" fmla="*/ 380167 h 4290195"/>
              <a:gd name="connsiteX61" fmla="*/ 4499837 w 5844636"/>
              <a:gd name="connsiteY61" fmla="*/ 192175 h 4290195"/>
              <a:gd name="connsiteX62" fmla="*/ 4943914 w 5844636"/>
              <a:gd name="connsiteY62" fmla="*/ 639 h 4290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844636" h="4290195">
                <a:moveTo>
                  <a:pt x="2050516" y="3878591"/>
                </a:moveTo>
                <a:cubicBezTo>
                  <a:pt x="2050540" y="3878696"/>
                  <a:pt x="2050563" y="3878801"/>
                  <a:pt x="2050586" y="3878905"/>
                </a:cubicBezTo>
                <a:lnTo>
                  <a:pt x="2051115" y="3878591"/>
                </a:lnTo>
                <a:close/>
                <a:moveTo>
                  <a:pt x="2050586" y="411291"/>
                </a:moveTo>
                <a:cubicBezTo>
                  <a:pt x="2050563" y="411395"/>
                  <a:pt x="2050540" y="411500"/>
                  <a:pt x="2050516" y="411605"/>
                </a:cubicBezTo>
                <a:lnTo>
                  <a:pt x="2051115" y="411605"/>
                </a:lnTo>
                <a:close/>
                <a:moveTo>
                  <a:pt x="4943914" y="639"/>
                </a:moveTo>
                <a:cubicBezTo>
                  <a:pt x="5197674" y="-7340"/>
                  <a:pt x="5340414" y="60495"/>
                  <a:pt x="5461346" y="148781"/>
                </a:cubicBezTo>
                <a:lnTo>
                  <a:pt x="5564167" y="230578"/>
                </a:lnTo>
                <a:lnTo>
                  <a:pt x="5595031" y="254511"/>
                </a:lnTo>
                <a:lnTo>
                  <a:pt x="5597627" y="258030"/>
                </a:lnTo>
                <a:lnTo>
                  <a:pt x="5620608" y="277303"/>
                </a:lnTo>
                <a:cubicBezTo>
                  <a:pt x="5676999" y="325188"/>
                  <a:pt x="5754536" y="343810"/>
                  <a:pt x="5817976" y="350460"/>
                </a:cubicBezTo>
                <a:lnTo>
                  <a:pt x="5844635" y="352271"/>
                </a:lnTo>
                <a:lnTo>
                  <a:pt x="5844635" y="453984"/>
                </a:lnTo>
                <a:lnTo>
                  <a:pt x="5844635" y="907624"/>
                </a:lnTo>
                <a:lnTo>
                  <a:pt x="5844636" y="907624"/>
                </a:lnTo>
                <a:lnTo>
                  <a:pt x="5844636" y="3530338"/>
                </a:lnTo>
                <a:lnTo>
                  <a:pt x="5844635" y="3530338"/>
                </a:lnTo>
                <a:lnTo>
                  <a:pt x="5844635" y="3836212"/>
                </a:lnTo>
                <a:lnTo>
                  <a:pt x="5844635" y="3937925"/>
                </a:lnTo>
                <a:lnTo>
                  <a:pt x="5817976" y="3939736"/>
                </a:lnTo>
                <a:cubicBezTo>
                  <a:pt x="5754536" y="3946386"/>
                  <a:pt x="5676999" y="3965008"/>
                  <a:pt x="5620608" y="4012893"/>
                </a:cubicBezTo>
                <a:lnTo>
                  <a:pt x="5597627" y="4032166"/>
                </a:lnTo>
                <a:lnTo>
                  <a:pt x="5595031" y="4035685"/>
                </a:lnTo>
                <a:lnTo>
                  <a:pt x="5564167" y="4059618"/>
                </a:lnTo>
                <a:lnTo>
                  <a:pt x="5461346" y="4141415"/>
                </a:lnTo>
                <a:cubicBezTo>
                  <a:pt x="5340414" y="4229701"/>
                  <a:pt x="5197674" y="4297536"/>
                  <a:pt x="4943914" y="4289557"/>
                </a:cubicBezTo>
                <a:cubicBezTo>
                  <a:pt x="4753598" y="4286008"/>
                  <a:pt x="4626717" y="4193787"/>
                  <a:pt x="4499837" y="4098021"/>
                </a:cubicBezTo>
                <a:cubicBezTo>
                  <a:pt x="4380002" y="4005799"/>
                  <a:pt x="4246077" y="3910029"/>
                  <a:pt x="4076904" y="3910029"/>
                </a:cubicBezTo>
                <a:cubicBezTo>
                  <a:pt x="3942971" y="3910029"/>
                  <a:pt x="3865436" y="3980969"/>
                  <a:pt x="3780850" y="4059002"/>
                </a:cubicBezTo>
                <a:cubicBezTo>
                  <a:pt x="3661014" y="4168960"/>
                  <a:pt x="3534135" y="4282463"/>
                  <a:pt x="3216939" y="4278914"/>
                </a:cubicBezTo>
                <a:cubicBezTo>
                  <a:pt x="2973752" y="4276256"/>
                  <a:pt x="2845549" y="4209749"/>
                  <a:pt x="2749065" y="4130275"/>
                </a:cubicBezTo>
                <a:lnTo>
                  <a:pt x="2686537" y="4072721"/>
                </a:lnTo>
                <a:lnTo>
                  <a:pt x="2641623" y="4035685"/>
                </a:lnTo>
                <a:lnTo>
                  <a:pt x="2632195" y="4022090"/>
                </a:lnTo>
                <a:lnTo>
                  <a:pt x="2602031" y="3993661"/>
                </a:lnTo>
                <a:cubicBezTo>
                  <a:pt x="2542889" y="3941288"/>
                  <a:pt x="2476804" y="3899390"/>
                  <a:pt x="2371071" y="3899390"/>
                </a:cubicBezTo>
                <a:cubicBezTo>
                  <a:pt x="2251238" y="3895841"/>
                  <a:pt x="2166650" y="3970330"/>
                  <a:pt x="2082063" y="4048363"/>
                </a:cubicBezTo>
                <a:cubicBezTo>
                  <a:pt x="1941086" y="4172505"/>
                  <a:pt x="1793062" y="4310839"/>
                  <a:pt x="1405371" y="4282463"/>
                </a:cubicBezTo>
                <a:cubicBezTo>
                  <a:pt x="1038829" y="4257632"/>
                  <a:pt x="940144" y="4144129"/>
                  <a:pt x="848512" y="4041269"/>
                </a:cubicBezTo>
                <a:cubicBezTo>
                  <a:pt x="792120" y="3977424"/>
                  <a:pt x="742775" y="3917123"/>
                  <a:pt x="608849" y="3910029"/>
                </a:cubicBezTo>
                <a:cubicBezTo>
                  <a:pt x="481970" y="3899390"/>
                  <a:pt x="411481" y="3970330"/>
                  <a:pt x="326895" y="4044814"/>
                </a:cubicBezTo>
                <a:cubicBezTo>
                  <a:pt x="296936" y="4072304"/>
                  <a:pt x="266096" y="4100680"/>
                  <a:pt x="231404" y="4127726"/>
                </a:cubicBezTo>
                <a:lnTo>
                  <a:pt x="211490" y="4140305"/>
                </a:lnTo>
                <a:lnTo>
                  <a:pt x="197648" y="4153663"/>
                </a:lnTo>
                <a:cubicBezTo>
                  <a:pt x="157833" y="4186916"/>
                  <a:pt x="109839" y="4216677"/>
                  <a:pt x="41400" y="4238458"/>
                </a:cubicBezTo>
                <a:lnTo>
                  <a:pt x="0" y="4247507"/>
                </a:lnTo>
                <a:lnTo>
                  <a:pt x="1626" y="4183214"/>
                </a:lnTo>
                <a:cubicBezTo>
                  <a:pt x="82708" y="2583641"/>
                  <a:pt x="844639" y="1163697"/>
                  <a:pt x="2003394" y="207408"/>
                </a:cubicBezTo>
                <a:lnTo>
                  <a:pt x="2022853" y="192116"/>
                </a:lnTo>
                <a:lnTo>
                  <a:pt x="2082063" y="241833"/>
                </a:lnTo>
                <a:cubicBezTo>
                  <a:pt x="2166650" y="319866"/>
                  <a:pt x="2251238" y="394355"/>
                  <a:pt x="2371071" y="390806"/>
                </a:cubicBezTo>
                <a:cubicBezTo>
                  <a:pt x="2476804" y="390806"/>
                  <a:pt x="2542889" y="348908"/>
                  <a:pt x="2602031" y="296535"/>
                </a:cubicBezTo>
                <a:lnTo>
                  <a:pt x="2632195" y="268106"/>
                </a:lnTo>
                <a:lnTo>
                  <a:pt x="2641623" y="254511"/>
                </a:lnTo>
                <a:lnTo>
                  <a:pt x="2686537" y="217475"/>
                </a:lnTo>
                <a:lnTo>
                  <a:pt x="2749065" y="159921"/>
                </a:lnTo>
                <a:cubicBezTo>
                  <a:pt x="2845549" y="80447"/>
                  <a:pt x="2973752" y="13940"/>
                  <a:pt x="3216939" y="11282"/>
                </a:cubicBezTo>
                <a:cubicBezTo>
                  <a:pt x="3534135" y="7733"/>
                  <a:pt x="3661014" y="121236"/>
                  <a:pt x="3780850" y="231194"/>
                </a:cubicBezTo>
                <a:cubicBezTo>
                  <a:pt x="3865436" y="309227"/>
                  <a:pt x="3942971" y="380167"/>
                  <a:pt x="4076904" y="380167"/>
                </a:cubicBezTo>
                <a:cubicBezTo>
                  <a:pt x="4246077" y="380167"/>
                  <a:pt x="4380002" y="284397"/>
                  <a:pt x="4499837" y="192175"/>
                </a:cubicBezTo>
                <a:cubicBezTo>
                  <a:pt x="4626717" y="96409"/>
                  <a:pt x="4753598" y="4188"/>
                  <a:pt x="4943914" y="63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15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3" grpId="0" animBg="1"/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F5C547D-083B-4D53-9837-8219A4C504B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73882" y="4410737"/>
            <a:ext cx="2852809" cy="3232433"/>
          </a:xfrm>
          <a:custGeom>
            <a:avLst/>
            <a:gdLst>
              <a:gd name="connsiteX0" fmla="*/ 2146051 w 2852809"/>
              <a:gd name="connsiteY0" fmla="*/ 155 h 3232433"/>
              <a:gd name="connsiteX1" fmla="*/ 2204900 w 2852809"/>
              <a:gd name="connsiteY1" fmla="*/ 6050 h 3232433"/>
              <a:gd name="connsiteX2" fmla="*/ 2590616 w 2852809"/>
              <a:gd name="connsiteY2" fmla="*/ 467531 h 3232433"/>
              <a:gd name="connsiteX3" fmla="*/ 2519444 w 2852809"/>
              <a:gd name="connsiteY3" fmla="*/ 1101208 h 3232433"/>
              <a:gd name="connsiteX4" fmla="*/ 2496485 w 2852809"/>
              <a:gd name="connsiteY4" fmla="*/ 1734887 h 3232433"/>
              <a:gd name="connsiteX5" fmla="*/ 2838579 w 2852809"/>
              <a:gd name="connsiteY5" fmla="*/ 2414482 h 3232433"/>
              <a:gd name="connsiteX6" fmla="*/ 2158981 w 2852809"/>
              <a:gd name="connsiteY6" fmla="*/ 3231831 h 3232433"/>
              <a:gd name="connsiteX7" fmla="*/ 1242907 w 2852809"/>
              <a:gd name="connsiteY7" fmla="*/ 2561422 h 3232433"/>
              <a:gd name="connsiteX8" fmla="*/ 1031681 w 2852809"/>
              <a:gd name="connsiteY8" fmla="*/ 1891008 h 3232433"/>
              <a:gd name="connsiteX9" fmla="*/ 260249 w 2852809"/>
              <a:gd name="connsiteY9" fmla="*/ 1578761 h 3232433"/>
              <a:gd name="connsiteX10" fmla="*/ 255657 w 2852809"/>
              <a:gd name="connsiteY10" fmla="*/ 793553 h 3232433"/>
              <a:gd name="connsiteX11" fmla="*/ 811272 w 2852809"/>
              <a:gd name="connsiteY11" fmla="*/ 612176 h 3232433"/>
              <a:gd name="connsiteX12" fmla="*/ 1371479 w 2852809"/>
              <a:gd name="connsiteY12" fmla="*/ 446869 h 3232433"/>
              <a:gd name="connsiteX13" fmla="*/ 2146051 w 2852809"/>
              <a:gd name="connsiteY13" fmla="*/ 155 h 3232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52809" h="3232433">
                <a:moveTo>
                  <a:pt x="2146051" y="155"/>
                </a:moveTo>
                <a:cubicBezTo>
                  <a:pt x="2165349" y="687"/>
                  <a:pt x="2184954" y="2606"/>
                  <a:pt x="2204900" y="6050"/>
                </a:cubicBezTo>
                <a:cubicBezTo>
                  <a:pt x="2416126" y="42785"/>
                  <a:pt x="2558473" y="256306"/>
                  <a:pt x="2590616" y="467531"/>
                </a:cubicBezTo>
                <a:cubicBezTo>
                  <a:pt x="2620465" y="678757"/>
                  <a:pt x="2565362" y="892279"/>
                  <a:pt x="2519444" y="1101208"/>
                </a:cubicBezTo>
                <a:cubicBezTo>
                  <a:pt x="2471231" y="1310139"/>
                  <a:pt x="2434493" y="1530548"/>
                  <a:pt x="2496485" y="1734887"/>
                </a:cubicBezTo>
                <a:cubicBezTo>
                  <a:pt x="2569954" y="1978255"/>
                  <a:pt x="2778885" y="2166519"/>
                  <a:pt x="2838579" y="2414482"/>
                </a:cubicBezTo>
                <a:cubicBezTo>
                  <a:pt x="2930417" y="2807085"/>
                  <a:pt x="2563067" y="3215760"/>
                  <a:pt x="2158981" y="3231831"/>
                </a:cubicBezTo>
                <a:cubicBezTo>
                  <a:pt x="1754898" y="3247903"/>
                  <a:pt x="1382957" y="2940249"/>
                  <a:pt x="1242907" y="2561422"/>
                </a:cubicBezTo>
                <a:cubicBezTo>
                  <a:pt x="1160253" y="2341010"/>
                  <a:pt x="1144181" y="2097641"/>
                  <a:pt x="1031681" y="1891008"/>
                </a:cubicBezTo>
                <a:cubicBezTo>
                  <a:pt x="836526" y="1532843"/>
                  <a:pt x="556423" y="1679785"/>
                  <a:pt x="260249" y="1578761"/>
                </a:cubicBezTo>
                <a:cubicBezTo>
                  <a:pt x="-136948" y="1443303"/>
                  <a:pt x="-31333" y="979525"/>
                  <a:pt x="255657" y="793553"/>
                </a:cubicBezTo>
                <a:cubicBezTo>
                  <a:pt x="420964" y="687940"/>
                  <a:pt x="618414" y="646616"/>
                  <a:pt x="811272" y="612176"/>
                </a:cubicBezTo>
                <a:cubicBezTo>
                  <a:pt x="1004130" y="577738"/>
                  <a:pt x="1201580" y="543298"/>
                  <a:pt x="1371479" y="446869"/>
                </a:cubicBezTo>
                <a:cubicBezTo>
                  <a:pt x="1636227" y="296199"/>
                  <a:pt x="1856583" y="-7833"/>
                  <a:pt x="2146051" y="15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AB277B-AEBD-4A76-8AF4-DCE87F3A038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433807" y="123053"/>
            <a:ext cx="2312758" cy="2164531"/>
          </a:xfrm>
          <a:custGeom>
            <a:avLst/>
            <a:gdLst>
              <a:gd name="connsiteX0" fmla="*/ 1637589 w 2312758"/>
              <a:gd name="connsiteY0" fmla="*/ 479 h 2164531"/>
              <a:gd name="connsiteX1" fmla="*/ 2237625 w 2312758"/>
              <a:gd name="connsiteY1" fmla="*/ 1068704 h 2164531"/>
              <a:gd name="connsiteX2" fmla="*/ 1886483 w 2312758"/>
              <a:gd name="connsiteY2" fmla="*/ 1461553 h 2164531"/>
              <a:gd name="connsiteX3" fmla="*/ 1560903 w 2312758"/>
              <a:gd name="connsiteY3" fmla="*/ 2161146 h 2164531"/>
              <a:gd name="connsiteX4" fmla="*/ 1096749 w 2312758"/>
              <a:gd name="connsiteY4" fmla="*/ 1713138 h 2164531"/>
              <a:gd name="connsiteX5" fmla="*/ 268001 w 2312758"/>
              <a:gd name="connsiteY5" fmla="*/ 1781751 h 2164531"/>
              <a:gd name="connsiteX6" fmla="*/ 218223 w 2312758"/>
              <a:gd name="connsiteY6" fmla="*/ 947621 h 2164531"/>
              <a:gd name="connsiteX7" fmla="*/ 716010 w 2312758"/>
              <a:gd name="connsiteY7" fmla="*/ 661057 h 2164531"/>
              <a:gd name="connsiteX8" fmla="*/ 1637589 w 2312758"/>
              <a:gd name="connsiteY8" fmla="*/ 479 h 216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12758" h="2164531">
                <a:moveTo>
                  <a:pt x="1637589" y="479"/>
                </a:moveTo>
                <a:cubicBezTo>
                  <a:pt x="2117887" y="15279"/>
                  <a:pt x="2474410" y="539974"/>
                  <a:pt x="2237625" y="1068704"/>
                </a:cubicBezTo>
                <a:cubicBezTo>
                  <a:pt x="2152867" y="1257056"/>
                  <a:pt x="1952406" y="1314908"/>
                  <a:pt x="1886483" y="1461553"/>
                </a:cubicBezTo>
                <a:cubicBezTo>
                  <a:pt x="1757328" y="1749462"/>
                  <a:pt x="1864957" y="2116750"/>
                  <a:pt x="1560903" y="2161146"/>
                </a:cubicBezTo>
                <a:cubicBezTo>
                  <a:pt x="1233977" y="2206889"/>
                  <a:pt x="1252813" y="1775025"/>
                  <a:pt x="1096749" y="1713138"/>
                </a:cubicBezTo>
                <a:cubicBezTo>
                  <a:pt x="763097" y="1582636"/>
                  <a:pt x="643360" y="1917635"/>
                  <a:pt x="268001" y="1781751"/>
                </a:cubicBezTo>
                <a:cubicBezTo>
                  <a:pt x="-64305" y="1662014"/>
                  <a:pt x="-95249" y="1053906"/>
                  <a:pt x="218223" y="947621"/>
                </a:cubicBezTo>
                <a:cubicBezTo>
                  <a:pt x="346032" y="904569"/>
                  <a:pt x="668921" y="979910"/>
                  <a:pt x="716010" y="661057"/>
                </a:cubicBezTo>
                <a:cubicBezTo>
                  <a:pt x="757716" y="379874"/>
                  <a:pt x="1095405" y="-15666"/>
                  <a:pt x="1637589" y="47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FB530B4-35D9-4FA0-8897-A74895EFD2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624161" y="-948470"/>
            <a:ext cx="3917403" cy="3560912"/>
          </a:xfrm>
          <a:custGeom>
            <a:avLst/>
            <a:gdLst>
              <a:gd name="connsiteX0" fmla="*/ 1248336 w 3917403"/>
              <a:gd name="connsiteY0" fmla="*/ 311 h 3560912"/>
              <a:gd name="connsiteX1" fmla="*/ 1758858 w 3917403"/>
              <a:gd name="connsiteY1" fmla="*/ 143801 h 3560912"/>
              <a:gd name="connsiteX2" fmla="*/ 2201249 w 3917403"/>
              <a:gd name="connsiteY2" fmla="*/ 558275 h 3560912"/>
              <a:gd name="connsiteX3" fmla="*/ 2203397 w 3917403"/>
              <a:gd name="connsiteY3" fmla="*/ 560422 h 3560912"/>
              <a:gd name="connsiteX4" fmla="*/ 2691959 w 3917403"/>
              <a:gd name="connsiteY4" fmla="*/ 818126 h 3560912"/>
              <a:gd name="connsiteX5" fmla="*/ 2847656 w 3917403"/>
              <a:gd name="connsiteY5" fmla="*/ 855707 h 3560912"/>
              <a:gd name="connsiteX6" fmla="*/ 3618620 w 3917403"/>
              <a:gd name="connsiteY6" fmla="*/ 1243337 h 3560912"/>
              <a:gd name="connsiteX7" fmla="*/ 3911757 w 3917403"/>
              <a:gd name="connsiteY7" fmla="*/ 2048661 h 3560912"/>
              <a:gd name="connsiteX8" fmla="*/ 3429637 w 3917403"/>
              <a:gd name="connsiteY8" fmla="*/ 2748756 h 3560912"/>
              <a:gd name="connsiteX9" fmla="*/ 2749943 w 3917403"/>
              <a:gd name="connsiteY9" fmla="*/ 2891566 h 3560912"/>
              <a:gd name="connsiteX10" fmla="*/ 1768521 w 3917403"/>
              <a:gd name="connsiteY10" fmla="*/ 3189000 h 3560912"/>
              <a:gd name="connsiteX11" fmla="*/ 888033 w 3917403"/>
              <a:gd name="connsiteY11" fmla="*/ 3553005 h 3560912"/>
              <a:gd name="connsiteX12" fmla="*/ 287799 w 3917403"/>
              <a:gd name="connsiteY12" fmla="*/ 3419860 h 3560912"/>
              <a:gd name="connsiteX13" fmla="*/ 29 w 3917403"/>
              <a:gd name="connsiteY13" fmla="*/ 2889418 h 3560912"/>
              <a:gd name="connsiteX14" fmla="*/ 540133 w 3917403"/>
              <a:gd name="connsiteY14" fmla="*/ 1753375 h 3560912"/>
              <a:gd name="connsiteX15" fmla="*/ 448863 w 3917403"/>
              <a:gd name="connsiteY15" fmla="*/ 731150 h 3560912"/>
              <a:gd name="connsiteX16" fmla="*/ 935279 w 3917403"/>
              <a:gd name="connsiteY16" fmla="*/ 68638 h 3560912"/>
              <a:gd name="connsiteX17" fmla="*/ 1248336 w 3917403"/>
              <a:gd name="connsiteY17" fmla="*/ 311 h 356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17403" h="3560912">
                <a:moveTo>
                  <a:pt x="1248336" y="311"/>
                </a:moveTo>
                <a:cubicBezTo>
                  <a:pt x="1427668" y="-4429"/>
                  <a:pt x="1609201" y="45149"/>
                  <a:pt x="1758858" y="143801"/>
                </a:cubicBezTo>
                <a:cubicBezTo>
                  <a:pt x="1927438" y="254398"/>
                  <a:pt x="2054143" y="418685"/>
                  <a:pt x="2201249" y="558275"/>
                </a:cubicBezTo>
                <a:cubicBezTo>
                  <a:pt x="2201249" y="559348"/>
                  <a:pt x="2202322" y="559348"/>
                  <a:pt x="2203397" y="560422"/>
                </a:cubicBezTo>
                <a:cubicBezTo>
                  <a:pt x="2339764" y="689274"/>
                  <a:pt x="2509419" y="777323"/>
                  <a:pt x="2691959" y="818126"/>
                </a:cubicBezTo>
                <a:cubicBezTo>
                  <a:pt x="2743500" y="829937"/>
                  <a:pt x="2796115" y="842822"/>
                  <a:pt x="2847656" y="855707"/>
                </a:cubicBezTo>
                <a:cubicBezTo>
                  <a:pt x="3130056" y="927650"/>
                  <a:pt x="3412457" y="1038247"/>
                  <a:pt x="3618620" y="1243337"/>
                </a:cubicBezTo>
                <a:cubicBezTo>
                  <a:pt x="3829078" y="1451647"/>
                  <a:pt x="3945044" y="1754449"/>
                  <a:pt x="3911757" y="2048661"/>
                </a:cubicBezTo>
                <a:cubicBezTo>
                  <a:pt x="3880619" y="2342872"/>
                  <a:pt x="3695931" y="2619904"/>
                  <a:pt x="3429637" y="2748756"/>
                </a:cubicBezTo>
                <a:cubicBezTo>
                  <a:pt x="3220252" y="2849690"/>
                  <a:pt x="2980803" y="2859353"/>
                  <a:pt x="2749943" y="2891566"/>
                </a:cubicBezTo>
                <a:cubicBezTo>
                  <a:pt x="2410633" y="2938812"/>
                  <a:pt x="2077765" y="3039746"/>
                  <a:pt x="1768521" y="3189000"/>
                </a:cubicBezTo>
                <a:cubicBezTo>
                  <a:pt x="1481826" y="3328589"/>
                  <a:pt x="1204794" y="3512202"/>
                  <a:pt x="888033" y="3553005"/>
                </a:cubicBezTo>
                <a:cubicBezTo>
                  <a:pt x="679722" y="3579850"/>
                  <a:pt x="459601" y="3539047"/>
                  <a:pt x="287799" y="3419860"/>
                </a:cubicBezTo>
                <a:cubicBezTo>
                  <a:pt x="115996" y="3300671"/>
                  <a:pt x="-2118" y="3098803"/>
                  <a:pt x="29" y="2889418"/>
                </a:cubicBezTo>
                <a:cubicBezTo>
                  <a:pt x="4325" y="2465282"/>
                  <a:pt x="458527" y="2169996"/>
                  <a:pt x="540133" y="1753375"/>
                </a:cubicBezTo>
                <a:cubicBezTo>
                  <a:pt x="606706" y="1415139"/>
                  <a:pt x="415576" y="1073682"/>
                  <a:pt x="448863" y="731150"/>
                </a:cubicBezTo>
                <a:cubicBezTo>
                  <a:pt x="476781" y="444456"/>
                  <a:pt x="672207" y="183530"/>
                  <a:pt x="935279" y="68638"/>
                </a:cubicBezTo>
                <a:cubicBezTo>
                  <a:pt x="1033931" y="25553"/>
                  <a:pt x="1140737" y="3154"/>
                  <a:pt x="1248336" y="311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695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0" grpId="0" animBg="1"/>
      <p:bldP spid="10" grpId="1" animBg="1"/>
      <p:bldP spid="7" grpId="0" animBg="1"/>
      <p:bldP spid="7" grpId="1" animBg="1"/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DBA0926-5713-485D-95C3-86A3D012B818}"/>
              </a:ext>
            </a:extLst>
          </p:cNvPr>
          <p:cNvSpPr/>
          <p:nvPr userDrawn="1"/>
        </p:nvSpPr>
        <p:spPr>
          <a:xfrm>
            <a:off x="0" y="-117403"/>
            <a:ext cx="6249531" cy="6259150"/>
          </a:xfrm>
          <a:custGeom>
            <a:avLst/>
            <a:gdLst>
              <a:gd name="connsiteX0" fmla="*/ 0 w 6249531"/>
              <a:gd name="connsiteY0" fmla="*/ 0 h 6259150"/>
              <a:gd name="connsiteX1" fmla="*/ 5794633 w 6249531"/>
              <a:gd name="connsiteY1" fmla="*/ 0 h 6259150"/>
              <a:gd name="connsiteX2" fmla="*/ 5832298 w 6249531"/>
              <a:gd name="connsiteY2" fmla="*/ 44579 h 6259150"/>
              <a:gd name="connsiteX3" fmla="*/ 6242094 w 6249531"/>
              <a:gd name="connsiteY3" fmla="*/ 1365061 h 6259150"/>
              <a:gd name="connsiteX4" fmla="*/ 4068348 w 6249531"/>
              <a:gd name="connsiteY4" fmla="*/ 3504072 h 6259150"/>
              <a:gd name="connsiteX5" fmla="*/ 2151623 w 6249531"/>
              <a:gd name="connsiteY5" fmla="*/ 3799886 h 6259150"/>
              <a:gd name="connsiteX6" fmla="*/ 1013465 w 6249531"/>
              <a:gd name="connsiteY6" fmla="*/ 5697712 h 6259150"/>
              <a:gd name="connsiteX7" fmla="*/ 52895 w 6249531"/>
              <a:gd name="connsiteY7" fmla="*/ 6255593 h 6259150"/>
              <a:gd name="connsiteX8" fmla="*/ 0 w 6249531"/>
              <a:gd name="connsiteY8" fmla="*/ 6247643 h 6259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531" h="6259150">
                <a:moveTo>
                  <a:pt x="0" y="0"/>
                </a:moveTo>
                <a:lnTo>
                  <a:pt x="5794633" y="0"/>
                </a:lnTo>
                <a:lnTo>
                  <a:pt x="5832298" y="44579"/>
                </a:lnTo>
                <a:cubicBezTo>
                  <a:pt x="6123667" y="424704"/>
                  <a:pt x="6287269" y="900067"/>
                  <a:pt x="6242094" y="1365061"/>
                </a:cubicBezTo>
                <a:cubicBezTo>
                  <a:pt x="6138845" y="2427898"/>
                  <a:pt x="5158969" y="3282802"/>
                  <a:pt x="4068348" y="3504072"/>
                </a:cubicBezTo>
                <a:cubicBezTo>
                  <a:pt x="3433370" y="3635868"/>
                  <a:pt x="2759675" y="3584770"/>
                  <a:pt x="2151623" y="3799886"/>
                </a:cubicBezTo>
                <a:cubicBezTo>
                  <a:pt x="1097607" y="4173163"/>
                  <a:pt x="1398690" y="4961870"/>
                  <a:pt x="1013465" y="5697712"/>
                </a:cubicBezTo>
                <a:cubicBezTo>
                  <a:pt x="787471" y="6129456"/>
                  <a:pt x="424125" y="6285479"/>
                  <a:pt x="52895" y="6255593"/>
                </a:cubicBezTo>
                <a:lnTo>
                  <a:pt x="0" y="624764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2B9D439-AAAE-48DC-AA04-0C328A789C1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743439" y="1205772"/>
            <a:ext cx="2356359" cy="1382078"/>
          </a:xfrm>
          <a:custGeom>
            <a:avLst/>
            <a:gdLst>
              <a:gd name="connsiteX0" fmla="*/ 230351 w 2356359"/>
              <a:gd name="connsiteY0" fmla="*/ 0 h 1382078"/>
              <a:gd name="connsiteX1" fmla="*/ 2126008 w 2356359"/>
              <a:gd name="connsiteY1" fmla="*/ 0 h 1382078"/>
              <a:gd name="connsiteX2" fmla="*/ 2356359 w 2356359"/>
              <a:gd name="connsiteY2" fmla="*/ 230351 h 1382078"/>
              <a:gd name="connsiteX3" fmla="*/ 2356359 w 2356359"/>
              <a:gd name="connsiteY3" fmla="*/ 1151727 h 1382078"/>
              <a:gd name="connsiteX4" fmla="*/ 2126008 w 2356359"/>
              <a:gd name="connsiteY4" fmla="*/ 1382078 h 1382078"/>
              <a:gd name="connsiteX5" fmla="*/ 230351 w 2356359"/>
              <a:gd name="connsiteY5" fmla="*/ 1382078 h 1382078"/>
              <a:gd name="connsiteX6" fmla="*/ 0 w 2356359"/>
              <a:gd name="connsiteY6" fmla="*/ 1151727 h 1382078"/>
              <a:gd name="connsiteX7" fmla="*/ 0 w 2356359"/>
              <a:gd name="connsiteY7" fmla="*/ 230351 h 1382078"/>
              <a:gd name="connsiteX8" fmla="*/ 230351 w 2356359"/>
              <a:gd name="connsiteY8" fmla="*/ 0 h 138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56359" h="1382078">
                <a:moveTo>
                  <a:pt x="230351" y="0"/>
                </a:moveTo>
                <a:lnTo>
                  <a:pt x="2126008" y="0"/>
                </a:lnTo>
                <a:cubicBezTo>
                  <a:pt x="2253227" y="0"/>
                  <a:pt x="2356359" y="103132"/>
                  <a:pt x="2356359" y="230351"/>
                </a:cubicBezTo>
                <a:lnTo>
                  <a:pt x="2356359" y="1151727"/>
                </a:lnTo>
                <a:cubicBezTo>
                  <a:pt x="2356359" y="1278946"/>
                  <a:pt x="2253227" y="1382078"/>
                  <a:pt x="2126008" y="1382078"/>
                </a:cubicBezTo>
                <a:lnTo>
                  <a:pt x="230351" y="1382078"/>
                </a:lnTo>
                <a:cubicBezTo>
                  <a:pt x="103132" y="1382078"/>
                  <a:pt x="0" y="1278946"/>
                  <a:pt x="0" y="1151727"/>
                </a:cubicBezTo>
                <a:lnTo>
                  <a:pt x="0" y="230351"/>
                </a:lnTo>
                <a:cubicBezTo>
                  <a:pt x="0" y="103132"/>
                  <a:pt x="103132" y="0"/>
                  <a:pt x="23035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/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278C9AB-1E88-4835-ACEC-F8557A11147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99558" y="2175379"/>
            <a:ext cx="4300242" cy="2522227"/>
          </a:xfrm>
          <a:custGeom>
            <a:avLst/>
            <a:gdLst>
              <a:gd name="connsiteX0" fmla="*/ 420380 w 4300242"/>
              <a:gd name="connsiteY0" fmla="*/ 0 h 2522227"/>
              <a:gd name="connsiteX1" fmla="*/ 3879862 w 4300242"/>
              <a:gd name="connsiteY1" fmla="*/ 0 h 2522227"/>
              <a:gd name="connsiteX2" fmla="*/ 4300242 w 4300242"/>
              <a:gd name="connsiteY2" fmla="*/ 420380 h 2522227"/>
              <a:gd name="connsiteX3" fmla="*/ 4300242 w 4300242"/>
              <a:gd name="connsiteY3" fmla="*/ 2101847 h 2522227"/>
              <a:gd name="connsiteX4" fmla="*/ 3879862 w 4300242"/>
              <a:gd name="connsiteY4" fmla="*/ 2522227 h 2522227"/>
              <a:gd name="connsiteX5" fmla="*/ 420380 w 4300242"/>
              <a:gd name="connsiteY5" fmla="*/ 2522227 h 2522227"/>
              <a:gd name="connsiteX6" fmla="*/ 0 w 4300242"/>
              <a:gd name="connsiteY6" fmla="*/ 2101847 h 2522227"/>
              <a:gd name="connsiteX7" fmla="*/ 0 w 4300242"/>
              <a:gd name="connsiteY7" fmla="*/ 420380 h 2522227"/>
              <a:gd name="connsiteX8" fmla="*/ 420380 w 4300242"/>
              <a:gd name="connsiteY8" fmla="*/ 0 h 252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00242" h="2522227">
                <a:moveTo>
                  <a:pt x="420380" y="0"/>
                </a:moveTo>
                <a:lnTo>
                  <a:pt x="3879862" y="0"/>
                </a:lnTo>
                <a:cubicBezTo>
                  <a:pt x="4112031" y="0"/>
                  <a:pt x="4300242" y="188211"/>
                  <a:pt x="4300242" y="420380"/>
                </a:cubicBezTo>
                <a:lnTo>
                  <a:pt x="4300242" y="2101847"/>
                </a:lnTo>
                <a:cubicBezTo>
                  <a:pt x="4300242" y="2334016"/>
                  <a:pt x="4112031" y="2522227"/>
                  <a:pt x="3879862" y="2522227"/>
                </a:cubicBezTo>
                <a:lnTo>
                  <a:pt x="420380" y="2522227"/>
                </a:lnTo>
                <a:cubicBezTo>
                  <a:pt x="188211" y="2522227"/>
                  <a:pt x="0" y="2334016"/>
                  <a:pt x="0" y="2101847"/>
                </a:cubicBezTo>
                <a:lnTo>
                  <a:pt x="0" y="420380"/>
                </a:lnTo>
                <a:cubicBezTo>
                  <a:pt x="0" y="188211"/>
                  <a:pt x="188211" y="0"/>
                  <a:pt x="42038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01700" dist="495300" dir="18900000" sx="84000" sy="84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89EFD7C-1F4A-46B7-B4D5-F5AB56B5C22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11966" y="3436494"/>
            <a:ext cx="4775183" cy="2800795"/>
          </a:xfrm>
          <a:custGeom>
            <a:avLst/>
            <a:gdLst>
              <a:gd name="connsiteX0" fmla="*/ 466809 w 4775183"/>
              <a:gd name="connsiteY0" fmla="*/ 0 h 2800795"/>
              <a:gd name="connsiteX1" fmla="*/ 4308374 w 4775183"/>
              <a:gd name="connsiteY1" fmla="*/ 0 h 2800795"/>
              <a:gd name="connsiteX2" fmla="*/ 4775183 w 4775183"/>
              <a:gd name="connsiteY2" fmla="*/ 466809 h 2800795"/>
              <a:gd name="connsiteX3" fmla="*/ 4775183 w 4775183"/>
              <a:gd name="connsiteY3" fmla="*/ 2333986 h 2800795"/>
              <a:gd name="connsiteX4" fmla="*/ 4308374 w 4775183"/>
              <a:gd name="connsiteY4" fmla="*/ 2800795 h 2800795"/>
              <a:gd name="connsiteX5" fmla="*/ 466809 w 4775183"/>
              <a:gd name="connsiteY5" fmla="*/ 2800795 h 2800795"/>
              <a:gd name="connsiteX6" fmla="*/ 0 w 4775183"/>
              <a:gd name="connsiteY6" fmla="*/ 2333986 h 2800795"/>
              <a:gd name="connsiteX7" fmla="*/ 0 w 4775183"/>
              <a:gd name="connsiteY7" fmla="*/ 466809 h 2800795"/>
              <a:gd name="connsiteX8" fmla="*/ 466809 w 4775183"/>
              <a:gd name="connsiteY8" fmla="*/ 0 h 2800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75183" h="2800795">
                <a:moveTo>
                  <a:pt x="466809" y="0"/>
                </a:moveTo>
                <a:lnTo>
                  <a:pt x="4308374" y="0"/>
                </a:lnTo>
                <a:cubicBezTo>
                  <a:pt x="4566185" y="0"/>
                  <a:pt x="4775183" y="208998"/>
                  <a:pt x="4775183" y="466809"/>
                </a:cubicBezTo>
                <a:lnTo>
                  <a:pt x="4775183" y="2333986"/>
                </a:lnTo>
                <a:cubicBezTo>
                  <a:pt x="4775183" y="2591797"/>
                  <a:pt x="4566185" y="2800795"/>
                  <a:pt x="4308374" y="2800795"/>
                </a:cubicBezTo>
                <a:lnTo>
                  <a:pt x="466809" y="2800795"/>
                </a:lnTo>
                <a:cubicBezTo>
                  <a:pt x="208998" y="2800795"/>
                  <a:pt x="0" y="2591797"/>
                  <a:pt x="0" y="2333986"/>
                </a:cubicBezTo>
                <a:lnTo>
                  <a:pt x="0" y="466809"/>
                </a:lnTo>
                <a:cubicBezTo>
                  <a:pt x="0" y="208998"/>
                  <a:pt x="208998" y="0"/>
                  <a:pt x="46680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77900" dist="685800" dir="18900000" sx="87000" sy="87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856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3" grpId="0" animBg="1"/>
      <p:bldP spid="10" grpId="0" animBg="1"/>
      <p:bldP spid="7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Single Corner Rounded 11">
            <a:extLst>
              <a:ext uri="{FF2B5EF4-FFF2-40B4-BE49-F238E27FC236}">
                <a16:creationId xmlns:a16="http://schemas.microsoft.com/office/drawing/2014/main" id="{4C24B779-E90C-48FB-A6A4-AEF3C6700498}"/>
              </a:ext>
            </a:extLst>
          </p:cNvPr>
          <p:cNvSpPr/>
          <p:nvPr userDrawn="1"/>
        </p:nvSpPr>
        <p:spPr>
          <a:xfrm flipH="1">
            <a:off x="4008120" y="2148839"/>
            <a:ext cx="8183880" cy="4709161"/>
          </a:xfrm>
          <a:prstGeom prst="round1Rect">
            <a:avLst>
              <a:gd name="adj" fmla="val 857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5B771F-E549-4F6E-B2ED-962B9DA4802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19020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E20149C-79E7-49C2-83BD-8D85DEDE7A3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25316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6F2E8B5-58B2-456E-A791-1CB3609041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6043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5BA95C-0816-4264-AC24-7743EBA8B584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BEC274A-E58E-4712-B844-2B5B4F2C40E8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278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10" grpId="0" animBg="1"/>
      <p:bldP spid="11" grpId="0" animBg="1"/>
      <p:bldP spid="13" grpId="0"/>
      <p:bldP spid="21" grpId="0" animBg="1"/>
    </p:bldLst>
  </p:timing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AC8A41A-9F31-4393-B83C-097A612761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495300" dir="10800000" sx="88000" sy="88000" algn="l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A8A8680-19DC-4C7C-BCB5-8BE4DEBA679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70136" y="2068643"/>
            <a:ext cx="2127446" cy="3281152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16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D6EE318-7AB3-4720-9075-16439EDA968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49962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2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70201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4640808-FF49-40B1-9478-5B58095D203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286599" y="3710467"/>
            <a:ext cx="3274244" cy="2233133"/>
          </a:xfrm>
          <a:custGeom>
            <a:avLst/>
            <a:gdLst>
              <a:gd name="connsiteX0" fmla="*/ 279700 w 3274244"/>
              <a:gd name="connsiteY0" fmla="*/ 0 h 2233133"/>
              <a:gd name="connsiteX1" fmla="*/ 2994544 w 3274244"/>
              <a:gd name="connsiteY1" fmla="*/ 0 h 2233133"/>
              <a:gd name="connsiteX2" fmla="*/ 3274244 w 3274244"/>
              <a:gd name="connsiteY2" fmla="*/ 279700 h 2233133"/>
              <a:gd name="connsiteX3" fmla="*/ 3274244 w 3274244"/>
              <a:gd name="connsiteY3" fmla="*/ 1953433 h 2233133"/>
              <a:gd name="connsiteX4" fmla="*/ 2994544 w 3274244"/>
              <a:gd name="connsiteY4" fmla="*/ 2233133 h 2233133"/>
              <a:gd name="connsiteX5" fmla="*/ 279700 w 3274244"/>
              <a:gd name="connsiteY5" fmla="*/ 2233133 h 2233133"/>
              <a:gd name="connsiteX6" fmla="*/ 0 w 3274244"/>
              <a:gd name="connsiteY6" fmla="*/ 1953433 h 2233133"/>
              <a:gd name="connsiteX7" fmla="*/ 0 w 3274244"/>
              <a:gd name="connsiteY7" fmla="*/ 279700 h 2233133"/>
              <a:gd name="connsiteX8" fmla="*/ 279700 w 3274244"/>
              <a:gd name="connsiteY8" fmla="*/ 0 h 2233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274244" h="2233133">
                <a:moveTo>
                  <a:pt x="279700" y="0"/>
                </a:moveTo>
                <a:lnTo>
                  <a:pt x="2994544" y="0"/>
                </a:lnTo>
                <a:cubicBezTo>
                  <a:pt x="3149018" y="0"/>
                  <a:pt x="3274244" y="125226"/>
                  <a:pt x="3274244" y="279700"/>
                </a:cubicBezTo>
                <a:lnTo>
                  <a:pt x="3274244" y="1953433"/>
                </a:lnTo>
                <a:cubicBezTo>
                  <a:pt x="3274244" y="2107907"/>
                  <a:pt x="3149018" y="2233133"/>
                  <a:pt x="2994544" y="2233133"/>
                </a:cubicBezTo>
                <a:lnTo>
                  <a:pt x="279700" y="2233133"/>
                </a:lnTo>
                <a:cubicBezTo>
                  <a:pt x="125226" y="2233133"/>
                  <a:pt x="0" y="2107907"/>
                  <a:pt x="0" y="1953433"/>
                </a:cubicBezTo>
                <a:lnTo>
                  <a:pt x="0" y="279700"/>
                </a:lnTo>
                <a:cubicBezTo>
                  <a:pt x="0" y="125226"/>
                  <a:pt x="125226" y="0"/>
                  <a:pt x="27970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C13D04A-F323-4B74-98EF-4487A994691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34675" y="1737108"/>
            <a:ext cx="3358812" cy="3675551"/>
          </a:xfrm>
          <a:custGeom>
            <a:avLst/>
            <a:gdLst>
              <a:gd name="connsiteX0" fmla="*/ 420691 w 3358812"/>
              <a:gd name="connsiteY0" fmla="*/ 0 h 3675551"/>
              <a:gd name="connsiteX1" fmla="*/ 2938121 w 3358812"/>
              <a:gd name="connsiteY1" fmla="*/ 0 h 3675551"/>
              <a:gd name="connsiteX2" fmla="*/ 3358812 w 3358812"/>
              <a:gd name="connsiteY2" fmla="*/ 420691 h 3675551"/>
              <a:gd name="connsiteX3" fmla="*/ 3358812 w 3358812"/>
              <a:gd name="connsiteY3" fmla="*/ 3254860 h 3675551"/>
              <a:gd name="connsiteX4" fmla="*/ 2938121 w 3358812"/>
              <a:gd name="connsiteY4" fmla="*/ 3675551 h 3675551"/>
              <a:gd name="connsiteX5" fmla="*/ 420691 w 3358812"/>
              <a:gd name="connsiteY5" fmla="*/ 3675551 h 3675551"/>
              <a:gd name="connsiteX6" fmla="*/ 0 w 3358812"/>
              <a:gd name="connsiteY6" fmla="*/ 3254860 h 3675551"/>
              <a:gd name="connsiteX7" fmla="*/ 0 w 3358812"/>
              <a:gd name="connsiteY7" fmla="*/ 420691 h 3675551"/>
              <a:gd name="connsiteX8" fmla="*/ 420691 w 3358812"/>
              <a:gd name="connsiteY8" fmla="*/ 0 h 3675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8812" h="3675551">
                <a:moveTo>
                  <a:pt x="420691" y="0"/>
                </a:moveTo>
                <a:lnTo>
                  <a:pt x="2938121" y="0"/>
                </a:lnTo>
                <a:cubicBezTo>
                  <a:pt x="3170462" y="0"/>
                  <a:pt x="3358812" y="188350"/>
                  <a:pt x="3358812" y="420691"/>
                </a:cubicBezTo>
                <a:lnTo>
                  <a:pt x="3358812" y="3254860"/>
                </a:lnTo>
                <a:cubicBezTo>
                  <a:pt x="3358812" y="3487201"/>
                  <a:pt x="3170462" y="3675551"/>
                  <a:pt x="2938121" y="3675551"/>
                </a:cubicBezTo>
                <a:lnTo>
                  <a:pt x="420691" y="3675551"/>
                </a:lnTo>
                <a:cubicBezTo>
                  <a:pt x="188350" y="3675551"/>
                  <a:pt x="0" y="3487201"/>
                  <a:pt x="0" y="3254860"/>
                </a:cubicBezTo>
                <a:lnTo>
                  <a:pt x="0" y="420691"/>
                </a:lnTo>
                <a:cubicBezTo>
                  <a:pt x="0" y="188350"/>
                  <a:pt x="188350" y="0"/>
                  <a:pt x="420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504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2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766FFDA4-C746-9CA0-544C-47A7C36D68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5997293"/>
            <a:ext cx="758823" cy="834705"/>
          </a:xfrm>
          <a:prstGeom prst="rect">
            <a:avLst/>
          </a:prstGeom>
        </p:spPr>
      </p:pic>
      <p:pic>
        <p:nvPicPr>
          <p:cNvPr id="47" name="Gráfico 46">
            <a:extLst>
              <a:ext uri="{FF2B5EF4-FFF2-40B4-BE49-F238E27FC236}">
                <a16:creationId xmlns:a16="http://schemas.microsoft.com/office/drawing/2014/main" id="{216FB2EA-7DCD-9CAB-3A1B-65D7BA2C8F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4715384"/>
            <a:ext cx="758823" cy="834705"/>
          </a:xfrm>
          <a:prstGeom prst="rect">
            <a:avLst/>
          </a:prstGeom>
        </p:spPr>
      </p:pic>
      <p:pic>
        <p:nvPicPr>
          <p:cNvPr id="50" name="Gráfico 49">
            <a:extLst>
              <a:ext uri="{FF2B5EF4-FFF2-40B4-BE49-F238E27FC236}">
                <a16:creationId xmlns:a16="http://schemas.microsoft.com/office/drawing/2014/main" id="{BD358D71-3B90-BF0C-17B5-DB3C483152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3" y="2959083"/>
            <a:ext cx="758823" cy="834705"/>
          </a:xfrm>
          <a:prstGeom prst="rect">
            <a:avLst/>
          </a:prstGeom>
        </p:spPr>
      </p:pic>
      <p:pic>
        <p:nvPicPr>
          <p:cNvPr id="52" name="Gráfico 51">
            <a:extLst>
              <a:ext uri="{FF2B5EF4-FFF2-40B4-BE49-F238E27FC236}">
                <a16:creationId xmlns:a16="http://schemas.microsoft.com/office/drawing/2014/main" id="{66373740-8A0A-B96D-CCB5-6F5E6F8FAC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81043" y="2052061"/>
            <a:ext cx="758823" cy="834705"/>
          </a:xfrm>
          <a:prstGeom prst="rect">
            <a:avLst/>
          </a:prstGeom>
        </p:spPr>
      </p:pic>
      <p:pic>
        <p:nvPicPr>
          <p:cNvPr id="54" name="Gráfico 53">
            <a:extLst>
              <a:ext uri="{FF2B5EF4-FFF2-40B4-BE49-F238E27FC236}">
                <a16:creationId xmlns:a16="http://schemas.microsoft.com/office/drawing/2014/main" id="{495B6CBA-BAEC-F0C0-741E-616CD631BE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1711111"/>
            <a:ext cx="758823" cy="834705"/>
          </a:xfrm>
          <a:prstGeom prst="rect">
            <a:avLst/>
          </a:prstGeom>
        </p:spPr>
      </p:pic>
      <p:pic>
        <p:nvPicPr>
          <p:cNvPr id="55" name="Gráfico 54">
            <a:extLst>
              <a:ext uri="{FF2B5EF4-FFF2-40B4-BE49-F238E27FC236}">
                <a16:creationId xmlns:a16="http://schemas.microsoft.com/office/drawing/2014/main" id="{EDB6CD3E-3CFA-5B6F-D2E2-E0490ECFB56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2945461"/>
            <a:ext cx="758823" cy="834705"/>
          </a:xfrm>
          <a:prstGeom prst="rect">
            <a:avLst/>
          </a:prstGeom>
        </p:spPr>
      </p:pic>
      <p:pic>
        <p:nvPicPr>
          <p:cNvPr id="57" name="Gráfico 56">
            <a:extLst>
              <a:ext uri="{FF2B5EF4-FFF2-40B4-BE49-F238E27FC236}">
                <a16:creationId xmlns:a16="http://schemas.microsoft.com/office/drawing/2014/main" id="{25F5DC6A-8AC3-E26B-2C40-C6B791E20C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837" y="2262781"/>
            <a:ext cx="758823" cy="834705"/>
          </a:xfrm>
          <a:prstGeom prst="rect">
            <a:avLst/>
          </a:prstGeom>
        </p:spPr>
      </p:pic>
      <p:pic>
        <p:nvPicPr>
          <p:cNvPr id="58" name="Gráfico 57">
            <a:extLst>
              <a:ext uri="{FF2B5EF4-FFF2-40B4-BE49-F238E27FC236}">
                <a16:creationId xmlns:a16="http://schemas.microsoft.com/office/drawing/2014/main" id="{B63ACDE2-4EC7-A51C-8951-F8FA0092B99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199" y="241590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A63E9DD9-FAAE-8C1D-6756-B727D42815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5529684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662CAF1-6330-0436-E49E-CB6AA7FB3A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6" y="4962914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A2A722C8-1A42-615B-27E2-35F84A337F4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79" y="4247775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E22EF6C7-D53E-B775-A6E9-07E40D5C00F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5551302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9913389-D143-427B-9746-EF1001FA685D}"/>
              </a:ext>
            </a:extLst>
          </p:cNvPr>
          <p:cNvSpPr/>
          <p:nvPr userDrawn="1"/>
        </p:nvSpPr>
        <p:spPr>
          <a:xfrm flipH="1" flipV="1">
            <a:off x="0" y="-3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177062 w 12192000"/>
              <a:gd name="connsiteY41" fmla="*/ 2999374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399 w 12192000"/>
              <a:gd name="connsiteY41" fmla="*/ 3042236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9835" y="3103033"/>
                  <a:pt x="6247387" y="3056192"/>
                </a:cubicBezTo>
                <a:lnTo>
                  <a:pt x="6207618" y="3047871"/>
                </a:lnTo>
                <a:cubicBezTo>
                  <a:pt x="6244175" y="2984552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399" y="3042236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0CF2EFC-C477-453B-92F8-9A22946DB3D6}"/>
              </a:ext>
            </a:extLst>
          </p:cNvPr>
          <p:cNvGrpSpPr/>
          <p:nvPr userDrawn="1"/>
        </p:nvGrpSpPr>
        <p:grpSpPr>
          <a:xfrm>
            <a:off x="0" y="910846"/>
            <a:ext cx="9886231" cy="5947154"/>
            <a:chOff x="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D848C68-2AD4-4B05-B09C-4952D1C49A4D}"/>
                </a:ext>
              </a:extLst>
            </p:cNvPr>
            <p:cNvSpPr/>
            <p:nvPr userDrawn="1"/>
          </p:nvSpPr>
          <p:spPr>
            <a:xfrm flipH="1">
              <a:off x="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9B5E42C-B13C-44D8-8EB1-CFCF68E9539B}"/>
                </a:ext>
              </a:extLst>
            </p:cNvPr>
            <p:cNvSpPr/>
            <p:nvPr userDrawn="1"/>
          </p:nvSpPr>
          <p:spPr>
            <a:xfrm flipH="1">
              <a:off x="0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942C339-A8DC-4E9C-8E18-CEAEF41974A3}"/>
                </a:ext>
              </a:extLst>
            </p:cNvPr>
            <p:cNvSpPr/>
            <p:nvPr userDrawn="1"/>
          </p:nvSpPr>
          <p:spPr>
            <a:xfrm flipH="1">
              <a:off x="1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4DDC962-B9ED-4978-B06F-FEFAA00EA89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125CF6-839A-48DD-9B5C-9E087C487F4B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B29774FF-522F-C3E9-3B80-D084D42746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241591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C33D3B91-148E-4EDC-381C-FFC7F2D4BE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1593526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768CB258-A39D-8256-757B-27B2F87A19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9" y="2945461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4933ADDF-8A2B-25D7-CBA2-19A89BBDAA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4247775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C5A3920D-DF3A-292B-6A65-FA32F4FE00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69200" y="689621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77D00A42-C679-BA3D-F522-359BED1C79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241591"/>
            <a:ext cx="758823" cy="834705"/>
          </a:xfrm>
          <a:prstGeom prst="rect">
            <a:avLst/>
          </a:prstGeom>
        </p:spPr>
      </p:pic>
      <p:pic>
        <p:nvPicPr>
          <p:cNvPr id="31" name="Gráfico 30">
            <a:extLst>
              <a:ext uri="{FF2B5EF4-FFF2-40B4-BE49-F238E27FC236}">
                <a16:creationId xmlns:a16="http://schemas.microsoft.com/office/drawing/2014/main" id="{69DB9A2E-E99A-EC8D-0A01-B44AD30ED1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159352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592667B-C876-B86E-EF9E-4F929AD092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0" y="2945461"/>
            <a:ext cx="758823" cy="834705"/>
          </a:xfrm>
          <a:prstGeom prst="rect">
            <a:avLst/>
          </a:prstGeom>
        </p:spPr>
      </p:pic>
      <p:pic>
        <p:nvPicPr>
          <p:cNvPr id="35" name="Gráfico 34">
            <a:extLst>
              <a:ext uri="{FF2B5EF4-FFF2-40B4-BE49-F238E27FC236}">
                <a16:creationId xmlns:a16="http://schemas.microsoft.com/office/drawing/2014/main" id="{AF72EBFA-343A-0D3C-B95C-0CAE376B99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711239"/>
            <a:ext cx="758823" cy="834705"/>
          </a:xfrm>
          <a:prstGeom prst="rect">
            <a:avLst/>
          </a:prstGeom>
        </p:spPr>
      </p:pic>
      <p:pic>
        <p:nvPicPr>
          <p:cNvPr id="36" name="Gráfico 35">
            <a:extLst>
              <a:ext uri="{FF2B5EF4-FFF2-40B4-BE49-F238E27FC236}">
                <a16:creationId xmlns:a16="http://schemas.microsoft.com/office/drawing/2014/main" id="{5DAEE7E3-75BC-4B50-9B62-DB9EF9EA9F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2128464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A1DFD8AD-8045-D5BC-9CE4-D45DA798B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7" y="3545689"/>
            <a:ext cx="758823" cy="834705"/>
          </a:xfrm>
          <a:prstGeom prst="rect">
            <a:avLst/>
          </a:prstGeom>
        </p:spPr>
      </p:pic>
      <p:pic>
        <p:nvPicPr>
          <p:cNvPr id="41" name="Imagen 40" descr="Logotipo&#10;&#10;El contenido generado por IA puede ser incorrecto.">
            <a:extLst>
              <a:ext uri="{FF2B5EF4-FFF2-40B4-BE49-F238E27FC236}">
                <a16:creationId xmlns:a16="http://schemas.microsoft.com/office/drawing/2014/main" id="{3ACC8A67-8AE0-5865-2286-E0A2B848547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2" name="TextBox 7">
            <a:extLst>
              <a:ext uri="{FF2B5EF4-FFF2-40B4-BE49-F238E27FC236}">
                <a16:creationId xmlns:a16="http://schemas.microsoft.com/office/drawing/2014/main" id="{3A75D47C-9747-468A-0728-A1BBD0DE4B4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78E4B039-D47A-2B91-E017-CD6F483543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709200"/>
            <a:ext cx="758823" cy="834705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C4D67617-EDFF-B1EC-F509-931FB1FC93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2061135"/>
            <a:ext cx="758823" cy="834705"/>
          </a:xfrm>
          <a:prstGeom prst="rect">
            <a:avLst/>
          </a:prstGeom>
        </p:spPr>
      </p:pic>
      <p:pic>
        <p:nvPicPr>
          <p:cNvPr id="46" name="Gráfico 45">
            <a:extLst>
              <a:ext uri="{FF2B5EF4-FFF2-40B4-BE49-F238E27FC236}">
                <a16:creationId xmlns:a16="http://schemas.microsoft.com/office/drawing/2014/main" id="{6B60269F-C6A6-5EAE-D0BA-1BB85BBC8A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7" y="3413070"/>
            <a:ext cx="758823" cy="834705"/>
          </a:xfrm>
          <a:prstGeom prst="rect">
            <a:avLst/>
          </a:prstGeom>
        </p:spPr>
      </p:pic>
      <p:pic>
        <p:nvPicPr>
          <p:cNvPr id="48" name="Gráfico 47">
            <a:extLst>
              <a:ext uri="{FF2B5EF4-FFF2-40B4-BE49-F238E27FC236}">
                <a16:creationId xmlns:a16="http://schemas.microsoft.com/office/drawing/2014/main" id="{8E07B6F1-FE74-90A8-F9E5-E95B2F33D4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255213"/>
            <a:ext cx="758823" cy="834705"/>
          </a:xfrm>
          <a:prstGeom prst="rect">
            <a:avLst/>
          </a:prstGeom>
        </p:spPr>
      </p:pic>
      <p:pic>
        <p:nvPicPr>
          <p:cNvPr id="49" name="Gráfico 48">
            <a:extLst>
              <a:ext uri="{FF2B5EF4-FFF2-40B4-BE49-F238E27FC236}">
                <a16:creationId xmlns:a16="http://schemas.microsoft.com/office/drawing/2014/main" id="{27D212E7-049B-7034-BDB6-3DBB5F1D58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1607148"/>
            <a:ext cx="758823" cy="834705"/>
          </a:xfrm>
          <a:prstGeom prst="rect">
            <a:avLst/>
          </a:prstGeom>
        </p:spPr>
      </p:pic>
      <p:pic>
        <p:nvPicPr>
          <p:cNvPr id="51" name="Gráfico 50">
            <a:extLst>
              <a:ext uri="{FF2B5EF4-FFF2-40B4-BE49-F238E27FC236}">
                <a16:creationId xmlns:a16="http://schemas.microsoft.com/office/drawing/2014/main" id="{6C032A56-6678-CA1F-B852-2674F9CA8D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0991" y="709200"/>
            <a:ext cx="758823" cy="834705"/>
          </a:xfrm>
          <a:prstGeom prst="rect">
            <a:avLst/>
          </a:prstGeom>
        </p:spPr>
      </p:pic>
      <p:pic>
        <p:nvPicPr>
          <p:cNvPr id="53" name="Gráfico 52">
            <a:extLst>
              <a:ext uri="{FF2B5EF4-FFF2-40B4-BE49-F238E27FC236}">
                <a16:creationId xmlns:a16="http://schemas.microsoft.com/office/drawing/2014/main" id="{5B620D51-882F-078C-A7FE-5B397480D3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6808" y="241591"/>
            <a:ext cx="758823" cy="834705"/>
          </a:xfrm>
          <a:prstGeom prst="rect">
            <a:avLst/>
          </a:prstGeom>
        </p:spPr>
      </p:pic>
      <p:pic>
        <p:nvPicPr>
          <p:cNvPr id="56" name="Gráfico 55">
            <a:extLst>
              <a:ext uri="{FF2B5EF4-FFF2-40B4-BE49-F238E27FC236}">
                <a16:creationId xmlns:a16="http://schemas.microsoft.com/office/drawing/2014/main" id="{AC4EE173-AA68-F4DE-615C-322A676823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46599" y="689621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14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927AD-3F09-0F59-79C1-328397DB67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48F977-271B-03DD-73C3-7EE98EEAE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E4CD15-713F-F956-B141-B770C00B9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40AE74-DD79-D1E7-B6B8-96D915400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23D1709-3A26-6F5E-C569-F2D0783C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9648291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CEA75C3-FF13-37F8-479F-FBD1D960B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19BE6BC-E6E7-4B84-9A0F-11C51DFFE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227EEC8-BDD8-7779-1EB2-A282E158E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5309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416207C-FF11-40DE-B9C0-CEB4888F4E2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‹Nº›</a:t>
            </a:fld>
            <a:endParaRPr lang="id-ID" sz="440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DEFE9-F2E2-4331-AFC6-5ABE82E6A5F7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23CAFE7-6A74-4343-8542-B856EF27BD7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Imagen 23" descr="Logotipo&#10;&#10;El contenido generado por IA puede ser incorrecto.">
            <a:extLst>
              <a:ext uri="{FF2B5EF4-FFF2-40B4-BE49-F238E27FC236}">
                <a16:creationId xmlns:a16="http://schemas.microsoft.com/office/drawing/2014/main" id="{561FFF6A-3E14-EF5B-FE90-AAD61F730520}"/>
              </a:ext>
            </a:extLst>
          </p:cNvPr>
          <p:cNvPicPr>
            <a:picLocks noChangeAspect="1"/>
          </p:cNvPicPr>
          <p:nvPr userDrawn="1"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97" y="6177177"/>
            <a:ext cx="1536779" cy="31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822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74" r:id="rId4"/>
    <p:sldLayoutId id="2147483686" r:id="rId5"/>
    <p:sldLayoutId id="2147483655" r:id="rId6"/>
    <p:sldLayoutId id="2147483654" r:id="rId7"/>
    <p:sldLayoutId id="2147483675" r:id="rId8"/>
    <p:sldLayoutId id="2147483656" r:id="rId9"/>
    <p:sldLayoutId id="2147483657" r:id="rId10"/>
    <p:sldLayoutId id="2147483673" r:id="rId11"/>
    <p:sldLayoutId id="2147483685" r:id="rId12"/>
    <p:sldLayoutId id="2147483696" r:id="rId13"/>
    <p:sldLayoutId id="2147483698" r:id="rId14"/>
    <p:sldLayoutId id="2147483660" r:id="rId15"/>
    <p:sldLayoutId id="2147483661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53" r:id="rId22"/>
    <p:sldLayoutId id="2147483668" r:id="rId23"/>
    <p:sldLayoutId id="2147483669" r:id="rId24"/>
    <p:sldLayoutId id="2147483670" r:id="rId25"/>
    <p:sldLayoutId id="2147483671" r:id="rId26"/>
    <p:sldLayoutId id="2147483672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2" r:id="rId33"/>
    <p:sldLayoutId id="2147483683" r:id="rId34"/>
    <p:sldLayoutId id="2147483684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3" r:id="rId41"/>
    <p:sldLayoutId id="2147483695" r:id="rId42"/>
    <p:sldLayoutId id="2147483700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3" r:id="rId51"/>
    <p:sldLayoutId id="2147483714" r:id="rId52"/>
    <p:sldLayoutId id="2147483715" r:id="rId53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17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19" Type="http://schemas.openxmlformats.org/officeDocument/2006/relationships/image" Target="../media/image24.svg"/><Relationship Id="rId4" Type="http://schemas.openxmlformats.org/officeDocument/2006/relationships/image" Target="../media/image9.svg"/><Relationship Id="rId9" Type="http://schemas.openxmlformats.org/officeDocument/2006/relationships/image" Target="../media/image14.gif"/><Relationship Id="rId14" Type="http://schemas.openxmlformats.org/officeDocument/2006/relationships/image" Target="../media/image19.svg"/><Relationship Id="rId22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agent365-skills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BFEAC38-689B-4588-A133-2649219EA9F2}"/>
              </a:ext>
            </a:extLst>
          </p:cNvPr>
          <p:cNvSpPr/>
          <p:nvPr/>
        </p:nvSpPr>
        <p:spPr>
          <a:xfrm rot="522837">
            <a:off x="-2314985" y="-1534939"/>
            <a:ext cx="5801540" cy="6044718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50000"/>
              <a:alpha val="1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7EA2659-962F-4074-82E3-32B4D6EA78FF}"/>
              </a:ext>
            </a:extLst>
          </p:cNvPr>
          <p:cNvSpPr/>
          <p:nvPr/>
        </p:nvSpPr>
        <p:spPr>
          <a:xfrm>
            <a:off x="8039682" y="2866025"/>
            <a:ext cx="5847749" cy="5317595"/>
          </a:xfrm>
          <a:custGeom>
            <a:avLst/>
            <a:gdLst>
              <a:gd name="connsiteX0" fmla="*/ 3209951 w 3467100"/>
              <a:gd name="connsiteY0" fmla="*/ 1102921 h 3152775"/>
              <a:gd name="connsiteX1" fmla="*/ 2526056 w 3467100"/>
              <a:gd name="connsiteY1" fmla="*/ 759068 h 3152775"/>
              <a:gd name="connsiteX2" fmla="*/ 2387943 w 3467100"/>
              <a:gd name="connsiteY2" fmla="*/ 725731 h 3152775"/>
              <a:gd name="connsiteX3" fmla="*/ 1954556 w 3467100"/>
              <a:gd name="connsiteY3" fmla="*/ 497131 h 3152775"/>
              <a:gd name="connsiteX4" fmla="*/ 1952651 w 3467100"/>
              <a:gd name="connsiteY4" fmla="*/ 495226 h 3152775"/>
              <a:gd name="connsiteX5" fmla="*/ 1560221 w 3467100"/>
              <a:gd name="connsiteY5" fmla="*/ 127561 h 3152775"/>
              <a:gd name="connsiteX6" fmla="*/ 829653 w 3467100"/>
              <a:gd name="connsiteY6" fmla="*/ 60886 h 3152775"/>
              <a:gd name="connsiteX7" fmla="*/ 398171 w 3467100"/>
              <a:gd name="connsiteY7" fmla="*/ 648578 h 3152775"/>
              <a:gd name="connsiteX8" fmla="*/ 479133 w 3467100"/>
              <a:gd name="connsiteY8" fmla="*/ 1555358 h 3152775"/>
              <a:gd name="connsiteX9" fmla="*/ 26 w 3467100"/>
              <a:gd name="connsiteY9" fmla="*/ 2563103 h 3152775"/>
              <a:gd name="connsiteX10" fmla="*/ 255296 w 3467100"/>
              <a:gd name="connsiteY10" fmla="*/ 3033639 h 3152775"/>
              <a:gd name="connsiteX11" fmla="*/ 787743 w 3467100"/>
              <a:gd name="connsiteY11" fmla="*/ 3151748 h 3152775"/>
              <a:gd name="connsiteX12" fmla="*/ 1568793 w 3467100"/>
              <a:gd name="connsiteY12" fmla="*/ 2828851 h 3152775"/>
              <a:gd name="connsiteX13" fmla="*/ 2439378 w 3467100"/>
              <a:gd name="connsiteY13" fmla="*/ 2565008 h 3152775"/>
              <a:gd name="connsiteX14" fmla="*/ 3042311 w 3467100"/>
              <a:gd name="connsiteY14" fmla="*/ 2438326 h 3152775"/>
              <a:gd name="connsiteX15" fmla="*/ 3469983 w 3467100"/>
              <a:gd name="connsiteY15" fmla="*/ 1817296 h 3152775"/>
              <a:gd name="connsiteX16" fmla="*/ 3209951 w 3467100"/>
              <a:gd name="connsiteY16" fmla="*/ 1102921 h 3152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467100" h="3152775">
                <a:moveTo>
                  <a:pt x="3209951" y="1102921"/>
                </a:moveTo>
                <a:cubicBezTo>
                  <a:pt x="3027071" y="920993"/>
                  <a:pt x="2776563" y="822886"/>
                  <a:pt x="2526056" y="759068"/>
                </a:cubicBezTo>
                <a:cubicBezTo>
                  <a:pt x="2480336" y="747638"/>
                  <a:pt x="2433663" y="736208"/>
                  <a:pt x="2387943" y="725731"/>
                </a:cubicBezTo>
                <a:cubicBezTo>
                  <a:pt x="2226018" y="689536"/>
                  <a:pt x="2075523" y="611431"/>
                  <a:pt x="1954556" y="497131"/>
                </a:cubicBezTo>
                <a:cubicBezTo>
                  <a:pt x="1953603" y="496178"/>
                  <a:pt x="1952651" y="496178"/>
                  <a:pt x="1952651" y="495226"/>
                </a:cubicBezTo>
                <a:cubicBezTo>
                  <a:pt x="1822158" y="371401"/>
                  <a:pt x="1709763" y="225668"/>
                  <a:pt x="1560221" y="127561"/>
                </a:cubicBezTo>
                <a:cubicBezTo>
                  <a:pt x="1347813" y="-12457"/>
                  <a:pt x="1063016" y="-41032"/>
                  <a:pt x="829653" y="60886"/>
                </a:cubicBezTo>
                <a:cubicBezTo>
                  <a:pt x="596291" y="162803"/>
                  <a:pt x="422936" y="394261"/>
                  <a:pt x="398171" y="648578"/>
                </a:cubicBezTo>
                <a:cubicBezTo>
                  <a:pt x="368643" y="952426"/>
                  <a:pt x="538188" y="1255321"/>
                  <a:pt x="479133" y="1555358"/>
                </a:cubicBezTo>
                <a:cubicBezTo>
                  <a:pt x="406743" y="1924928"/>
                  <a:pt x="3836" y="2186866"/>
                  <a:pt x="26" y="2563103"/>
                </a:cubicBezTo>
                <a:cubicBezTo>
                  <a:pt x="-1879" y="2748841"/>
                  <a:pt x="102896" y="2927911"/>
                  <a:pt x="255296" y="3033639"/>
                </a:cubicBezTo>
                <a:cubicBezTo>
                  <a:pt x="407696" y="3139366"/>
                  <a:pt x="602958" y="3175561"/>
                  <a:pt x="787743" y="3151748"/>
                </a:cubicBezTo>
                <a:cubicBezTo>
                  <a:pt x="1068731" y="3115553"/>
                  <a:pt x="1314476" y="2952676"/>
                  <a:pt x="1568793" y="2828851"/>
                </a:cubicBezTo>
                <a:cubicBezTo>
                  <a:pt x="1843113" y="2696453"/>
                  <a:pt x="2138388" y="2606918"/>
                  <a:pt x="2439378" y="2565008"/>
                </a:cubicBezTo>
                <a:cubicBezTo>
                  <a:pt x="2644166" y="2536433"/>
                  <a:pt x="2856573" y="2527861"/>
                  <a:pt x="3042311" y="2438326"/>
                </a:cubicBezTo>
                <a:cubicBezTo>
                  <a:pt x="3278531" y="2324026"/>
                  <a:pt x="3442361" y="2078281"/>
                  <a:pt x="3469983" y="1817296"/>
                </a:cubicBezTo>
                <a:cubicBezTo>
                  <a:pt x="3499511" y="1556311"/>
                  <a:pt x="3396641" y="1287706"/>
                  <a:pt x="3209951" y="1102921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15997929-E2F8-4DED-B504-3C39B97DEADC}"/>
              </a:ext>
            </a:extLst>
          </p:cNvPr>
          <p:cNvSpPr/>
          <p:nvPr/>
        </p:nvSpPr>
        <p:spPr>
          <a:xfrm rot="14400000">
            <a:off x="-271950" y="5343369"/>
            <a:ext cx="2068608" cy="2225320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CA998FC-A01D-45D1-98F7-C44B011EA700}"/>
              </a:ext>
            </a:extLst>
          </p:cNvPr>
          <p:cNvSpPr/>
          <p:nvPr/>
        </p:nvSpPr>
        <p:spPr>
          <a:xfrm rot="522837">
            <a:off x="-452881" y="405217"/>
            <a:ext cx="2077332" cy="2164406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Graphic 37">
            <a:extLst>
              <a:ext uri="{FF2B5EF4-FFF2-40B4-BE49-F238E27FC236}">
                <a16:creationId xmlns:a16="http://schemas.microsoft.com/office/drawing/2014/main" id="{A91876E0-CBF3-36AA-0B42-641FAAE9C92F}"/>
              </a:ext>
            </a:extLst>
          </p:cNvPr>
          <p:cNvSpPr/>
          <p:nvPr/>
        </p:nvSpPr>
        <p:spPr>
          <a:xfrm rot="5400000">
            <a:off x="7002526" y="-4265008"/>
            <a:ext cx="5595226" cy="6730404"/>
          </a:xfrm>
          <a:custGeom>
            <a:avLst/>
            <a:gdLst>
              <a:gd name="connsiteX0" fmla="*/ 5592222 w 5595226"/>
              <a:gd name="connsiteY0" fmla="*/ 68300 h 6730404"/>
              <a:gd name="connsiteX1" fmla="*/ 5475065 w 5595226"/>
              <a:gd name="connsiteY1" fmla="*/ 1816 h 6730404"/>
              <a:gd name="connsiteX2" fmla="*/ 4790693 w 5595226"/>
              <a:gd name="connsiteY2" fmla="*/ 647896 h 6730404"/>
              <a:gd name="connsiteX3" fmla="*/ 4710017 w 5595226"/>
              <a:gd name="connsiteY3" fmla="*/ 1822519 h 6730404"/>
              <a:gd name="connsiteX4" fmla="*/ 4677822 w 5595226"/>
              <a:gd name="connsiteY4" fmla="*/ 2493175 h 6730404"/>
              <a:gd name="connsiteX5" fmla="*/ 4458747 w 5595226"/>
              <a:gd name="connsiteY5" fmla="*/ 2965043 h 6730404"/>
              <a:gd name="connsiteX6" fmla="*/ 3607688 w 5595226"/>
              <a:gd name="connsiteY6" fmla="*/ 3474345 h 6730404"/>
              <a:gd name="connsiteX7" fmla="*/ 2672333 w 5595226"/>
              <a:gd name="connsiteY7" fmla="*/ 3227933 h 6730404"/>
              <a:gd name="connsiteX8" fmla="*/ 2777965 w 5595226"/>
              <a:gd name="connsiteY8" fmla="*/ 2606522 h 6730404"/>
              <a:gd name="connsiteX9" fmla="*/ 2285714 w 5595226"/>
              <a:gd name="connsiteY9" fmla="*/ 2437168 h 6730404"/>
              <a:gd name="connsiteX10" fmla="*/ 2202751 w 5595226"/>
              <a:gd name="connsiteY10" fmla="*/ 2990094 h 6730404"/>
              <a:gd name="connsiteX11" fmla="*/ 2421254 w 5595226"/>
              <a:gd name="connsiteY11" fmla="*/ 3266224 h 6730404"/>
              <a:gd name="connsiteX12" fmla="*/ 2123407 w 5595226"/>
              <a:gd name="connsiteY12" fmla="*/ 3613791 h 6730404"/>
              <a:gd name="connsiteX13" fmla="*/ 1165859 w 5595226"/>
              <a:gd name="connsiteY13" fmla="*/ 4379220 h 6730404"/>
              <a:gd name="connsiteX14" fmla="*/ 284416 w 5595226"/>
              <a:gd name="connsiteY14" fmla="*/ 5260663 h 6730404"/>
              <a:gd name="connsiteX15" fmla="*/ 15334 w 5595226"/>
              <a:gd name="connsiteY15" fmla="*/ 6387566 h 6730404"/>
              <a:gd name="connsiteX16" fmla="*/ 92296 w 5595226"/>
              <a:gd name="connsiteY16" fmla="*/ 6660362 h 6730404"/>
              <a:gd name="connsiteX17" fmla="*/ 209454 w 5595226"/>
              <a:gd name="connsiteY17" fmla="*/ 6726847 h 6730404"/>
              <a:gd name="connsiteX18" fmla="*/ 275938 w 5595226"/>
              <a:gd name="connsiteY18" fmla="*/ 6609689 h 6730404"/>
              <a:gd name="connsiteX19" fmla="*/ 379380 w 5595226"/>
              <a:gd name="connsiteY19" fmla="*/ 5475833 h 6730404"/>
              <a:gd name="connsiteX20" fmla="*/ 1242631 w 5595226"/>
              <a:gd name="connsiteY20" fmla="*/ 4558576 h 6730404"/>
              <a:gd name="connsiteX21" fmla="*/ 2258281 w 5595226"/>
              <a:gd name="connsiteY21" fmla="*/ 3748475 h 6730404"/>
              <a:gd name="connsiteX22" fmla="*/ 2569178 w 5595226"/>
              <a:gd name="connsiteY22" fmla="*/ 3387001 h 6730404"/>
              <a:gd name="connsiteX23" fmla="*/ 2620613 w 5595226"/>
              <a:gd name="connsiteY23" fmla="*/ 3422815 h 6730404"/>
              <a:gd name="connsiteX24" fmla="*/ 3155060 w 5595226"/>
              <a:gd name="connsiteY24" fmla="*/ 3643700 h 6730404"/>
              <a:gd name="connsiteX25" fmla="*/ 4255103 w 5595226"/>
              <a:gd name="connsiteY25" fmla="*/ 3420148 h 6730404"/>
              <a:gd name="connsiteX26" fmla="*/ 4875942 w 5595226"/>
              <a:gd name="connsiteY26" fmla="*/ 2473649 h 6730404"/>
              <a:gd name="connsiteX27" fmla="*/ 4882991 w 5595226"/>
              <a:gd name="connsiteY27" fmla="*/ 1075759 h 6730404"/>
              <a:gd name="connsiteX28" fmla="*/ 5311711 w 5595226"/>
              <a:gd name="connsiteY28" fmla="*/ 261943 h 6730404"/>
              <a:gd name="connsiteX29" fmla="*/ 5525738 w 5595226"/>
              <a:gd name="connsiteY29" fmla="*/ 185362 h 6730404"/>
              <a:gd name="connsiteX30" fmla="*/ 5592222 w 5595226"/>
              <a:gd name="connsiteY30" fmla="*/ 68300 h 6730404"/>
              <a:gd name="connsiteX31" fmla="*/ 2325147 w 5595226"/>
              <a:gd name="connsiteY31" fmla="*/ 2750826 h 6730404"/>
              <a:gd name="connsiteX32" fmla="*/ 2408110 w 5595226"/>
              <a:gd name="connsiteY32" fmla="*/ 2584615 h 6730404"/>
              <a:gd name="connsiteX33" fmla="*/ 2573083 w 5595226"/>
              <a:gd name="connsiteY33" fmla="*/ 2637193 h 6730404"/>
              <a:gd name="connsiteX34" fmla="*/ 2525934 w 5595226"/>
              <a:gd name="connsiteY34" fmla="*/ 3100870 h 6730404"/>
              <a:gd name="connsiteX35" fmla="*/ 2431446 w 5595226"/>
              <a:gd name="connsiteY35" fmla="*/ 2993428 h 6730404"/>
              <a:gd name="connsiteX36" fmla="*/ 2325147 w 5595226"/>
              <a:gd name="connsiteY36" fmla="*/ 2750826 h 6730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595226" h="6730404">
                <a:moveTo>
                  <a:pt x="5592222" y="68300"/>
                </a:moveTo>
                <a:cubicBezTo>
                  <a:pt x="5577458" y="14389"/>
                  <a:pt x="5526023" y="-6662"/>
                  <a:pt x="5475065" y="1816"/>
                </a:cubicBezTo>
                <a:cubicBezTo>
                  <a:pt x="5135308" y="58204"/>
                  <a:pt x="4908613" y="342811"/>
                  <a:pt x="4790693" y="647896"/>
                </a:cubicBezTo>
                <a:cubicBezTo>
                  <a:pt x="4644389" y="1026420"/>
                  <a:pt x="4688014" y="1426946"/>
                  <a:pt x="4710017" y="1822519"/>
                </a:cubicBezTo>
                <a:cubicBezTo>
                  <a:pt x="4722494" y="2045881"/>
                  <a:pt x="4728400" y="2273814"/>
                  <a:pt x="4677822" y="2493175"/>
                </a:cubicBezTo>
                <a:cubicBezTo>
                  <a:pt x="4638293" y="2664720"/>
                  <a:pt x="4563332" y="2823502"/>
                  <a:pt x="4458747" y="2965043"/>
                </a:cubicBezTo>
                <a:cubicBezTo>
                  <a:pt x="4258436" y="3236220"/>
                  <a:pt x="3943540" y="3431292"/>
                  <a:pt x="3607688" y="3474345"/>
                </a:cubicBezTo>
                <a:cubicBezTo>
                  <a:pt x="3282124" y="3516065"/>
                  <a:pt x="2936176" y="3424148"/>
                  <a:pt x="2672333" y="3227933"/>
                </a:cubicBezTo>
                <a:cubicBezTo>
                  <a:pt x="2780728" y="3043243"/>
                  <a:pt x="2873787" y="2814739"/>
                  <a:pt x="2777965" y="2606522"/>
                </a:cubicBezTo>
                <a:cubicBezTo>
                  <a:pt x="2694812" y="2425833"/>
                  <a:pt x="2462116" y="2312295"/>
                  <a:pt x="2285714" y="2437168"/>
                </a:cubicBezTo>
                <a:cubicBezTo>
                  <a:pt x="2104072" y="2565851"/>
                  <a:pt x="2107215" y="2810071"/>
                  <a:pt x="2202751" y="2990094"/>
                </a:cubicBezTo>
                <a:cubicBezTo>
                  <a:pt x="2257139" y="3092583"/>
                  <a:pt x="2334101" y="3185166"/>
                  <a:pt x="2421254" y="3266224"/>
                </a:cubicBezTo>
                <a:cubicBezTo>
                  <a:pt x="2333529" y="3391287"/>
                  <a:pt x="2232373" y="3506254"/>
                  <a:pt x="2123407" y="3613791"/>
                </a:cubicBezTo>
                <a:cubicBezTo>
                  <a:pt x="1831561" y="3901922"/>
                  <a:pt x="1491043" y="4131570"/>
                  <a:pt x="1165859" y="4379220"/>
                </a:cubicBezTo>
                <a:cubicBezTo>
                  <a:pt x="835056" y="4631156"/>
                  <a:pt x="509491" y="4905953"/>
                  <a:pt x="284416" y="5260663"/>
                </a:cubicBezTo>
                <a:cubicBezTo>
                  <a:pt x="74199" y="5592229"/>
                  <a:pt x="-44102" y="5994755"/>
                  <a:pt x="15334" y="6387566"/>
                </a:cubicBezTo>
                <a:cubicBezTo>
                  <a:pt x="29527" y="6481578"/>
                  <a:pt x="55339" y="6572732"/>
                  <a:pt x="92296" y="6660362"/>
                </a:cubicBezTo>
                <a:cubicBezTo>
                  <a:pt x="112204" y="6707701"/>
                  <a:pt x="155257" y="6741801"/>
                  <a:pt x="209454" y="6726847"/>
                </a:cubicBezTo>
                <a:cubicBezTo>
                  <a:pt x="254126" y="6714560"/>
                  <a:pt x="296036" y="6657410"/>
                  <a:pt x="275938" y="6609689"/>
                </a:cubicBezTo>
                <a:cubicBezTo>
                  <a:pt x="119633" y="6238405"/>
                  <a:pt x="193357" y="5822258"/>
                  <a:pt x="379380" y="5475833"/>
                </a:cubicBezTo>
                <a:cubicBezTo>
                  <a:pt x="580357" y="5101406"/>
                  <a:pt x="909541" y="4813465"/>
                  <a:pt x="1242631" y="4558576"/>
                </a:cubicBezTo>
                <a:cubicBezTo>
                  <a:pt x="1586293" y="4295495"/>
                  <a:pt x="1949195" y="4053655"/>
                  <a:pt x="2258281" y="3748475"/>
                </a:cubicBezTo>
                <a:cubicBezTo>
                  <a:pt x="2371248" y="3636937"/>
                  <a:pt x="2476880" y="3516636"/>
                  <a:pt x="2569178" y="3387001"/>
                </a:cubicBezTo>
                <a:cubicBezTo>
                  <a:pt x="2586227" y="3399288"/>
                  <a:pt x="2603372" y="3411290"/>
                  <a:pt x="2620613" y="3422815"/>
                </a:cubicBezTo>
                <a:cubicBezTo>
                  <a:pt x="2781204" y="3529971"/>
                  <a:pt x="2965798" y="3605885"/>
                  <a:pt x="3155060" y="3643700"/>
                </a:cubicBezTo>
                <a:cubicBezTo>
                  <a:pt x="3536822" y="3719900"/>
                  <a:pt x="3934586" y="3643318"/>
                  <a:pt x="4255103" y="3420148"/>
                </a:cubicBezTo>
                <a:cubicBezTo>
                  <a:pt x="4574857" y="3197453"/>
                  <a:pt x="4806124" y="2859030"/>
                  <a:pt x="4875942" y="2473649"/>
                </a:cubicBezTo>
                <a:cubicBezTo>
                  <a:pt x="4960238" y="2008352"/>
                  <a:pt x="4836413" y="1541913"/>
                  <a:pt x="4882991" y="1075759"/>
                </a:cubicBezTo>
                <a:cubicBezTo>
                  <a:pt x="4912994" y="775055"/>
                  <a:pt x="5041868" y="424059"/>
                  <a:pt x="5311711" y="261943"/>
                </a:cubicBezTo>
                <a:cubicBezTo>
                  <a:pt x="5378481" y="221843"/>
                  <a:pt x="5447919" y="198316"/>
                  <a:pt x="5525738" y="185362"/>
                </a:cubicBezTo>
                <a:cubicBezTo>
                  <a:pt x="5576506" y="177076"/>
                  <a:pt x="5604890" y="114211"/>
                  <a:pt x="5592222" y="68300"/>
                </a:cubicBezTo>
                <a:close/>
                <a:moveTo>
                  <a:pt x="2325147" y="2750826"/>
                </a:moveTo>
                <a:cubicBezTo>
                  <a:pt x="2323909" y="2689104"/>
                  <a:pt x="2348864" y="2613571"/>
                  <a:pt x="2408110" y="2584615"/>
                </a:cubicBezTo>
                <a:cubicBezTo>
                  <a:pt x="2467831" y="2555468"/>
                  <a:pt x="2531554" y="2590520"/>
                  <a:pt x="2573083" y="2637193"/>
                </a:cubicBezTo>
                <a:cubicBezTo>
                  <a:pt x="2689478" y="2768161"/>
                  <a:pt x="2604801" y="2961805"/>
                  <a:pt x="2525934" y="3100870"/>
                </a:cubicBezTo>
                <a:cubicBezTo>
                  <a:pt x="2492120" y="3066961"/>
                  <a:pt x="2460307" y="3031242"/>
                  <a:pt x="2431446" y="2993428"/>
                </a:cubicBezTo>
                <a:cubicBezTo>
                  <a:pt x="2378963" y="2924657"/>
                  <a:pt x="2326861" y="2840075"/>
                  <a:pt x="2325147" y="275082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921E7F8-57ED-61DB-4C4A-AE57E5351894}"/>
              </a:ext>
            </a:extLst>
          </p:cNvPr>
          <p:cNvSpPr txBox="1"/>
          <p:nvPr/>
        </p:nvSpPr>
        <p:spPr>
          <a:xfrm>
            <a:off x="1486303" y="2286114"/>
            <a:ext cx="802372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jungla de agentes al control plane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4DE1087-C48A-4984-832A-C9D09D342340}"/>
              </a:ext>
            </a:extLst>
          </p:cNvPr>
          <p:cNvSpPr txBox="1"/>
          <p:nvPr/>
        </p:nvSpPr>
        <p:spPr>
          <a:xfrm>
            <a:off x="1963463" y="5359015"/>
            <a:ext cx="80237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@antoniosql</a:t>
            </a:r>
          </a:p>
        </p:txBody>
      </p:sp>
      <p:pic>
        <p:nvPicPr>
          <p:cNvPr id="20" name="Imagen 19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7AD5A8ED-0EAF-6A8F-EB32-7A2EDE31E5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081" y="771421"/>
            <a:ext cx="2817559" cy="1307808"/>
          </a:xfrm>
          <a:prstGeom prst="rect">
            <a:avLst/>
          </a:prstGeom>
        </p:spPr>
      </p:pic>
      <p:sp>
        <p:nvSpPr>
          <p:cNvPr id="71" name="TextBox 7">
            <a:extLst>
              <a:ext uri="{FF2B5EF4-FFF2-40B4-BE49-F238E27FC236}">
                <a16:creationId xmlns:a16="http://schemas.microsoft.com/office/drawing/2014/main" id="{FDE71F51-E210-FD7D-51B8-B69393F509B3}"/>
              </a:ext>
            </a:extLst>
          </p:cNvPr>
          <p:cNvSpPr txBox="1"/>
          <p:nvPr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027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" dur="2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14" dur="2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5400000">
                                      <p:cBhvr>
                                        <p:cTn id="19" dur="2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6" grpId="1" animBg="1"/>
      <p:bldP spid="38" grpId="0" animBg="1"/>
      <p:bldP spid="38" grpId="1" animBg="1"/>
      <p:bldP spid="42" grpId="0" animBg="1"/>
      <p:bldP spid="42" grpId="1" animBg="1"/>
      <p:bldP spid="45" grpId="0" animBg="1"/>
      <p:bldP spid="45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ABF50102-F2A2-0AFC-04CA-2D1D4C80DB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33003" y="1281329"/>
            <a:ext cx="6481864" cy="3623408"/>
          </a:xfrm>
          <a:prstGeom prst="roundRect">
            <a:avLst>
              <a:gd name="adj" fmla="val 8224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421258A-AB17-2D60-67EC-0D71FC492A91}"/>
              </a:ext>
            </a:extLst>
          </p:cNvPr>
          <p:cNvSpPr>
            <a:spLocks/>
          </p:cNvSpPr>
          <p:nvPr/>
        </p:nvSpPr>
        <p:spPr>
          <a:xfrm>
            <a:off x="5333003" y="5125442"/>
            <a:ext cx="3858867" cy="1014100"/>
          </a:xfrm>
          <a:prstGeom prst="roundRect">
            <a:avLst>
              <a:gd name="adj" fmla="val 1392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AEDCCED-F15A-5E34-F6CB-8D773AC58FCC}"/>
              </a:ext>
            </a:extLst>
          </p:cNvPr>
          <p:cNvSpPr>
            <a:spLocks/>
          </p:cNvSpPr>
          <p:nvPr/>
        </p:nvSpPr>
        <p:spPr>
          <a:xfrm>
            <a:off x="9328583" y="5125442"/>
            <a:ext cx="2486284" cy="1002849"/>
          </a:xfrm>
          <a:prstGeom prst="roundRect">
            <a:avLst>
              <a:gd name="adj" fmla="val 1471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E05541D6-50D3-EAC5-78EA-DEDB2D9074D9}"/>
              </a:ext>
            </a:extLst>
          </p:cNvPr>
          <p:cNvSpPr txBox="1"/>
          <p:nvPr/>
        </p:nvSpPr>
        <p:spPr>
          <a:xfrm>
            <a:off x="377133" y="404661"/>
            <a:ext cx="6946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¡Gracias a nuestros sponsors!</a:t>
            </a:r>
          </a:p>
        </p:txBody>
      </p:sp>
      <p:sp>
        <p:nvSpPr>
          <p:cNvPr id="9" name="TextBox 32">
            <a:extLst>
              <a:ext uri="{FF2B5EF4-FFF2-40B4-BE49-F238E27FC236}">
                <a16:creationId xmlns:a16="http://schemas.microsoft.com/office/drawing/2014/main" id="{E28C60E8-3BC7-1D6E-BCF9-340BAA85E7C8}"/>
              </a:ext>
            </a:extLst>
          </p:cNvPr>
          <p:cNvSpPr txBox="1"/>
          <p:nvPr/>
        </p:nvSpPr>
        <p:spPr>
          <a:xfrm>
            <a:off x="5472504" y="1406569"/>
            <a:ext cx="21031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ORO</a:t>
            </a:r>
          </a:p>
        </p:txBody>
      </p:sp>
      <p:sp>
        <p:nvSpPr>
          <p:cNvPr id="12" name="TextBox 32">
            <a:extLst>
              <a:ext uri="{FF2B5EF4-FFF2-40B4-BE49-F238E27FC236}">
                <a16:creationId xmlns:a16="http://schemas.microsoft.com/office/drawing/2014/main" id="{16F146DA-F2C4-7A33-10A2-0BA4AE3F7157}"/>
              </a:ext>
            </a:extLst>
          </p:cNvPr>
          <p:cNvSpPr txBox="1"/>
          <p:nvPr/>
        </p:nvSpPr>
        <p:spPr>
          <a:xfrm>
            <a:off x="5472503" y="5231673"/>
            <a:ext cx="3240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COLABORAN</a:t>
            </a:r>
          </a:p>
        </p:txBody>
      </p:sp>
      <p:pic>
        <p:nvPicPr>
          <p:cNvPr id="14" name="Imagen 13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21ECBF35-B846-D818-3751-73BAB0376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721" y="3552615"/>
            <a:ext cx="1897524" cy="550633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7B9D898A-D772-DF4F-1202-6241858F6A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4915" y="2667217"/>
            <a:ext cx="3209694" cy="4542122"/>
          </a:xfrm>
          <a:prstGeom prst="rect">
            <a:avLst/>
          </a:prstGeom>
        </p:spPr>
      </p:pic>
      <p:pic>
        <p:nvPicPr>
          <p:cNvPr id="28" name="Picture 12">
            <a:extLst>
              <a:ext uri="{FF2B5EF4-FFF2-40B4-BE49-F238E27FC236}">
                <a16:creationId xmlns:a16="http://schemas.microsoft.com/office/drawing/2014/main" id="{818091B7-0827-85AA-0184-F4F62C8235E5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5279" y="5692835"/>
            <a:ext cx="898156" cy="324099"/>
          </a:xfrm>
          <a:prstGeom prst="rect">
            <a:avLst/>
          </a:prstGeom>
        </p:spPr>
      </p:pic>
      <p:pic>
        <p:nvPicPr>
          <p:cNvPr id="29" name="Picture 49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F315214C-706B-5252-24C3-F9BF92083E1C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</a:blip>
          <a:stretch>
            <a:fillRect/>
          </a:stretch>
        </p:blipFill>
        <p:spPr>
          <a:xfrm>
            <a:off x="5551372" y="5676458"/>
            <a:ext cx="1720494" cy="311580"/>
          </a:xfrm>
          <a:prstGeom prst="rect">
            <a:avLst/>
          </a:prstGeom>
        </p:spPr>
      </p:pic>
      <p:pic>
        <p:nvPicPr>
          <p:cNvPr id="30" name="Picture 2">
            <a:extLst>
              <a:ext uri="{FF2B5EF4-FFF2-40B4-BE49-F238E27FC236}">
                <a16:creationId xmlns:a16="http://schemas.microsoft.com/office/drawing/2014/main" id="{1F32BEE7-E623-CDFD-32BA-11F49BBFB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1866" y="2848246"/>
            <a:ext cx="1436905" cy="430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7" descr="Graphical user interface, logo&#10;&#10;Description automatically generated">
            <a:extLst>
              <a:ext uri="{FF2B5EF4-FFF2-40B4-BE49-F238E27FC236}">
                <a16:creationId xmlns:a16="http://schemas.microsoft.com/office/drawing/2014/main" id="{65E3F12D-9E63-0A78-B2D8-E1CD334FC2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74530" y="2672914"/>
            <a:ext cx="1879628" cy="783441"/>
          </a:xfrm>
          <a:prstGeom prst="rect">
            <a:avLst/>
          </a:prstGeom>
        </p:spPr>
      </p:pic>
      <p:pic>
        <p:nvPicPr>
          <p:cNvPr id="33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519DA0AA-EC82-8081-6208-005641E309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35463" y="4271848"/>
            <a:ext cx="1252385" cy="483099"/>
          </a:xfrm>
          <a:prstGeom prst="rect">
            <a:avLst/>
          </a:prstGeom>
        </p:spPr>
      </p:pic>
      <p:pic>
        <p:nvPicPr>
          <p:cNvPr id="34" name="Graphic 43">
            <a:extLst>
              <a:ext uri="{FF2B5EF4-FFF2-40B4-BE49-F238E27FC236}">
                <a16:creationId xmlns:a16="http://schemas.microsoft.com/office/drawing/2014/main" id="{F55EBD28-205D-D91E-2C31-306CFB8AAA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841926" y="2018998"/>
            <a:ext cx="1554416" cy="381631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8E4AF6F4-3F0C-1A11-1421-3FDDD48B40B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40843" y="4169869"/>
            <a:ext cx="1584769" cy="491602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4A457E01-A3B7-AA8D-B626-72F3DD474B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9550619" y="2107613"/>
            <a:ext cx="2075868" cy="291350"/>
          </a:xfrm>
          <a:prstGeom prst="rect">
            <a:avLst/>
          </a:prstGeom>
        </p:spPr>
      </p:pic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B1B73EA2-B68A-C6B5-A0A5-C6F780DDA4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810" y="1281329"/>
            <a:ext cx="4542817" cy="4858213"/>
          </a:xfrm>
          <a:prstGeom prst="roundRect">
            <a:avLst>
              <a:gd name="adj" fmla="val 444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32">
            <a:extLst>
              <a:ext uri="{FF2B5EF4-FFF2-40B4-BE49-F238E27FC236}">
                <a16:creationId xmlns:a16="http://schemas.microsoft.com/office/drawing/2014/main" id="{6E16F4D0-A8C4-BAF5-4503-6756C85810F9}"/>
              </a:ext>
            </a:extLst>
          </p:cNvPr>
          <p:cNvSpPr txBox="1"/>
          <p:nvPr/>
        </p:nvSpPr>
        <p:spPr>
          <a:xfrm>
            <a:off x="609920" y="1359746"/>
            <a:ext cx="21031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PLATINO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014B5252-B766-FBFB-59B7-653E1E6657C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8130" y="1988452"/>
            <a:ext cx="2400719" cy="731018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D93B0377-610E-D5F6-03C4-C8C2659B9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64291" y="4400215"/>
            <a:ext cx="3144121" cy="504522"/>
          </a:xfrm>
          <a:prstGeom prst="rect">
            <a:avLst/>
          </a:prstGeom>
        </p:spPr>
      </p:pic>
      <p:pic>
        <p:nvPicPr>
          <p:cNvPr id="48" name="Imagen 47" descr="Logotipo&#10;&#10;El contenido generado por IA puede ser incorrecto.">
            <a:extLst>
              <a:ext uri="{FF2B5EF4-FFF2-40B4-BE49-F238E27FC236}">
                <a16:creationId xmlns:a16="http://schemas.microsoft.com/office/drawing/2014/main" id="{E23B8597-93DB-8C2E-5808-2D1C2A14D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534" y="3514400"/>
            <a:ext cx="2166136" cy="594466"/>
          </a:xfrm>
          <a:prstGeom prst="rect">
            <a:avLst/>
          </a:prstGeom>
        </p:spPr>
      </p:pic>
      <p:pic>
        <p:nvPicPr>
          <p:cNvPr id="50" name="Imagen 49" descr="Logotipo&#10;&#10;El contenido generado por IA puede ser incorrecto.">
            <a:extLst>
              <a:ext uri="{FF2B5EF4-FFF2-40B4-BE49-F238E27FC236}">
                <a16:creationId xmlns:a16="http://schemas.microsoft.com/office/drawing/2014/main" id="{FD94A6AB-8224-8016-7C23-B0A400BC302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0" y="3302301"/>
            <a:ext cx="3456097" cy="1101326"/>
          </a:xfrm>
          <a:prstGeom prst="rect">
            <a:avLst/>
          </a:prstGeom>
        </p:spPr>
      </p:pic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C150DC3E-6873-73A9-26BA-568F7FC411BE}"/>
              </a:ext>
            </a:extLst>
          </p:cNvPr>
          <p:cNvCxnSpPr/>
          <p:nvPr/>
        </p:nvCxnSpPr>
        <p:spPr>
          <a:xfrm>
            <a:off x="673241" y="1806679"/>
            <a:ext cx="17229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C72F574E-86FA-C1BF-4663-B2502422BEA8}"/>
              </a:ext>
            </a:extLst>
          </p:cNvPr>
          <p:cNvCxnSpPr>
            <a:cxnSpLocks/>
          </p:cNvCxnSpPr>
          <p:nvPr/>
        </p:nvCxnSpPr>
        <p:spPr>
          <a:xfrm>
            <a:off x="5538108" y="1774677"/>
            <a:ext cx="1144046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4F0DF2E4-7765-3EF9-A363-136A6884F38B}"/>
              </a:ext>
            </a:extLst>
          </p:cNvPr>
          <p:cNvCxnSpPr>
            <a:cxnSpLocks/>
          </p:cNvCxnSpPr>
          <p:nvPr/>
        </p:nvCxnSpPr>
        <p:spPr>
          <a:xfrm>
            <a:off x="5538108" y="5557649"/>
            <a:ext cx="178600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73282-7F6B-21C1-52BA-CE46C2A59477}"/>
              </a:ext>
            </a:extLst>
          </p:cNvPr>
          <p:cNvGrpSpPr/>
          <p:nvPr/>
        </p:nvGrpSpPr>
        <p:grpSpPr>
          <a:xfrm>
            <a:off x="9398445" y="5194360"/>
            <a:ext cx="2369485" cy="338554"/>
            <a:chOff x="8201954" y="3804630"/>
            <a:chExt cx="3633010" cy="338554"/>
          </a:xfrm>
        </p:grpSpPr>
        <p:sp>
          <p:nvSpPr>
            <p:cNvPr id="11" name="TextBox 32">
              <a:extLst>
                <a:ext uri="{FF2B5EF4-FFF2-40B4-BE49-F238E27FC236}">
                  <a16:creationId xmlns:a16="http://schemas.microsoft.com/office/drawing/2014/main" id="{BB8E3634-9DAF-C2A7-C53D-6FD7BD78119D}"/>
                </a:ext>
              </a:extLst>
            </p:cNvPr>
            <p:cNvSpPr txBox="1"/>
            <p:nvPr/>
          </p:nvSpPr>
          <p:spPr>
            <a:xfrm>
              <a:off x="8201954" y="3804630"/>
              <a:ext cx="36330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LANYARD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8C40BD1E-A3D4-E72B-4A66-1B6F929E05EA}"/>
                </a:ext>
              </a:extLst>
            </p:cNvPr>
            <p:cNvCxnSpPr>
              <a:cxnSpLocks/>
            </p:cNvCxnSpPr>
            <p:nvPr/>
          </p:nvCxnSpPr>
          <p:spPr>
            <a:xfrm>
              <a:off x="8201954" y="4136524"/>
              <a:ext cx="354444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3" name="Gráfico 62">
            <a:extLst>
              <a:ext uri="{FF2B5EF4-FFF2-40B4-BE49-F238E27FC236}">
                <a16:creationId xmlns:a16="http://schemas.microsoft.com/office/drawing/2014/main" id="{DE47EE5E-CACB-658E-4CBE-D802E840B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533475" y="2843858"/>
            <a:ext cx="1984622" cy="462245"/>
          </a:xfrm>
          <a:prstGeom prst="rect">
            <a:avLst/>
          </a:prstGeom>
        </p:spPr>
      </p:pic>
      <p:pic>
        <p:nvPicPr>
          <p:cNvPr id="2052" name="Gráfico 2051">
            <a:extLst>
              <a:ext uri="{FF2B5EF4-FFF2-40B4-BE49-F238E27FC236}">
                <a16:creationId xmlns:a16="http://schemas.microsoft.com/office/drawing/2014/main" id="{54326494-6FBA-A02F-652E-CF38AD3642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02791" y="4402704"/>
            <a:ext cx="1743153" cy="198221"/>
          </a:xfrm>
          <a:prstGeom prst="rect">
            <a:avLst/>
          </a:prstGeom>
        </p:spPr>
      </p:pic>
      <p:pic>
        <p:nvPicPr>
          <p:cNvPr id="2056" name="Gráfico 2055">
            <a:extLst>
              <a:ext uri="{FF2B5EF4-FFF2-40B4-BE49-F238E27FC236}">
                <a16:creationId xmlns:a16="http://schemas.microsoft.com/office/drawing/2014/main" id="{A0BB288D-427F-5090-12E9-069DD6E76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931931" y="3556757"/>
            <a:ext cx="1227222" cy="493710"/>
          </a:xfrm>
          <a:prstGeom prst="rect">
            <a:avLst/>
          </a:prstGeom>
        </p:spPr>
      </p:pic>
      <p:grpSp>
        <p:nvGrpSpPr>
          <p:cNvPr id="2079" name="Grupo 2078">
            <a:extLst>
              <a:ext uri="{FF2B5EF4-FFF2-40B4-BE49-F238E27FC236}">
                <a16:creationId xmlns:a16="http://schemas.microsoft.com/office/drawing/2014/main" id="{5F4FDBB4-BB1B-C60E-6FBB-51A65D11FEE1}"/>
              </a:ext>
            </a:extLst>
          </p:cNvPr>
          <p:cNvGrpSpPr/>
          <p:nvPr/>
        </p:nvGrpSpPr>
        <p:grpSpPr>
          <a:xfrm>
            <a:off x="818284" y="5287991"/>
            <a:ext cx="2611478" cy="583935"/>
            <a:chOff x="978182" y="4516136"/>
            <a:chExt cx="4167090" cy="931775"/>
          </a:xfrm>
        </p:grpSpPr>
        <p:grpSp>
          <p:nvGrpSpPr>
            <p:cNvPr id="2066" name="Gráfico 2063">
              <a:extLst>
                <a:ext uri="{FF2B5EF4-FFF2-40B4-BE49-F238E27FC236}">
                  <a16:creationId xmlns:a16="http://schemas.microsoft.com/office/drawing/2014/main" id="{DAED3292-BA27-6570-96D8-2711835782D1}"/>
                </a:ext>
              </a:extLst>
            </p:cNvPr>
            <p:cNvGrpSpPr/>
            <p:nvPr/>
          </p:nvGrpSpPr>
          <p:grpSpPr>
            <a:xfrm>
              <a:off x="2255709" y="4636843"/>
              <a:ext cx="2889563" cy="690442"/>
              <a:chOff x="5319628" y="3085448"/>
              <a:chExt cx="2889563" cy="690442"/>
            </a:xfrm>
          </p:grpSpPr>
          <p:sp>
            <p:nvSpPr>
              <p:cNvPr id="2067" name="Forma libre: forma 2066">
                <a:extLst>
                  <a:ext uri="{FF2B5EF4-FFF2-40B4-BE49-F238E27FC236}">
                    <a16:creationId xmlns:a16="http://schemas.microsoft.com/office/drawing/2014/main" id="{E9409E8E-6402-CE3A-1044-D64A3FB36826}"/>
                  </a:ext>
                </a:extLst>
              </p:cNvPr>
              <p:cNvSpPr/>
              <p:nvPr/>
            </p:nvSpPr>
            <p:spPr>
              <a:xfrm>
                <a:off x="5319628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8" name="Forma libre: forma 2067">
                <a:extLst>
                  <a:ext uri="{FF2B5EF4-FFF2-40B4-BE49-F238E27FC236}">
                    <a16:creationId xmlns:a16="http://schemas.microsoft.com/office/drawing/2014/main" id="{49C7797D-1781-7454-6D14-739082E1293B}"/>
                  </a:ext>
                </a:extLst>
              </p:cNvPr>
              <p:cNvSpPr/>
              <p:nvPr/>
            </p:nvSpPr>
            <p:spPr>
              <a:xfrm>
                <a:off x="5855318" y="3400248"/>
                <a:ext cx="208346" cy="72163"/>
              </a:xfrm>
              <a:custGeom>
                <a:avLst/>
                <a:gdLst>
                  <a:gd name="connsiteX0" fmla="*/ 0 w 208346"/>
                  <a:gd name="connsiteY0" fmla="*/ 0 h 72163"/>
                  <a:gd name="connsiteX1" fmla="*/ 208346 w 208346"/>
                  <a:gd name="connsiteY1" fmla="*/ 0 h 72163"/>
                  <a:gd name="connsiteX2" fmla="*/ 208346 w 208346"/>
                  <a:gd name="connsiteY2" fmla="*/ 72164 h 72163"/>
                  <a:gd name="connsiteX3" fmla="*/ 0 w 208346"/>
                  <a:gd name="connsiteY3" fmla="*/ 72164 h 72163"/>
                  <a:gd name="connsiteX4" fmla="*/ 0 w 208346"/>
                  <a:gd name="connsiteY4" fmla="*/ 0 h 72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346" h="72163">
                    <a:moveTo>
                      <a:pt x="0" y="0"/>
                    </a:moveTo>
                    <a:lnTo>
                      <a:pt x="208346" y="0"/>
                    </a:lnTo>
                    <a:lnTo>
                      <a:pt x="208346" y="72164"/>
                    </a:lnTo>
                    <a:lnTo>
                      <a:pt x="0" y="721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9" name="Forma libre: forma 2068">
                <a:extLst>
                  <a:ext uri="{FF2B5EF4-FFF2-40B4-BE49-F238E27FC236}">
                    <a16:creationId xmlns:a16="http://schemas.microsoft.com/office/drawing/2014/main" id="{6C634579-4DC5-A306-4DFB-A99518C8F97B}"/>
                  </a:ext>
                </a:extLst>
              </p:cNvPr>
              <p:cNvSpPr/>
              <p:nvPr/>
            </p:nvSpPr>
            <p:spPr>
              <a:xfrm>
                <a:off x="6056252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0" name="Forma libre: forma 2069">
                <a:extLst>
                  <a:ext uri="{FF2B5EF4-FFF2-40B4-BE49-F238E27FC236}">
                    <a16:creationId xmlns:a16="http://schemas.microsoft.com/office/drawing/2014/main" id="{9409D334-BB8E-3C45-FC43-CCC752B0AE83}"/>
                  </a:ext>
                </a:extLst>
              </p:cNvPr>
              <p:cNvSpPr/>
              <p:nvPr/>
            </p:nvSpPr>
            <p:spPr>
              <a:xfrm>
                <a:off x="6572394" y="3237595"/>
                <a:ext cx="408466" cy="401380"/>
              </a:xfrm>
              <a:custGeom>
                <a:avLst/>
                <a:gdLst>
                  <a:gd name="connsiteX0" fmla="*/ 330846 w 408466"/>
                  <a:gd name="connsiteY0" fmla="*/ 8552 h 401380"/>
                  <a:gd name="connsiteX1" fmla="*/ 408467 w 408466"/>
                  <a:gd name="connsiteY1" fmla="*/ 8552 h 401380"/>
                  <a:gd name="connsiteX2" fmla="*/ 408467 w 408466"/>
                  <a:gd name="connsiteY2" fmla="*/ 391362 h 401380"/>
                  <a:gd name="connsiteX3" fmla="*/ 332393 w 408466"/>
                  <a:gd name="connsiteY3" fmla="*/ 391362 h 401380"/>
                  <a:gd name="connsiteX4" fmla="*/ 328484 w 408466"/>
                  <a:gd name="connsiteY4" fmla="*/ 329217 h 401380"/>
                  <a:gd name="connsiteX5" fmla="*/ 196455 w 408466"/>
                  <a:gd name="connsiteY5" fmla="*/ 401380 h 401380"/>
                  <a:gd name="connsiteX6" fmla="*/ 0 w 408466"/>
                  <a:gd name="connsiteY6" fmla="*/ 199550 h 401380"/>
                  <a:gd name="connsiteX7" fmla="*/ 198002 w 408466"/>
                  <a:gd name="connsiteY7" fmla="*/ 0 h 401380"/>
                  <a:gd name="connsiteX8" fmla="*/ 328402 w 408466"/>
                  <a:gd name="connsiteY8" fmla="*/ 69069 h 401380"/>
                  <a:gd name="connsiteX9" fmla="*/ 330846 w 408466"/>
                  <a:gd name="connsiteY9" fmla="*/ 8552 h 401380"/>
                  <a:gd name="connsiteX10" fmla="*/ 80064 w 408466"/>
                  <a:gd name="connsiteY10" fmla="*/ 199550 h 401380"/>
                  <a:gd name="connsiteX11" fmla="*/ 204274 w 408466"/>
                  <a:gd name="connsiteY11" fmla="*/ 326855 h 401380"/>
                  <a:gd name="connsiteX12" fmla="*/ 204274 w 408466"/>
                  <a:gd name="connsiteY12" fmla="*/ 72978 h 401380"/>
                  <a:gd name="connsiteX13" fmla="*/ 80064 w 408466"/>
                  <a:gd name="connsiteY13" fmla="*/ 199550 h 401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08466" h="401380">
                    <a:moveTo>
                      <a:pt x="330846" y="8552"/>
                    </a:moveTo>
                    <a:lnTo>
                      <a:pt x="408467" y="8552"/>
                    </a:lnTo>
                    <a:lnTo>
                      <a:pt x="408467" y="391362"/>
                    </a:lnTo>
                    <a:lnTo>
                      <a:pt x="332393" y="391362"/>
                    </a:lnTo>
                    <a:lnTo>
                      <a:pt x="328484" y="329217"/>
                    </a:lnTo>
                    <a:cubicBezTo>
                      <a:pt x="303642" y="378900"/>
                      <a:pt x="243044" y="401380"/>
                      <a:pt x="196455" y="401380"/>
                    </a:cubicBezTo>
                    <a:cubicBezTo>
                      <a:pt x="84626" y="401380"/>
                      <a:pt x="0" y="329950"/>
                      <a:pt x="0" y="199550"/>
                    </a:cubicBezTo>
                    <a:cubicBezTo>
                      <a:pt x="0" y="71431"/>
                      <a:pt x="88535" y="0"/>
                      <a:pt x="198002" y="0"/>
                    </a:cubicBezTo>
                    <a:cubicBezTo>
                      <a:pt x="253143" y="0"/>
                      <a:pt x="304375" y="25656"/>
                      <a:pt x="328402" y="69069"/>
                    </a:cubicBezTo>
                    <a:lnTo>
                      <a:pt x="330846" y="8552"/>
                    </a:lnTo>
                    <a:close/>
                    <a:moveTo>
                      <a:pt x="80064" y="199550"/>
                    </a:moveTo>
                    <a:cubicBezTo>
                      <a:pt x="80064" y="277985"/>
                      <a:pt x="135938" y="326855"/>
                      <a:pt x="204274" y="326855"/>
                    </a:cubicBezTo>
                    <a:cubicBezTo>
                      <a:pt x="369615" y="326855"/>
                      <a:pt x="369615" y="72978"/>
                      <a:pt x="204274" y="72978"/>
                    </a:cubicBezTo>
                    <a:cubicBezTo>
                      <a:pt x="136020" y="72978"/>
                      <a:pt x="80064" y="121929"/>
                      <a:pt x="80064" y="199550"/>
                    </a:cubicBez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1" name="Forma libre: forma 2070">
                <a:extLst>
                  <a:ext uri="{FF2B5EF4-FFF2-40B4-BE49-F238E27FC236}">
                    <a16:creationId xmlns:a16="http://schemas.microsoft.com/office/drawing/2014/main" id="{A46FFDCD-97E0-30AF-3FC7-4A2C98490210}"/>
                  </a:ext>
                </a:extLst>
              </p:cNvPr>
              <p:cNvSpPr/>
              <p:nvPr/>
            </p:nvSpPr>
            <p:spPr>
              <a:xfrm>
                <a:off x="7073875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2" name="Forma libre: forma 2071">
                <a:extLst>
                  <a:ext uri="{FF2B5EF4-FFF2-40B4-BE49-F238E27FC236}">
                    <a16:creationId xmlns:a16="http://schemas.microsoft.com/office/drawing/2014/main" id="{1D1E8DF0-4A5D-E1A0-3AA0-09B4C0CEB440}"/>
                  </a:ext>
                </a:extLst>
              </p:cNvPr>
              <p:cNvSpPr/>
              <p:nvPr/>
            </p:nvSpPr>
            <p:spPr>
              <a:xfrm>
                <a:off x="7246872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3" name="Forma libre: forma 2072">
                <a:extLst>
                  <a:ext uri="{FF2B5EF4-FFF2-40B4-BE49-F238E27FC236}">
                    <a16:creationId xmlns:a16="http://schemas.microsoft.com/office/drawing/2014/main" id="{2D6C5430-77B2-BBC4-7B29-26888FF98091}"/>
                  </a:ext>
                </a:extLst>
              </p:cNvPr>
              <p:cNvSpPr/>
              <p:nvPr/>
            </p:nvSpPr>
            <p:spPr>
              <a:xfrm>
                <a:off x="7398123" y="3237676"/>
                <a:ext cx="395322" cy="402194"/>
              </a:xfrm>
              <a:custGeom>
                <a:avLst/>
                <a:gdLst>
                  <a:gd name="connsiteX0" fmla="*/ 83078 w 395322"/>
                  <a:gd name="connsiteY0" fmla="*/ 231315 h 402194"/>
                  <a:gd name="connsiteX1" fmla="*/ 208102 w 395322"/>
                  <a:gd name="connsiteY1" fmla="*/ 327588 h 402194"/>
                  <a:gd name="connsiteX2" fmla="*/ 319117 w 395322"/>
                  <a:gd name="connsiteY2" fmla="*/ 286456 h 402194"/>
                  <a:gd name="connsiteX3" fmla="*/ 371163 w 395322"/>
                  <a:gd name="connsiteY3" fmla="*/ 336954 h 402194"/>
                  <a:gd name="connsiteX4" fmla="*/ 206555 w 395322"/>
                  <a:gd name="connsiteY4" fmla="*/ 402195 h 402194"/>
                  <a:gd name="connsiteX5" fmla="*/ 0 w 395322"/>
                  <a:gd name="connsiteY5" fmla="*/ 199550 h 402194"/>
                  <a:gd name="connsiteX6" fmla="*/ 201097 w 395322"/>
                  <a:gd name="connsiteY6" fmla="*/ 0 h 402194"/>
                  <a:gd name="connsiteX7" fmla="*/ 393643 w 395322"/>
                  <a:gd name="connsiteY7" fmla="*/ 231396 h 402194"/>
                  <a:gd name="connsiteX8" fmla="*/ 83078 w 395322"/>
                  <a:gd name="connsiteY8" fmla="*/ 231396 h 402194"/>
                  <a:gd name="connsiteX9" fmla="*/ 316755 w 395322"/>
                  <a:gd name="connsiteY9" fmla="*/ 163712 h 402194"/>
                  <a:gd name="connsiteX10" fmla="*/ 203378 w 395322"/>
                  <a:gd name="connsiteY10" fmla="*/ 71349 h 402194"/>
                  <a:gd name="connsiteX11" fmla="*/ 84626 w 395322"/>
                  <a:gd name="connsiteY11" fmla="*/ 163712 h 402194"/>
                  <a:gd name="connsiteX12" fmla="*/ 316755 w 395322"/>
                  <a:gd name="connsiteY12" fmla="*/ 163712 h 402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95322" h="402194">
                    <a:moveTo>
                      <a:pt x="83078" y="231315"/>
                    </a:moveTo>
                    <a:cubicBezTo>
                      <a:pt x="90082" y="290284"/>
                      <a:pt x="137404" y="327588"/>
                      <a:pt x="208102" y="327588"/>
                    </a:cubicBezTo>
                    <a:cubicBezTo>
                      <a:pt x="247686" y="327588"/>
                      <a:pt x="295090" y="313578"/>
                      <a:pt x="319117" y="286456"/>
                    </a:cubicBezTo>
                    <a:lnTo>
                      <a:pt x="371163" y="336954"/>
                    </a:lnTo>
                    <a:cubicBezTo>
                      <a:pt x="331579" y="381181"/>
                      <a:pt x="265605" y="402195"/>
                      <a:pt x="206555" y="402195"/>
                    </a:cubicBezTo>
                    <a:cubicBezTo>
                      <a:pt x="80797" y="402195"/>
                      <a:pt x="0" y="322212"/>
                      <a:pt x="0" y="199550"/>
                    </a:cubicBezTo>
                    <a:cubicBezTo>
                      <a:pt x="0" y="83078"/>
                      <a:pt x="81530" y="0"/>
                      <a:pt x="201097" y="0"/>
                    </a:cubicBezTo>
                    <a:cubicBezTo>
                      <a:pt x="324574" y="0"/>
                      <a:pt x="408385" y="76073"/>
                      <a:pt x="393643" y="231396"/>
                    </a:cubicBezTo>
                    <a:lnTo>
                      <a:pt x="83078" y="231396"/>
                    </a:lnTo>
                    <a:close/>
                    <a:moveTo>
                      <a:pt x="316755" y="163712"/>
                    </a:moveTo>
                    <a:cubicBezTo>
                      <a:pt x="311298" y="102381"/>
                      <a:pt x="268619" y="71349"/>
                      <a:pt x="203378" y="71349"/>
                    </a:cubicBezTo>
                    <a:cubicBezTo>
                      <a:pt x="144409" y="71349"/>
                      <a:pt x="97006" y="102381"/>
                      <a:pt x="84626" y="163712"/>
                    </a:cubicBezTo>
                    <a:lnTo>
                      <a:pt x="316755" y="163712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4" name="Forma libre: forma 2073">
                <a:extLst>
                  <a:ext uri="{FF2B5EF4-FFF2-40B4-BE49-F238E27FC236}">
                    <a16:creationId xmlns:a16="http://schemas.microsoft.com/office/drawing/2014/main" id="{0361506D-05DA-5CE5-80E8-D581D566C865}"/>
                  </a:ext>
                </a:extLst>
              </p:cNvPr>
              <p:cNvSpPr/>
              <p:nvPr/>
            </p:nvSpPr>
            <p:spPr>
              <a:xfrm>
                <a:off x="7805449" y="3246147"/>
                <a:ext cx="403742" cy="529743"/>
              </a:xfrm>
              <a:custGeom>
                <a:avLst/>
                <a:gdLst>
                  <a:gd name="connsiteX0" fmla="*/ 87069 w 403742"/>
                  <a:gd name="connsiteY0" fmla="*/ 529744 h 529743"/>
                  <a:gd name="connsiteX1" fmla="*/ 175522 w 403742"/>
                  <a:gd name="connsiteY1" fmla="*/ 529744 h 529743"/>
                  <a:gd name="connsiteX2" fmla="*/ 403742 w 403742"/>
                  <a:gd name="connsiteY2" fmla="*/ 0 h 529743"/>
                  <a:gd name="connsiteX3" fmla="*/ 314393 w 403742"/>
                  <a:gd name="connsiteY3" fmla="*/ 0 h 529743"/>
                  <a:gd name="connsiteX4" fmla="*/ 238320 w 403742"/>
                  <a:gd name="connsiteY4" fmla="*/ 182446 h 529743"/>
                  <a:gd name="connsiteX5" fmla="*/ 197188 w 403742"/>
                  <a:gd name="connsiteY5" fmla="*/ 289632 h 529743"/>
                  <a:gd name="connsiteX6" fmla="*/ 159151 w 403742"/>
                  <a:gd name="connsiteY6" fmla="*/ 180898 h 529743"/>
                  <a:gd name="connsiteX7" fmla="*/ 93178 w 403742"/>
                  <a:gd name="connsiteY7" fmla="*/ 0 h 529743"/>
                  <a:gd name="connsiteX8" fmla="*/ 0 w 403742"/>
                  <a:gd name="connsiteY8" fmla="*/ 0 h 529743"/>
                  <a:gd name="connsiteX9" fmla="*/ 152961 w 403742"/>
                  <a:gd name="connsiteY9" fmla="*/ 377353 h 529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3742" h="529743">
                    <a:moveTo>
                      <a:pt x="87069" y="529744"/>
                    </a:moveTo>
                    <a:lnTo>
                      <a:pt x="175522" y="529744"/>
                    </a:lnTo>
                    <a:lnTo>
                      <a:pt x="403742" y="0"/>
                    </a:lnTo>
                    <a:lnTo>
                      <a:pt x="314393" y="0"/>
                    </a:lnTo>
                    <a:lnTo>
                      <a:pt x="238320" y="182446"/>
                    </a:lnTo>
                    <a:lnTo>
                      <a:pt x="197188" y="289632"/>
                    </a:lnTo>
                    <a:lnTo>
                      <a:pt x="159151" y="180898"/>
                    </a:lnTo>
                    <a:lnTo>
                      <a:pt x="93178" y="0"/>
                    </a:lnTo>
                    <a:lnTo>
                      <a:pt x="0" y="0"/>
                    </a:lnTo>
                    <a:lnTo>
                      <a:pt x="152961" y="377353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  <p:grpSp>
          <p:nvGrpSpPr>
            <p:cNvPr id="2075" name="Gráfico 2063">
              <a:extLst>
                <a:ext uri="{FF2B5EF4-FFF2-40B4-BE49-F238E27FC236}">
                  <a16:creationId xmlns:a16="http://schemas.microsoft.com/office/drawing/2014/main" id="{55F45809-6AD2-5920-5BB7-84AD99E4FF8B}"/>
                </a:ext>
              </a:extLst>
            </p:cNvPr>
            <p:cNvGrpSpPr/>
            <p:nvPr/>
          </p:nvGrpSpPr>
          <p:grpSpPr>
            <a:xfrm>
              <a:off x="978182" y="4516136"/>
              <a:ext cx="1040835" cy="931775"/>
              <a:chOff x="4042101" y="2964741"/>
              <a:chExt cx="1040835" cy="931775"/>
            </a:xfrm>
          </p:grpSpPr>
          <p:sp>
            <p:nvSpPr>
              <p:cNvPr id="2076" name="Forma libre: forma 2075">
                <a:extLst>
                  <a:ext uri="{FF2B5EF4-FFF2-40B4-BE49-F238E27FC236}">
                    <a16:creationId xmlns:a16="http://schemas.microsoft.com/office/drawing/2014/main" id="{628E8A68-1BEB-3B15-6A60-A3C98CAA3DF0}"/>
                  </a:ext>
                </a:extLst>
              </p:cNvPr>
              <p:cNvSpPr/>
              <p:nvPr/>
            </p:nvSpPr>
            <p:spPr>
              <a:xfrm>
                <a:off x="4107179" y="2964741"/>
                <a:ext cx="910680" cy="335243"/>
              </a:xfrm>
              <a:custGeom>
                <a:avLst/>
                <a:gdLst>
                  <a:gd name="connsiteX0" fmla="*/ 455381 w 910680"/>
                  <a:gd name="connsiteY0" fmla="*/ 335244 h 335243"/>
                  <a:gd name="connsiteX1" fmla="*/ 910680 w 910680"/>
                  <a:gd name="connsiteY1" fmla="*/ 55060 h 335243"/>
                  <a:gd name="connsiteX2" fmla="*/ 868408 w 910680"/>
                  <a:gd name="connsiteY2" fmla="*/ 0 h 335243"/>
                  <a:gd name="connsiteX3" fmla="*/ 42272 w 910680"/>
                  <a:gd name="connsiteY3" fmla="*/ 0 h 335243"/>
                  <a:gd name="connsiteX4" fmla="*/ 0 w 910680"/>
                  <a:gd name="connsiteY4" fmla="*/ 55060 h 335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0680" h="335243">
                    <a:moveTo>
                      <a:pt x="455381" y="335244"/>
                    </a:moveTo>
                    <a:lnTo>
                      <a:pt x="910680" y="55060"/>
                    </a:lnTo>
                    <a:lnTo>
                      <a:pt x="868408" y="0"/>
                    </a:lnTo>
                    <a:lnTo>
                      <a:pt x="42272" y="0"/>
                    </a:lnTo>
                    <a:lnTo>
                      <a:pt x="0" y="55060"/>
                    </a:lnTo>
                    <a:close/>
                  </a:path>
                </a:pathLst>
              </a:custGeom>
              <a:solidFill>
                <a:srgbClr val="64CCC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7" name="Forma libre: forma 2076">
                <a:extLst>
                  <a:ext uri="{FF2B5EF4-FFF2-40B4-BE49-F238E27FC236}">
                    <a16:creationId xmlns:a16="http://schemas.microsoft.com/office/drawing/2014/main" id="{03D79057-E04E-0853-D962-49DB782E93EE}"/>
                  </a:ext>
                </a:extLst>
              </p:cNvPr>
              <p:cNvSpPr/>
              <p:nvPr/>
            </p:nvSpPr>
            <p:spPr>
              <a:xfrm>
                <a:off x="4042101" y="3065656"/>
                <a:ext cx="493499" cy="830860"/>
              </a:xfrm>
              <a:custGeom>
                <a:avLst/>
                <a:gdLst>
                  <a:gd name="connsiteX0" fmla="*/ 493499 w 493499"/>
                  <a:gd name="connsiteY0" fmla="*/ 280917 h 830860"/>
                  <a:gd name="connsiteX1" fmla="*/ 36896 w 493499"/>
                  <a:gd name="connsiteY1" fmla="*/ 0 h 830860"/>
                  <a:gd name="connsiteX2" fmla="*/ 0 w 493499"/>
                  <a:gd name="connsiteY2" fmla="*/ 82915 h 830860"/>
                  <a:gd name="connsiteX3" fmla="*/ 493499 w 493499"/>
                  <a:gd name="connsiteY3" fmla="*/ 830860 h 830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860">
                    <a:moveTo>
                      <a:pt x="493499" y="280917"/>
                    </a:moveTo>
                    <a:lnTo>
                      <a:pt x="36896" y="0"/>
                    </a:lnTo>
                    <a:lnTo>
                      <a:pt x="0" y="82915"/>
                    </a:lnTo>
                    <a:lnTo>
                      <a:pt x="493499" y="830860"/>
                    </a:lnTo>
                    <a:close/>
                  </a:path>
                </a:pathLst>
              </a:custGeom>
              <a:solidFill>
                <a:srgbClr val="004F5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8" name="Forma libre: forma 2077">
                <a:extLst>
                  <a:ext uri="{FF2B5EF4-FFF2-40B4-BE49-F238E27FC236}">
                    <a16:creationId xmlns:a16="http://schemas.microsoft.com/office/drawing/2014/main" id="{0DC387E9-B254-499D-ACBD-4FA24D523D9A}"/>
                  </a:ext>
                </a:extLst>
              </p:cNvPr>
              <p:cNvSpPr/>
              <p:nvPr/>
            </p:nvSpPr>
            <p:spPr>
              <a:xfrm>
                <a:off x="4589438" y="3065737"/>
                <a:ext cx="493499" cy="830779"/>
              </a:xfrm>
              <a:custGeom>
                <a:avLst/>
                <a:gdLst>
                  <a:gd name="connsiteX0" fmla="*/ 456603 w 493499"/>
                  <a:gd name="connsiteY0" fmla="*/ 0 h 830779"/>
                  <a:gd name="connsiteX1" fmla="*/ 0 w 493499"/>
                  <a:gd name="connsiteY1" fmla="*/ 280836 h 830779"/>
                  <a:gd name="connsiteX2" fmla="*/ 0 w 493499"/>
                  <a:gd name="connsiteY2" fmla="*/ 830779 h 830779"/>
                  <a:gd name="connsiteX3" fmla="*/ 493499 w 493499"/>
                  <a:gd name="connsiteY3" fmla="*/ 82834 h 830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779">
                    <a:moveTo>
                      <a:pt x="456603" y="0"/>
                    </a:moveTo>
                    <a:lnTo>
                      <a:pt x="0" y="280836"/>
                    </a:lnTo>
                    <a:lnTo>
                      <a:pt x="0" y="830779"/>
                    </a:lnTo>
                    <a:lnTo>
                      <a:pt x="493499" y="82834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</p:grpSp>
      <p:pic>
        <p:nvPicPr>
          <p:cNvPr id="19" name="Picture 31" descr="A black and white logo&#10;&#10;Description automatically generated">
            <a:extLst>
              <a:ext uri="{FF2B5EF4-FFF2-40B4-BE49-F238E27FC236}">
                <a16:creationId xmlns:a16="http://schemas.microsoft.com/office/drawing/2014/main" id="{18855620-D9ED-E0A5-F176-1204885FD9B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584914" y="2103698"/>
            <a:ext cx="1885012" cy="4068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D9C5D5-83DB-4A32-56B7-AB638343180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4178" y="5393038"/>
            <a:ext cx="1205135" cy="8494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B40DD-A6C9-9F0D-4C59-22235660700A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636" y="2635310"/>
            <a:ext cx="1545645" cy="8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1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2" grpId="0"/>
      <p:bldP spid="12" grpId="1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743889F-0E2D-48DE-8563-F6406BD0CD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1F8D39-4E29-4889-98DC-8548B06400EB}"/>
              </a:ext>
            </a:extLst>
          </p:cNvPr>
          <p:cNvSpPr txBox="1"/>
          <p:nvPr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Segoe UI" panose="020B0502040204020203" pitchFamily="34" charset="0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3</a:t>
            </a:fld>
            <a:endParaRPr lang="id-ID" sz="4400" i="0">
              <a:solidFill>
                <a:schemeClr val="bg1"/>
              </a:solidFill>
              <a:latin typeface="Segoe UI" panose="020B0502040204020203" pitchFamily="34" charset="0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F3F421B6-D8CF-4E9B-8893-669E9CDB39C2}"/>
              </a:ext>
            </a:extLst>
          </p:cNvPr>
          <p:cNvSpPr/>
          <p:nvPr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F2C4D64-10DE-46FB-BEC4-5AF3EA26BA20}"/>
              </a:ext>
            </a:extLst>
          </p:cNvPr>
          <p:cNvSpPr/>
          <p:nvPr/>
        </p:nvSpPr>
        <p:spPr>
          <a:xfrm>
            <a:off x="1541386" y="901562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E3D31398-4180-4611-AE52-6CC4D0C5A2FF}"/>
              </a:ext>
            </a:extLst>
          </p:cNvPr>
          <p:cNvSpPr/>
          <p:nvPr/>
        </p:nvSpPr>
        <p:spPr>
          <a:xfrm rot="17892069">
            <a:off x="4361021" y="4687017"/>
            <a:ext cx="649965" cy="688199"/>
          </a:xfrm>
          <a:custGeom>
            <a:avLst/>
            <a:gdLst>
              <a:gd name="connsiteX0" fmla="*/ 789532 w 809625"/>
              <a:gd name="connsiteY0" fmla="*/ 631363 h 857250"/>
              <a:gd name="connsiteX1" fmla="*/ 777149 w 809625"/>
              <a:gd name="connsiteY1" fmla="*/ 807576 h 857250"/>
              <a:gd name="connsiteX2" fmla="*/ 608557 w 809625"/>
              <a:gd name="connsiteY2" fmla="*/ 859011 h 857250"/>
              <a:gd name="connsiteX3" fmla="*/ 411389 w 809625"/>
              <a:gd name="connsiteY3" fmla="*/ 750426 h 857250"/>
              <a:gd name="connsiteX4" fmla="*/ 198029 w 809625"/>
              <a:gd name="connsiteY4" fmla="*/ 785668 h 857250"/>
              <a:gd name="connsiteX5" fmla="*/ 4672 w 809625"/>
              <a:gd name="connsiteY5" fmla="*/ 558973 h 857250"/>
              <a:gd name="connsiteX6" fmla="*/ 257084 w 809625"/>
              <a:gd name="connsiteY6" fmla="*/ 47480 h 857250"/>
              <a:gd name="connsiteX7" fmla="*/ 543787 w 809625"/>
              <a:gd name="connsiteY7" fmla="*/ 237980 h 857250"/>
              <a:gd name="connsiteX8" fmla="*/ 789532 w 809625"/>
              <a:gd name="connsiteY8" fmla="*/ 631363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09625" h="857250">
                <a:moveTo>
                  <a:pt x="789532" y="631363"/>
                </a:moveTo>
                <a:cubicBezTo>
                  <a:pt x="820964" y="685655"/>
                  <a:pt x="816202" y="758998"/>
                  <a:pt x="777149" y="807576"/>
                </a:cubicBezTo>
                <a:cubicBezTo>
                  <a:pt x="738097" y="856153"/>
                  <a:pt x="667612" y="878061"/>
                  <a:pt x="608557" y="859011"/>
                </a:cubicBezTo>
                <a:cubicBezTo>
                  <a:pt x="536167" y="836151"/>
                  <a:pt x="485684" y="762808"/>
                  <a:pt x="411389" y="750426"/>
                </a:cubicBezTo>
                <a:cubicBezTo>
                  <a:pt x="339952" y="738995"/>
                  <a:pt x="270419" y="787573"/>
                  <a:pt x="198029" y="785668"/>
                </a:cubicBezTo>
                <a:cubicBezTo>
                  <a:pt x="90397" y="781858"/>
                  <a:pt x="19912" y="666605"/>
                  <a:pt x="4672" y="558973"/>
                </a:cubicBezTo>
                <a:cubicBezTo>
                  <a:pt x="-23903" y="358948"/>
                  <a:pt x="80872" y="146540"/>
                  <a:pt x="257084" y="47480"/>
                </a:cubicBezTo>
                <a:cubicBezTo>
                  <a:pt x="465682" y="-69677"/>
                  <a:pt x="597127" y="43670"/>
                  <a:pt x="543787" y="237980"/>
                </a:cubicBezTo>
                <a:cubicBezTo>
                  <a:pt x="469492" y="511348"/>
                  <a:pt x="670469" y="428480"/>
                  <a:pt x="789532" y="63136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1CFC3B-28DD-4017-8FF9-5CCB34D0DE5E}"/>
              </a:ext>
            </a:extLst>
          </p:cNvPr>
          <p:cNvSpPr txBox="1"/>
          <p:nvPr/>
        </p:nvSpPr>
        <p:spPr>
          <a:xfrm>
            <a:off x="5713941" y="2472795"/>
            <a:ext cx="49840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Antonio Soto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B7EDB62-BEF3-43D9-A0A9-25B6F9638A54}"/>
              </a:ext>
            </a:extLst>
          </p:cNvPr>
          <p:cNvSpPr/>
          <p:nvPr/>
        </p:nvSpPr>
        <p:spPr>
          <a:xfrm>
            <a:off x="5767367" y="2022641"/>
            <a:ext cx="1662133" cy="319330"/>
          </a:xfrm>
          <a:prstGeom prst="roundRect">
            <a:avLst>
              <a:gd name="adj" fmla="val 50000"/>
            </a:avLst>
          </a:prstGeom>
          <a:solidFill>
            <a:schemeClr val="bg1">
              <a:alpha val="1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SPEAKER</a:t>
            </a:r>
            <a:endParaRPr lang="en-GB" sz="110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049337D-8B91-4640-A931-C79ABDCF64C2}"/>
              </a:ext>
            </a:extLst>
          </p:cNvPr>
          <p:cNvGrpSpPr/>
          <p:nvPr/>
        </p:nvGrpSpPr>
        <p:grpSpPr>
          <a:xfrm>
            <a:off x="8679923" y="5399253"/>
            <a:ext cx="1380700" cy="276999"/>
            <a:chOff x="6000275" y="4980878"/>
            <a:chExt cx="1380700" cy="276999"/>
          </a:xfrm>
        </p:grpSpPr>
        <p:sp>
          <p:nvSpPr>
            <p:cNvPr id="39" name="Graphic 39">
              <a:extLst>
                <a:ext uri="{FF2B5EF4-FFF2-40B4-BE49-F238E27FC236}">
                  <a16:creationId xmlns:a16="http://schemas.microsoft.com/office/drawing/2014/main" id="{F230E37D-EA9C-4280-A82E-C9305286497C}"/>
                </a:ext>
              </a:extLst>
            </p:cNvPr>
            <p:cNvSpPr/>
            <p:nvPr/>
          </p:nvSpPr>
          <p:spPr>
            <a:xfrm>
              <a:off x="6000275" y="5007570"/>
              <a:ext cx="223614" cy="223614"/>
            </a:xfrm>
            <a:custGeom>
              <a:avLst/>
              <a:gdLst>
                <a:gd name="connsiteX0" fmla="*/ 3252788 w 6505575"/>
                <a:gd name="connsiteY0" fmla="*/ 0 h 6505575"/>
                <a:gd name="connsiteX1" fmla="*/ 0 w 6505575"/>
                <a:gd name="connsiteY1" fmla="*/ 3252788 h 6505575"/>
                <a:gd name="connsiteX2" fmla="*/ 3252788 w 6505575"/>
                <a:gd name="connsiteY2" fmla="*/ 6505575 h 6505575"/>
                <a:gd name="connsiteX3" fmla="*/ 6505575 w 6505575"/>
                <a:gd name="connsiteY3" fmla="*/ 3252788 h 6505575"/>
                <a:gd name="connsiteX4" fmla="*/ 3252788 w 6505575"/>
                <a:gd name="connsiteY4" fmla="*/ 0 h 6505575"/>
                <a:gd name="connsiteX5" fmla="*/ 4737974 w 6505575"/>
                <a:gd name="connsiteY5" fmla="*/ 2536178 h 6505575"/>
                <a:gd name="connsiteX6" fmla="*/ 4740108 w 6505575"/>
                <a:gd name="connsiteY6" fmla="*/ 2632665 h 6505575"/>
                <a:gd name="connsiteX7" fmla="*/ 2615840 w 6505575"/>
                <a:gd name="connsiteY7" fmla="*/ 4756934 h 6505575"/>
                <a:gd name="connsiteX8" fmla="*/ 2615889 w 6505575"/>
                <a:gd name="connsiteY8" fmla="*/ 4756934 h 6505575"/>
                <a:gd name="connsiteX9" fmla="*/ 2615840 w 6505575"/>
                <a:gd name="connsiteY9" fmla="*/ 4756934 h 6505575"/>
                <a:gd name="connsiteX10" fmla="*/ 1471438 w 6505575"/>
                <a:gd name="connsiteY10" fmla="*/ 4421560 h 6505575"/>
                <a:gd name="connsiteX11" fmla="*/ 1649523 w 6505575"/>
                <a:gd name="connsiteY11" fmla="*/ 4431884 h 6505575"/>
                <a:gd name="connsiteX12" fmla="*/ 2576828 w 6505575"/>
                <a:gd name="connsiteY12" fmla="*/ 4112293 h 6505575"/>
                <a:gd name="connsiteX13" fmla="*/ 1879327 w 6505575"/>
                <a:gd name="connsiteY13" fmla="*/ 3593721 h 6505575"/>
                <a:gd name="connsiteX14" fmla="*/ 2019641 w 6505575"/>
                <a:gd name="connsiteY14" fmla="*/ 3607221 h 6505575"/>
                <a:gd name="connsiteX15" fmla="*/ 2216537 w 6505575"/>
                <a:gd name="connsiteY15" fmla="*/ 3580915 h 6505575"/>
                <a:gd name="connsiteX16" fmla="*/ 1617559 w 6505575"/>
                <a:gd name="connsiteY16" fmla="*/ 2849068 h 6505575"/>
                <a:gd name="connsiteX17" fmla="*/ 1617658 w 6505575"/>
                <a:gd name="connsiteY17" fmla="*/ 2839538 h 6505575"/>
                <a:gd name="connsiteX18" fmla="*/ 1955812 w 6505575"/>
                <a:gd name="connsiteY18" fmla="*/ 2932899 h 6505575"/>
                <a:gd name="connsiteX19" fmla="*/ 1623565 w 6505575"/>
                <a:gd name="connsiteY19" fmla="*/ 2311437 h 6505575"/>
                <a:gd name="connsiteX20" fmla="*/ 1724668 w 6505575"/>
                <a:gd name="connsiteY20" fmla="*/ 1936157 h 6505575"/>
                <a:gd name="connsiteX21" fmla="*/ 3263608 w 6505575"/>
                <a:gd name="connsiteY21" fmla="*/ 2716248 h 6505575"/>
                <a:gd name="connsiteX22" fmla="*/ 3244201 w 6505575"/>
                <a:gd name="connsiteY22" fmla="*/ 2546005 h 6505575"/>
                <a:gd name="connsiteX23" fmla="*/ 3990889 w 6505575"/>
                <a:gd name="connsiteY23" fmla="*/ 1799466 h 6505575"/>
                <a:gd name="connsiteX24" fmla="*/ 4535866 w 6505575"/>
                <a:gd name="connsiteY24" fmla="*/ 2035375 h 6505575"/>
                <a:gd name="connsiteX25" fmla="*/ 5009966 w 6505575"/>
                <a:gd name="connsiteY25" fmla="*/ 1854162 h 6505575"/>
                <a:gd name="connsiteX26" fmla="*/ 4681640 w 6505575"/>
                <a:gd name="connsiteY26" fmla="*/ 2267114 h 6505575"/>
                <a:gd name="connsiteX27" fmla="*/ 5110375 w 6505575"/>
                <a:gd name="connsiteY27" fmla="*/ 2149532 h 6505575"/>
                <a:gd name="connsiteX28" fmla="*/ 4737974 w 6505575"/>
                <a:gd name="connsiteY28" fmla="*/ 2536178 h 650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505575" h="6505575">
                  <a:moveTo>
                    <a:pt x="3252788" y="0"/>
                  </a:moveTo>
                  <a:cubicBezTo>
                    <a:pt x="1456597" y="0"/>
                    <a:pt x="0" y="1456597"/>
                    <a:pt x="0" y="3252788"/>
                  </a:cubicBezTo>
                  <a:cubicBezTo>
                    <a:pt x="0" y="5048978"/>
                    <a:pt x="1456597" y="6505575"/>
                    <a:pt x="3252788" y="6505575"/>
                  </a:cubicBezTo>
                  <a:cubicBezTo>
                    <a:pt x="5048978" y="6505575"/>
                    <a:pt x="6505575" y="5048978"/>
                    <a:pt x="6505575" y="3252788"/>
                  </a:cubicBezTo>
                  <a:cubicBezTo>
                    <a:pt x="6505575" y="1456597"/>
                    <a:pt x="5048978" y="0"/>
                    <a:pt x="3252788" y="0"/>
                  </a:cubicBezTo>
                  <a:close/>
                  <a:moveTo>
                    <a:pt x="4737974" y="2536178"/>
                  </a:moveTo>
                  <a:cubicBezTo>
                    <a:pt x="4739413" y="2568191"/>
                    <a:pt x="4740108" y="2600354"/>
                    <a:pt x="4740108" y="2632665"/>
                  </a:cubicBezTo>
                  <a:cubicBezTo>
                    <a:pt x="4740108" y="3619232"/>
                    <a:pt x="3989152" y="4756884"/>
                    <a:pt x="2615840" y="4756934"/>
                  </a:cubicBezTo>
                  <a:lnTo>
                    <a:pt x="2615889" y="4756934"/>
                  </a:lnTo>
                  <a:lnTo>
                    <a:pt x="2615840" y="4756934"/>
                  </a:lnTo>
                  <a:cubicBezTo>
                    <a:pt x="2194202" y="4756934"/>
                    <a:pt x="1801849" y="4633346"/>
                    <a:pt x="1471438" y="4421560"/>
                  </a:cubicBezTo>
                  <a:cubicBezTo>
                    <a:pt x="1529856" y="4428459"/>
                    <a:pt x="1589318" y="4431884"/>
                    <a:pt x="1649523" y="4431884"/>
                  </a:cubicBezTo>
                  <a:cubicBezTo>
                    <a:pt x="1999341" y="4431884"/>
                    <a:pt x="2321264" y="4312564"/>
                    <a:pt x="2576828" y="4112293"/>
                  </a:cubicBezTo>
                  <a:cubicBezTo>
                    <a:pt x="2249990" y="4106237"/>
                    <a:pt x="1974425" y="3890381"/>
                    <a:pt x="1879327" y="3593721"/>
                  </a:cubicBezTo>
                  <a:cubicBezTo>
                    <a:pt x="1924841" y="3602456"/>
                    <a:pt x="1971645" y="3607221"/>
                    <a:pt x="2019641" y="3607221"/>
                  </a:cubicBezTo>
                  <a:cubicBezTo>
                    <a:pt x="2087788" y="3607221"/>
                    <a:pt x="2153800" y="3598039"/>
                    <a:pt x="2216537" y="3580915"/>
                  </a:cubicBezTo>
                  <a:cubicBezTo>
                    <a:pt x="1874909" y="3512520"/>
                    <a:pt x="1617559" y="3210599"/>
                    <a:pt x="1617559" y="2849068"/>
                  </a:cubicBezTo>
                  <a:cubicBezTo>
                    <a:pt x="1617559" y="2845693"/>
                    <a:pt x="1617559" y="2842665"/>
                    <a:pt x="1617658" y="2839538"/>
                  </a:cubicBezTo>
                  <a:cubicBezTo>
                    <a:pt x="1718266" y="2895475"/>
                    <a:pt x="1833316" y="2929127"/>
                    <a:pt x="1955812" y="2932899"/>
                  </a:cubicBezTo>
                  <a:cubicBezTo>
                    <a:pt x="1755342" y="2799137"/>
                    <a:pt x="1623565" y="2570475"/>
                    <a:pt x="1623565" y="2311437"/>
                  </a:cubicBezTo>
                  <a:cubicBezTo>
                    <a:pt x="1623565" y="2174647"/>
                    <a:pt x="1660542" y="2046493"/>
                    <a:pt x="1724668" y="1936157"/>
                  </a:cubicBezTo>
                  <a:cubicBezTo>
                    <a:pt x="2092850" y="2387922"/>
                    <a:pt x="2643089" y="2685029"/>
                    <a:pt x="3263608" y="2716248"/>
                  </a:cubicBezTo>
                  <a:cubicBezTo>
                    <a:pt x="3250802" y="2661552"/>
                    <a:pt x="3244201" y="2604573"/>
                    <a:pt x="3244201" y="2546005"/>
                  </a:cubicBezTo>
                  <a:cubicBezTo>
                    <a:pt x="3244201" y="2133848"/>
                    <a:pt x="3578583" y="1799466"/>
                    <a:pt x="3990889" y="1799466"/>
                  </a:cubicBezTo>
                  <a:cubicBezTo>
                    <a:pt x="4205654" y="1799466"/>
                    <a:pt x="4399622" y="1890246"/>
                    <a:pt x="4535866" y="2035375"/>
                  </a:cubicBezTo>
                  <a:cubicBezTo>
                    <a:pt x="4705960" y="2001822"/>
                    <a:pt x="4865681" y="1939681"/>
                    <a:pt x="5009966" y="1854162"/>
                  </a:cubicBezTo>
                  <a:cubicBezTo>
                    <a:pt x="4954128" y="2028426"/>
                    <a:pt x="4835802" y="2174647"/>
                    <a:pt x="4681640" y="2267114"/>
                  </a:cubicBezTo>
                  <a:cubicBezTo>
                    <a:pt x="4832675" y="2249047"/>
                    <a:pt x="4976612" y="2208993"/>
                    <a:pt x="5110375" y="2149532"/>
                  </a:cubicBezTo>
                  <a:cubicBezTo>
                    <a:pt x="5010462" y="2299277"/>
                    <a:pt x="4883748" y="2430806"/>
                    <a:pt x="4737974" y="2536178"/>
                  </a:cubicBezTo>
                  <a:close/>
                </a:path>
              </a:pathLst>
            </a:custGeom>
            <a:solidFill>
              <a:schemeClr val="bg1"/>
            </a:solidFill>
            <a:ln w="31750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GB"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31D13D6-93B0-443D-A7B0-C731EEFFF726}"/>
                </a:ext>
              </a:extLst>
            </p:cNvPr>
            <p:cNvSpPr txBox="1"/>
            <p:nvPr/>
          </p:nvSpPr>
          <p:spPr>
            <a:xfrm>
              <a:off x="6280841" y="4980878"/>
              <a:ext cx="110013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antoniosql</a:t>
              </a:r>
              <a:endParaRPr lang="en-GB" sz="1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03CEF454-9B60-461F-8CD6-73AD6F50D27D}"/>
              </a:ext>
            </a:extLst>
          </p:cNvPr>
          <p:cNvSpPr txBox="1"/>
          <p:nvPr/>
        </p:nvSpPr>
        <p:spPr>
          <a:xfrm>
            <a:off x="5713941" y="3358553"/>
            <a:ext cx="4984002" cy="1507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s-ES" sz="1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Soy Antonio Soto, llevo más de 25 años dedicado al mundo del análisis de datos, desde los primeros sistemas Data </a:t>
            </a:r>
            <a:r>
              <a:rPr lang="es-ES" sz="12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Warehouse</a:t>
            </a:r>
            <a:r>
              <a:rPr lang="es-ES" sz="1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hasta el desarrollo de soluciones integradas con Inteligencia Artificial de hoy en día, pasando por todos los puntos intermedios. Me he tocado viajar por el mundo diseñando sistemas y soluciones enfocadas a la toma de decisiones en todos los sectores y en empresas de diferentes tamaños. </a:t>
            </a:r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07681F4F-4226-4D87-9983-3124EAA2BD30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B105B0E5-EBC5-45D6-9534-62B97B9F5C38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Marcador de posición de imagen 2" descr="The image depicts a well-dressed individual wearing a suit and white shirt, possibly in a professional or formal setting.&#10;&#10;El contenido generado por IA puede ser incorrecto.">
            <a:extLst>
              <a:ext uri="{FF2B5EF4-FFF2-40B4-BE49-F238E27FC236}">
                <a16:creationId xmlns:a16="http://schemas.microsoft.com/office/drawing/2014/main" id="{4DFCD942-3237-CEE4-6B21-C7C7A2F6D26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69" r="9569"/>
          <a:stretch>
            <a:fillRect/>
          </a:stretch>
        </p:blipFill>
        <p:spPr>
          <a:custGeom>
            <a:avLst/>
            <a:gdLst>
              <a:gd name="connsiteX0" fmla="*/ 496539 w 2979174"/>
              <a:gd name="connsiteY0" fmla="*/ 0 h 3292400"/>
              <a:gd name="connsiteX1" fmla="*/ 2482635 w 2979174"/>
              <a:gd name="connsiteY1" fmla="*/ 0 h 3292400"/>
              <a:gd name="connsiteX2" fmla="*/ 2979174 w 2979174"/>
              <a:gd name="connsiteY2" fmla="*/ 496539 h 3292400"/>
              <a:gd name="connsiteX3" fmla="*/ 2979174 w 2979174"/>
              <a:gd name="connsiteY3" fmla="*/ 2795861 h 3292400"/>
              <a:gd name="connsiteX4" fmla="*/ 2482635 w 2979174"/>
              <a:gd name="connsiteY4" fmla="*/ 3292400 h 3292400"/>
              <a:gd name="connsiteX5" fmla="*/ 496539 w 2979174"/>
              <a:gd name="connsiteY5" fmla="*/ 3292400 h 3292400"/>
              <a:gd name="connsiteX6" fmla="*/ 0 w 2979174"/>
              <a:gd name="connsiteY6" fmla="*/ 2795861 h 3292400"/>
              <a:gd name="connsiteX7" fmla="*/ 0 w 2979174"/>
              <a:gd name="connsiteY7" fmla="*/ 496539 h 3292400"/>
              <a:gd name="connsiteX8" fmla="*/ 496539 w 2979174"/>
              <a:gd name="connsiteY8" fmla="*/ 0 h 32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79174" h="3292400">
                <a:moveTo>
                  <a:pt x="496539" y="0"/>
                </a:moveTo>
                <a:lnTo>
                  <a:pt x="2482635" y="0"/>
                </a:lnTo>
                <a:cubicBezTo>
                  <a:pt x="2756866" y="0"/>
                  <a:pt x="2979174" y="222308"/>
                  <a:pt x="2979174" y="496539"/>
                </a:cubicBezTo>
                <a:lnTo>
                  <a:pt x="2979174" y="2795861"/>
                </a:lnTo>
                <a:cubicBezTo>
                  <a:pt x="2979174" y="3070092"/>
                  <a:pt x="2756866" y="3292400"/>
                  <a:pt x="2482635" y="3292400"/>
                </a:cubicBezTo>
                <a:lnTo>
                  <a:pt x="496539" y="3292400"/>
                </a:lnTo>
                <a:cubicBezTo>
                  <a:pt x="222308" y="3292400"/>
                  <a:pt x="0" y="3070092"/>
                  <a:pt x="0" y="2795861"/>
                </a:cubicBezTo>
                <a:lnTo>
                  <a:pt x="0" y="496539"/>
                </a:lnTo>
                <a:cubicBezTo>
                  <a:pt x="0" y="222308"/>
                  <a:pt x="222308" y="0"/>
                  <a:pt x="496539" y="0"/>
                </a:cubicBezTo>
                <a:close/>
              </a:path>
            </a:pathLst>
          </a:custGeom>
          <a:solidFill>
            <a:srgbClr val="FFFFFF">
              <a:lumMod val="95000"/>
              <a:alpha val="25000"/>
            </a:srgbClr>
          </a:solidFill>
          <a:ln w="114300">
            <a:solidFill>
              <a:srgbClr val="FFFFFF"/>
            </a:solidFill>
          </a:ln>
          <a:effectLst>
            <a:outerShdw blurRad="1016000" dist="685800" dir="5400000" sx="88000" sy="88000" algn="t" rotWithShape="0">
              <a:prstClr val="black">
                <a:alpha val="19000"/>
              </a:prstClr>
            </a:outerShdw>
          </a:effectLst>
        </p:spPr>
      </p:pic>
      <p:grpSp>
        <p:nvGrpSpPr>
          <p:cNvPr id="13" name="Grupo 12">
            <a:extLst>
              <a:ext uri="{FF2B5EF4-FFF2-40B4-BE49-F238E27FC236}">
                <a16:creationId xmlns:a16="http://schemas.microsoft.com/office/drawing/2014/main" id="{E3CA36B6-1142-B4E1-352E-97132630991A}"/>
              </a:ext>
            </a:extLst>
          </p:cNvPr>
          <p:cNvGrpSpPr/>
          <p:nvPr/>
        </p:nvGrpSpPr>
        <p:grpSpPr>
          <a:xfrm>
            <a:off x="5886307" y="5397150"/>
            <a:ext cx="1294417" cy="279102"/>
            <a:chOff x="5853650" y="4765645"/>
            <a:chExt cx="1294417" cy="27910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05D4458-F817-4A89-9855-0D5D475C8FAB}"/>
                </a:ext>
              </a:extLst>
            </p:cNvPr>
            <p:cNvSpPr txBox="1"/>
            <p:nvPr/>
          </p:nvSpPr>
          <p:spPr>
            <a:xfrm>
              <a:off x="6047933" y="4767748"/>
              <a:ext cx="110013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antoniosql</a:t>
              </a:r>
              <a:endParaRPr lang="en-GB" sz="1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8" name="Picture 4" descr="linkedin-icon-png-transparent-background-8 - Ytpr.co.ke">
              <a:extLst>
                <a:ext uri="{FF2B5EF4-FFF2-40B4-BE49-F238E27FC236}">
                  <a16:creationId xmlns:a16="http://schemas.microsoft.com/office/drawing/2014/main" id="{BE9074F4-DA8C-A4EC-214A-10A028393F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53650" y="4765645"/>
              <a:ext cx="265471" cy="265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39835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5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6" presetClass="emph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3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 tmFilter="0, 0; .2, .5; .8, .5; 1, 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25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8" grpId="0" animBg="1"/>
      <p:bldP spid="31" grpId="0" animBg="1"/>
      <p:bldP spid="31" grpId="1" animBg="1"/>
      <p:bldP spid="32" grpId="0" animBg="1"/>
      <p:bldP spid="32" grpId="1" animBg="1"/>
      <p:bldP spid="33" grpId="0"/>
      <p:bldP spid="33" grpId="1"/>
      <p:bldP spid="34" grpId="0" animBg="1"/>
      <p:bldP spid="34" grpId="1" animBg="1"/>
      <p:bldP spid="50" grpId="0"/>
      <p:bldP spid="51" grpId="0" animBg="1"/>
      <p:bldP spid="51" grpId="1" animBg="1"/>
      <p:bldP spid="52" grpId="0" animBg="1"/>
      <p:bldP spid="52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9A091C-8F7D-4462-9675-A1299472B9B0}"/>
              </a:ext>
            </a:extLst>
          </p:cNvPr>
          <p:cNvSpPr txBox="1"/>
          <p:nvPr/>
        </p:nvSpPr>
        <p:spPr>
          <a:xfrm>
            <a:off x="-2309368" y="244226"/>
            <a:ext cx="9360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Agenda Slide</a:t>
            </a:r>
            <a:endParaRPr lang="en-GB" sz="4000" b="1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8E5CC9A-42E1-49D1-BA2E-F0186074E13C}"/>
              </a:ext>
            </a:extLst>
          </p:cNvPr>
          <p:cNvGrpSpPr/>
          <p:nvPr/>
        </p:nvGrpSpPr>
        <p:grpSpPr>
          <a:xfrm>
            <a:off x="1075575" y="4205515"/>
            <a:ext cx="1018770" cy="983151"/>
            <a:chOff x="2244928" y="3314699"/>
            <a:chExt cx="1018770" cy="983151"/>
          </a:xfrm>
        </p:grpSpPr>
        <p:sp>
          <p:nvSpPr>
            <p:cNvPr id="172" name="Rectangle: Rounded Corners 171">
              <a:extLst>
                <a:ext uri="{FF2B5EF4-FFF2-40B4-BE49-F238E27FC236}">
                  <a16:creationId xmlns:a16="http://schemas.microsoft.com/office/drawing/2014/main" id="{AA730FC1-676B-4908-BE39-22A39990945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6235340-4B0F-463F-8649-E114A35D7F04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3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E4BDDF66-F2F5-49FB-8F1C-AB8DC1136F89}"/>
              </a:ext>
            </a:extLst>
          </p:cNvPr>
          <p:cNvGrpSpPr/>
          <p:nvPr/>
        </p:nvGrpSpPr>
        <p:grpSpPr>
          <a:xfrm>
            <a:off x="2354164" y="4467803"/>
            <a:ext cx="3755342" cy="588359"/>
            <a:chOff x="3996490" y="2915745"/>
            <a:chExt cx="4056130" cy="588359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E69F27D0-9DFB-4818-A789-173EC4448776}"/>
                </a:ext>
              </a:extLst>
            </p:cNvPr>
            <p:cNvSpPr txBox="1"/>
            <p:nvPr/>
          </p:nvSpPr>
          <p:spPr>
            <a:xfrm>
              <a:off x="3996490" y="2915745"/>
              <a:ext cx="4056128" cy="35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BD81E6A-E4F7-450E-BB8D-A37827116F6A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7702604-391B-4452-9615-6F356A8489A8}"/>
              </a:ext>
            </a:extLst>
          </p:cNvPr>
          <p:cNvGrpSpPr/>
          <p:nvPr/>
        </p:nvGrpSpPr>
        <p:grpSpPr>
          <a:xfrm>
            <a:off x="1075575" y="2826722"/>
            <a:ext cx="1018770" cy="983151"/>
            <a:chOff x="2244928" y="3314699"/>
            <a:chExt cx="1018770" cy="983151"/>
          </a:xfrm>
        </p:grpSpPr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54E9FD33-95C7-43F0-9C86-DB866A17A8E3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445A842-3B1E-41B2-8BC2-7EC3EDE329D9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2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2ECC020-B422-42B1-B76D-54A3A4EEC31E}"/>
              </a:ext>
            </a:extLst>
          </p:cNvPr>
          <p:cNvGrpSpPr/>
          <p:nvPr/>
        </p:nvGrpSpPr>
        <p:grpSpPr>
          <a:xfrm>
            <a:off x="2354164" y="3089011"/>
            <a:ext cx="3885376" cy="588358"/>
            <a:chOff x="3996490" y="2915746"/>
            <a:chExt cx="4056130" cy="588358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E89DACA1-A5D0-43F5-A436-761A105B917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1FCD0581-8B18-43C2-8F8F-7F46C1CEB567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C1954FF-2AD0-4518-934B-4C485DCE7CDC}"/>
              </a:ext>
            </a:extLst>
          </p:cNvPr>
          <p:cNvGrpSpPr/>
          <p:nvPr/>
        </p:nvGrpSpPr>
        <p:grpSpPr>
          <a:xfrm>
            <a:off x="1093385" y="1447929"/>
            <a:ext cx="1018770" cy="983151"/>
            <a:chOff x="2262738" y="3314699"/>
            <a:chExt cx="1018770" cy="983151"/>
          </a:xfrm>
        </p:grpSpPr>
        <p:sp>
          <p:nvSpPr>
            <p:cNvPr id="202" name="Rectangle: Rounded Corners 201">
              <a:extLst>
                <a:ext uri="{FF2B5EF4-FFF2-40B4-BE49-F238E27FC236}">
                  <a16:creationId xmlns:a16="http://schemas.microsoft.com/office/drawing/2014/main" id="{2A657D8D-211F-43DA-A726-8E62F65F75EC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4CA598F-7C1B-400D-800D-24F09175ABB4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1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0B19AE4-7479-43AE-9614-22574BC26EA7}"/>
              </a:ext>
            </a:extLst>
          </p:cNvPr>
          <p:cNvGrpSpPr/>
          <p:nvPr/>
        </p:nvGrpSpPr>
        <p:grpSpPr>
          <a:xfrm>
            <a:off x="2354164" y="1710218"/>
            <a:ext cx="3737534" cy="588358"/>
            <a:chOff x="3996489" y="2915746"/>
            <a:chExt cx="4056131" cy="58835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2737A2E9-A9A9-45E4-BF13-6E6CFD9CCFDB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D769770-C99F-40D3-AA4A-D69BFF88E484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4BF8DAF-652C-41E5-BA3A-714203940373}"/>
              </a:ext>
            </a:extLst>
          </p:cNvPr>
          <p:cNvCxnSpPr>
            <a:cxnSpLocks/>
          </p:cNvCxnSpPr>
          <p:nvPr/>
        </p:nvCxnSpPr>
        <p:spPr>
          <a:xfrm>
            <a:off x="701950" y="1962319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99C6DBA3-5EF6-4D3F-AAE5-75BF0569BC73}"/>
              </a:ext>
            </a:extLst>
          </p:cNvPr>
          <p:cNvSpPr/>
          <p:nvPr/>
        </p:nvSpPr>
        <p:spPr>
          <a:xfrm>
            <a:off x="637058" y="1874612"/>
            <a:ext cx="129785" cy="129785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9601130-C84D-44C2-A591-1759592C53AE}"/>
              </a:ext>
            </a:extLst>
          </p:cNvPr>
          <p:cNvSpPr/>
          <p:nvPr/>
        </p:nvSpPr>
        <p:spPr>
          <a:xfrm>
            <a:off x="637058" y="3253405"/>
            <a:ext cx="129785" cy="12978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01307F4-0720-4B51-8BE7-76C6CD232982}"/>
              </a:ext>
            </a:extLst>
          </p:cNvPr>
          <p:cNvSpPr/>
          <p:nvPr/>
        </p:nvSpPr>
        <p:spPr>
          <a:xfrm>
            <a:off x="637058" y="4632198"/>
            <a:ext cx="129785" cy="129785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8" name="Group 161">
            <a:extLst>
              <a:ext uri="{FF2B5EF4-FFF2-40B4-BE49-F238E27FC236}">
                <a16:creationId xmlns:a16="http://schemas.microsoft.com/office/drawing/2014/main" id="{190ED1F3-D80A-EE4D-2AA5-CC28420C1E03}"/>
              </a:ext>
            </a:extLst>
          </p:cNvPr>
          <p:cNvGrpSpPr/>
          <p:nvPr/>
        </p:nvGrpSpPr>
        <p:grpSpPr>
          <a:xfrm>
            <a:off x="6742950" y="4249890"/>
            <a:ext cx="1018770" cy="983151"/>
            <a:chOff x="2244928" y="3314699"/>
            <a:chExt cx="1018770" cy="983151"/>
          </a:xfrm>
        </p:grpSpPr>
        <p:sp>
          <p:nvSpPr>
            <p:cNvPr id="29" name="Rectangle: Rounded Corners 171">
              <a:extLst>
                <a:ext uri="{FF2B5EF4-FFF2-40B4-BE49-F238E27FC236}">
                  <a16:creationId xmlns:a16="http://schemas.microsoft.com/office/drawing/2014/main" id="{DF4205BB-B4DE-DA0E-1F8D-60BCCCF621C7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TextBox 173">
              <a:extLst>
                <a:ext uri="{FF2B5EF4-FFF2-40B4-BE49-F238E27FC236}">
                  <a16:creationId xmlns:a16="http://schemas.microsoft.com/office/drawing/2014/main" id="{1551E69C-4B15-6D25-3573-98D00EAF6944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6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1" name="Group 163">
            <a:extLst>
              <a:ext uri="{FF2B5EF4-FFF2-40B4-BE49-F238E27FC236}">
                <a16:creationId xmlns:a16="http://schemas.microsoft.com/office/drawing/2014/main" id="{60D5FD02-2CB3-6F90-D540-D5B11FA84C2C}"/>
              </a:ext>
            </a:extLst>
          </p:cNvPr>
          <p:cNvGrpSpPr/>
          <p:nvPr/>
        </p:nvGrpSpPr>
        <p:grpSpPr>
          <a:xfrm>
            <a:off x="8021539" y="4512178"/>
            <a:ext cx="4056130" cy="588359"/>
            <a:chOff x="3996490" y="2915745"/>
            <a:chExt cx="4056130" cy="588359"/>
          </a:xfrm>
        </p:grpSpPr>
        <p:sp>
          <p:nvSpPr>
            <p:cNvPr id="32" name="TextBox 169">
              <a:extLst>
                <a:ext uri="{FF2B5EF4-FFF2-40B4-BE49-F238E27FC236}">
                  <a16:creationId xmlns:a16="http://schemas.microsoft.com/office/drawing/2014/main" id="{E32C69AB-1DF0-D521-C52E-B86BA81698EE}"/>
                </a:ext>
              </a:extLst>
            </p:cNvPr>
            <p:cNvSpPr txBox="1"/>
            <p:nvPr/>
          </p:nvSpPr>
          <p:spPr>
            <a:xfrm>
              <a:off x="3996490" y="2915745"/>
              <a:ext cx="4056128" cy="35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</a:p>
          </p:txBody>
        </p:sp>
        <p:sp>
          <p:nvSpPr>
            <p:cNvPr id="33" name="TextBox 170">
              <a:extLst>
                <a:ext uri="{FF2B5EF4-FFF2-40B4-BE49-F238E27FC236}">
                  <a16:creationId xmlns:a16="http://schemas.microsoft.com/office/drawing/2014/main" id="{32928199-3F6C-6038-1A15-799B1047F95C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4" name="Group 176">
            <a:extLst>
              <a:ext uri="{FF2B5EF4-FFF2-40B4-BE49-F238E27FC236}">
                <a16:creationId xmlns:a16="http://schemas.microsoft.com/office/drawing/2014/main" id="{019EE28A-F7A7-AB69-F64E-E3B46572A14D}"/>
              </a:ext>
            </a:extLst>
          </p:cNvPr>
          <p:cNvGrpSpPr/>
          <p:nvPr/>
        </p:nvGrpSpPr>
        <p:grpSpPr>
          <a:xfrm>
            <a:off x="6742950" y="2871097"/>
            <a:ext cx="1018770" cy="983151"/>
            <a:chOff x="2244928" y="3314699"/>
            <a:chExt cx="1018770" cy="983151"/>
          </a:xfrm>
        </p:grpSpPr>
        <p:sp>
          <p:nvSpPr>
            <p:cNvPr id="35" name="Rectangle: Rounded Corners 186">
              <a:extLst>
                <a:ext uri="{FF2B5EF4-FFF2-40B4-BE49-F238E27FC236}">
                  <a16:creationId xmlns:a16="http://schemas.microsoft.com/office/drawing/2014/main" id="{ED97634B-C0F8-FF35-80D8-485AA68CAAA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6" name="TextBox 188">
              <a:extLst>
                <a:ext uri="{FF2B5EF4-FFF2-40B4-BE49-F238E27FC236}">
                  <a16:creationId xmlns:a16="http://schemas.microsoft.com/office/drawing/2014/main" id="{0BA8A846-D1AA-409F-EE6C-D240D68FE38E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5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7" name="Group 178">
            <a:extLst>
              <a:ext uri="{FF2B5EF4-FFF2-40B4-BE49-F238E27FC236}">
                <a16:creationId xmlns:a16="http://schemas.microsoft.com/office/drawing/2014/main" id="{9D70285F-1F8F-B577-F1E9-FF1CDA0FFC71}"/>
              </a:ext>
            </a:extLst>
          </p:cNvPr>
          <p:cNvGrpSpPr/>
          <p:nvPr/>
        </p:nvGrpSpPr>
        <p:grpSpPr>
          <a:xfrm>
            <a:off x="8021539" y="3133386"/>
            <a:ext cx="4056130" cy="588358"/>
            <a:chOff x="3996490" y="2915746"/>
            <a:chExt cx="4056130" cy="588358"/>
          </a:xfrm>
        </p:grpSpPr>
        <p:sp>
          <p:nvSpPr>
            <p:cNvPr id="38" name="TextBox 184">
              <a:extLst>
                <a:ext uri="{FF2B5EF4-FFF2-40B4-BE49-F238E27FC236}">
                  <a16:creationId xmlns:a16="http://schemas.microsoft.com/office/drawing/2014/main" id="{19D83CA5-7630-4913-8991-E80AD731213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</a:p>
          </p:txBody>
        </p:sp>
        <p:sp>
          <p:nvSpPr>
            <p:cNvPr id="39" name="TextBox 185">
              <a:extLst>
                <a:ext uri="{FF2B5EF4-FFF2-40B4-BE49-F238E27FC236}">
                  <a16:creationId xmlns:a16="http://schemas.microsoft.com/office/drawing/2014/main" id="{9402CEDC-E2ED-7150-5F7A-D9BDC841C17E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0" name="Group 191">
            <a:extLst>
              <a:ext uri="{FF2B5EF4-FFF2-40B4-BE49-F238E27FC236}">
                <a16:creationId xmlns:a16="http://schemas.microsoft.com/office/drawing/2014/main" id="{504AC61D-DC6E-4B14-F10B-A8FE6B2DCCB3}"/>
              </a:ext>
            </a:extLst>
          </p:cNvPr>
          <p:cNvGrpSpPr/>
          <p:nvPr/>
        </p:nvGrpSpPr>
        <p:grpSpPr>
          <a:xfrm>
            <a:off x="6760760" y="1492304"/>
            <a:ext cx="1018770" cy="983151"/>
            <a:chOff x="2262738" y="3314699"/>
            <a:chExt cx="1018770" cy="983151"/>
          </a:xfrm>
        </p:grpSpPr>
        <p:sp>
          <p:nvSpPr>
            <p:cNvPr id="41" name="Rectangle: Rounded Corners 201">
              <a:extLst>
                <a:ext uri="{FF2B5EF4-FFF2-40B4-BE49-F238E27FC236}">
                  <a16:creationId xmlns:a16="http://schemas.microsoft.com/office/drawing/2014/main" id="{B5695B62-9746-A11F-E5D1-0C6F333F599A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203">
              <a:extLst>
                <a:ext uri="{FF2B5EF4-FFF2-40B4-BE49-F238E27FC236}">
                  <a16:creationId xmlns:a16="http://schemas.microsoft.com/office/drawing/2014/main" id="{630DF5F5-F29D-132F-8BAA-3462D6C011F9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4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3" name="Group 193">
            <a:extLst>
              <a:ext uri="{FF2B5EF4-FFF2-40B4-BE49-F238E27FC236}">
                <a16:creationId xmlns:a16="http://schemas.microsoft.com/office/drawing/2014/main" id="{7F7B9646-6152-0860-F162-56DEEF92E2CF}"/>
              </a:ext>
            </a:extLst>
          </p:cNvPr>
          <p:cNvGrpSpPr/>
          <p:nvPr/>
        </p:nvGrpSpPr>
        <p:grpSpPr>
          <a:xfrm>
            <a:off x="8021538" y="1754593"/>
            <a:ext cx="4056131" cy="588358"/>
            <a:chOff x="3996489" y="2915746"/>
            <a:chExt cx="4056131" cy="588358"/>
          </a:xfrm>
        </p:grpSpPr>
        <p:sp>
          <p:nvSpPr>
            <p:cNvPr id="44" name="TextBox 199">
              <a:extLst>
                <a:ext uri="{FF2B5EF4-FFF2-40B4-BE49-F238E27FC236}">
                  <a16:creationId xmlns:a16="http://schemas.microsoft.com/office/drawing/2014/main" id="{55307E6B-ECD7-1621-47E3-998BE4FBE0AA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</a:p>
          </p:txBody>
        </p:sp>
        <p:sp>
          <p:nvSpPr>
            <p:cNvPr id="45" name="TextBox 200">
              <a:extLst>
                <a:ext uri="{FF2B5EF4-FFF2-40B4-BE49-F238E27FC236}">
                  <a16:creationId xmlns:a16="http://schemas.microsoft.com/office/drawing/2014/main" id="{6911EFB4-284B-80A7-80C3-F2F776E69672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Lorem ipsum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46" name="Straight Connector 215">
            <a:extLst>
              <a:ext uri="{FF2B5EF4-FFF2-40B4-BE49-F238E27FC236}">
                <a16:creationId xmlns:a16="http://schemas.microsoft.com/office/drawing/2014/main" id="{FA8B5E3A-8635-108C-5A55-955A82F693B1}"/>
              </a:ext>
            </a:extLst>
          </p:cNvPr>
          <p:cNvCxnSpPr>
            <a:cxnSpLocks/>
          </p:cNvCxnSpPr>
          <p:nvPr/>
        </p:nvCxnSpPr>
        <p:spPr>
          <a:xfrm>
            <a:off x="6369325" y="2006694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216">
            <a:extLst>
              <a:ext uri="{FF2B5EF4-FFF2-40B4-BE49-F238E27FC236}">
                <a16:creationId xmlns:a16="http://schemas.microsoft.com/office/drawing/2014/main" id="{54EBDAC6-DDBA-7751-4243-FF3A73972523}"/>
              </a:ext>
            </a:extLst>
          </p:cNvPr>
          <p:cNvSpPr/>
          <p:nvPr/>
        </p:nvSpPr>
        <p:spPr>
          <a:xfrm>
            <a:off x="6304433" y="1918987"/>
            <a:ext cx="129785" cy="12978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Oval 218">
            <a:extLst>
              <a:ext uri="{FF2B5EF4-FFF2-40B4-BE49-F238E27FC236}">
                <a16:creationId xmlns:a16="http://schemas.microsoft.com/office/drawing/2014/main" id="{98D04922-2BC7-72FC-892D-2DC78E4A9EDD}"/>
              </a:ext>
            </a:extLst>
          </p:cNvPr>
          <p:cNvSpPr/>
          <p:nvPr/>
        </p:nvSpPr>
        <p:spPr>
          <a:xfrm>
            <a:off x="6304433" y="3297780"/>
            <a:ext cx="129785" cy="129785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Oval 219">
            <a:extLst>
              <a:ext uri="{FF2B5EF4-FFF2-40B4-BE49-F238E27FC236}">
                <a16:creationId xmlns:a16="http://schemas.microsoft.com/office/drawing/2014/main" id="{29F68434-CAA1-8A88-762D-472FDEDCCD2E}"/>
              </a:ext>
            </a:extLst>
          </p:cNvPr>
          <p:cNvSpPr/>
          <p:nvPr/>
        </p:nvSpPr>
        <p:spPr>
          <a:xfrm>
            <a:off x="6304433" y="4676573"/>
            <a:ext cx="129785" cy="129785"/>
          </a:xfrm>
          <a:prstGeom prst="ellipse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770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D4283B85-B9B3-4A76-847C-0E331C4606CD}"/>
              </a:ext>
            </a:extLst>
          </p:cNvPr>
          <p:cNvGrpSpPr/>
          <p:nvPr/>
        </p:nvGrpSpPr>
        <p:grpSpPr>
          <a:xfrm>
            <a:off x="8787740" y="2848566"/>
            <a:ext cx="2312060" cy="2002891"/>
            <a:chOff x="8787740" y="2848566"/>
            <a:chExt cx="2312060" cy="2002891"/>
          </a:xfrm>
          <a:solidFill>
            <a:schemeClr val="accent1"/>
          </a:solidFill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7559B08-F205-484B-8BCD-6B7BBB03D4C1}"/>
                </a:ext>
              </a:extLst>
            </p:cNvPr>
            <p:cNvSpPr/>
            <p:nvPr/>
          </p:nvSpPr>
          <p:spPr>
            <a:xfrm>
              <a:off x="8787740" y="2848566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  <a:effectLst>
              <a:outerShdw blurRad="901700" dist="800100" dir="2700000" sx="91000" sy="91000" algn="tl" rotWithShape="0">
                <a:prstClr val="black">
                  <a:alpha val="15000"/>
                </a:prstClr>
              </a:outerShdw>
            </a:effectLst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EB51C1F-0C2F-4253-97AC-BBB43CA4386B}"/>
                </a:ext>
              </a:extLst>
            </p:cNvPr>
            <p:cNvSpPr txBox="1"/>
            <p:nvPr/>
          </p:nvSpPr>
          <p:spPr>
            <a:xfrm>
              <a:off x="9294614" y="3668323"/>
              <a:ext cx="1621036" cy="55463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Manos arriba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A1132D1E-026C-40AC-A574-840FAAA2B9E1}"/>
              </a:ext>
            </a:extLst>
          </p:cNvPr>
          <p:cNvSpPr txBox="1"/>
          <p:nvPr/>
        </p:nvSpPr>
        <p:spPr>
          <a:xfrm>
            <a:off x="1088136" y="2377440"/>
            <a:ext cx="6035040" cy="2011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¿Cuántos agentes</a:t>
            </a:r>
          </a:p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tenéis ahora mismo?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8C2E6D-15BE-4A3A-825C-6F5610C08EC9}"/>
              </a:ext>
            </a:extLst>
          </p:cNvPr>
          <p:cNvSpPr txBox="1"/>
          <p:nvPr/>
        </p:nvSpPr>
        <p:spPr>
          <a:xfrm>
            <a:off x="1092200" y="4712923"/>
            <a:ext cx="4363456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ahora bajad la mano los que no podríais demostrarlo con una captura en los próximos dos minutos.</a:t>
            </a:r>
          </a:p>
        </p:txBody>
      </p:sp>
    </p:spTree>
    <p:extLst>
      <p:ext uri="{BB962C8B-B14F-4D97-AF65-F5344CB8AC3E}">
        <p14:creationId xmlns:p14="http://schemas.microsoft.com/office/powerpoint/2010/main" val="4270038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0BC1-6FA2-6F28-02C7-7D2A54FB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96">
            <a:extLst>
              <a:ext uri="{FF2B5EF4-FFF2-40B4-BE49-F238E27FC236}">
                <a16:creationId xmlns:a16="http://schemas.microsoft.com/office/drawing/2014/main" id="{AC2EE564-C57B-949E-5A11-9F2E1F944678}"/>
              </a:ext>
            </a:extLst>
          </p:cNvPr>
          <p:cNvSpPr txBox="1"/>
          <p:nvPr/>
        </p:nvSpPr>
        <p:spPr>
          <a:xfrm>
            <a:off x="1494971" y="4888698"/>
            <a:ext cx="9202058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GB" sz="14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los primeros meses de preview de Agent 365 aparecieron decenas de millones de agentes en el registry. No eran proyecciones de adopción: eran agentes que ya existían y ya estaban funcionando.</a:t>
            </a:r>
          </a:p>
        </p:txBody>
      </p: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8D8CB46E-7AF8-C4FA-A590-12D40DF8952B}"/>
              </a:ext>
            </a:extLst>
          </p:cNvPr>
          <p:cNvGrpSpPr/>
          <p:nvPr/>
        </p:nvGrpSpPr>
        <p:grpSpPr>
          <a:xfrm>
            <a:off x="3647111" y="3969503"/>
            <a:ext cx="1530874" cy="717218"/>
            <a:chOff x="5155739" y="3969503"/>
            <a:chExt cx="1530874" cy="717218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61EC68D-9AA5-F426-1F80-DBFA9CDF0432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Decenas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C01238E9-8962-27BA-5798-E006707C28DE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millones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7937ED5-B127-23ED-8D68-B7389C6AAFBD}"/>
              </a:ext>
            </a:extLst>
          </p:cNvPr>
          <p:cNvGrpSpPr/>
          <p:nvPr/>
        </p:nvGrpSpPr>
        <p:grpSpPr>
          <a:xfrm>
            <a:off x="5330563" y="3969503"/>
            <a:ext cx="1530874" cy="717218"/>
            <a:chOff x="5155739" y="3969503"/>
            <a:chExt cx="1530874" cy="71721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0E21BBF6-CD74-FCB6-5E11-4876A0C4A446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Meses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B0BB4994-A8E1-B3C3-87B9-8AD9AD35BD18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preview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AB107EB-4AAC-73C4-AD57-7C982DF8A127}"/>
              </a:ext>
            </a:extLst>
          </p:cNvPr>
          <p:cNvGrpSpPr/>
          <p:nvPr/>
        </p:nvGrpSpPr>
        <p:grpSpPr>
          <a:xfrm>
            <a:off x="7014015" y="3969503"/>
            <a:ext cx="1530874" cy="717218"/>
            <a:chOff x="5155739" y="3969503"/>
            <a:chExt cx="1530874" cy="717218"/>
          </a:xfrm>
        </p:grpSpPr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B56A793-35FA-5C84-6039-C0B1EAC16EFE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Cero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A678E931-61C9-6BA5-9057-8BB0C71E3464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inventariados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0B6A3BE1-6594-9D0B-8062-4500A1EA69BC}"/>
              </a:ext>
            </a:extLst>
          </p:cNvPr>
          <p:cNvSpPr txBox="1"/>
          <p:nvPr/>
        </p:nvSpPr>
        <p:spPr>
          <a:xfrm>
            <a:off x="104775" y="1788955"/>
            <a:ext cx="1219200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MILLONES</a:t>
            </a:r>
          </a:p>
        </p:txBody>
      </p:sp>
    </p:spTree>
    <p:extLst>
      <p:ext uri="{BB962C8B-B14F-4D97-AF65-F5344CB8AC3E}">
        <p14:creationId xmlns:p14="http://schemas.microsoft.com/office/powerpoint/2010/main" val="4039316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19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2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Que</a:t>
            </a:r>
            <a:r>
              <a:rPr lang="en-GB" sz="5400" b="1" spc="-3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veremos</a:t>
            </a:r>
            <a:endParaRPr lang="en-GB" sz="5400" b="1" spc="-30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1625651"/>
            <a:chOff x="1936019" y="4242908"/>
            <a:chExt cx="3181672" cy="16256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1812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Ver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todos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del tenant —Agent Builder, Copilot Studio, SharePoint y de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terceros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— y de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quién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es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cada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uno.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endPara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Inventario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1231697"/>
            <a:chOff x="1936019" y="4242908"/>
            <a:chExt cx="3181672" cy="1231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787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Saber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qué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hacen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usuarios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con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y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decidir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desde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un solo sitio: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aprobar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bloquear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reasignar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Uso y control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1385586"/>
            <a:chOff x="1936019" y="4242908"/>
            <a:chExt cx="3181672" cy="138558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941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Registrar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el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mismo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control plane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no son de Microsoft.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endPara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Agentes externos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1763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Tres tiendas, e-commerce y fidelización. Hoy no hablamos de sus datos, sino de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agentes que alguien construyó encima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sin decírselo a nadie.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FraSoHome · retail omnicanal</a:t>
            </a:r>
          </a:p>
        </p:txBody>
      </p:sp>
    </p:spTree>
    <p:extLst>
      <p:ext uri="{BB962C8B-B14F-4D97-AF65-F5344CB8AC3E}">
        <p14:creationId xmlns:p14="http://schemas.microsoft.com/office/powerpoint/2010/main" val="4284876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app de Power Apps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Expone datos. Actúa como la aplicación, con el alcance y las credenciales que alguien le configuró.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exposición: se resuelve mirando permisos.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es Shadow IT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siempre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agente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Lee datos, decide, ejecuta acciones y gasta dinero. Y lo hace en nombre del usuario.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agencia. La diferencia con la Shadow IT clásica no es de grado: es de naturaleza.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017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Ejecución autónoma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supervisión humana en el bucle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Exposición de datos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lee lo que el usuario ve, y a veces más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Abuso de privilegio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actúa en nombre del usuario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04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Tráfico saliente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connectors y MCP sin allowlist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Cuatro riesgos de runtime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 que un agente hace y una app no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630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9A091C-8F7D-4462-9675-A1299472B9B0}"/>
              </a:ext>
            </a:extLst>
          </p:cNvPr>
          <p:cNvSpPr txBox="1"/>
          <p:nvPr/>
        </p:nvSpPr>
        <p:spPr>
          <a:xfrm>
            <a:off x="1088136" y="244226"/>
            <a:ext cx="9363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cinco síntomas de la jungla</a:t>
            </a:r>
            <a:endParaRPr lang="en-GB" sz="4000" b="1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8E5CC9A-42E1-49D1-BA2E-F0186074E13C}"/>
              </a:ext>
            </a:extLst>
          </p:cNvPr>
          <p:cNvGrpSpPr/>
          <p:nvPr/>
        </p:nvGrpSpPr>
        <p:grpSpPr>
          <a:xfrm>
            <a:off x="1075575" y="4205515"/>
            <a:ext cx="1018770" cy="983151"/>
            <a:chOff x="2244928" y="3314699"/>
            <a:chExt cx="1018770" cy="983151"/>
          </a:xfrm>
        </p:grpSpPr>
        <p:sp>
          <p:nvSpPr>
            <p:cNvPr id="172" name="Rectangle: Rounded Corners 171">
              <a:extLst>
                <a:ext uri="{FF2B5EF4-FFF2-40B4-BE49-F238E27FC236}">
                  <a16:creationId xmlns:a16="http://schemas.microsoft.com/office/drawing/2014/main" id="{AA730FC1-676B-4908-BE39-22A39990945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6235340-4B0F-463F-8649-E114A35D7F04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3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E4BDDF66-F2F5-49FB-8F1C-AB8DC1136F89}"/>
              </a:ext>
            </a:extLst>
          </p:cNvPr>
          <p:cNvGrpSpPr/>
          <p:nvPr/>
        </p:nvGrpSpPr>
        <p:grpSpPr>
          <a:xfrm>
            <a:off x="2354164" y="4467803"/>
            <a:ext cx="3755342" cy="588359"/>
            <a:chOff x="3996490" y="2915745"/>
            <a:chExt cx="4056130" cy="588359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E69F27D0-9DFB-4818-A789-173EC4448776}"/>
                </a:ext>
              </a:extLst>
            </p:cNvPr>
            <p:cNvSpPr txBox="1"/>
            <p:nvPr/>
          </p:nvSpPr>
          <p:spPr>
            <a:xfrm>
              <a:off x="3996490" y="2915745"/>
              <a:ext cx="4056128" cy="35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Nadie sabe qué les preguntan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BD81E6A-E4F7-450E-BB8D-A37827116F6A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ni qué datos devuelven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7702604-391B-4452-9615-6F356A8489A8}"/>
              </a:ext>
            </a:extLst>
          </p:cNvPr>
          <p:cNvGrpSpPr/>
          <p:nvPr/>
        </p:nvGrpSpPr>
        <p:grpSpPr>
          <a:xfrm>
            <a:off x="1075575" y="2826722"/>
            <a:ext cx="1018770" cy="983151"/>
            <a:chOff x="2244928" y="3314699"/>
            <a:chExt cx="1018770" cy="983151"/>
          </a:xfrm>
        </p:grpSpPr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54E9FD33-95C7-43F0-9C86-DB866A17A8E3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445A842-3B1E-41B2-8BC2-7EC3EDE329D9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2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2ECC020-B422-42B1-B76D-54A3A4EEC31E}"/>
              </a:ext>
            </a:extLst>
          </p:cNvPr>
          <p:cNvGrpSpPr/>
          <p:nvPr/>
        </p:nvGrpSpPr>
        <p:grpSpPr>
          <a:xfrm>
            <a:off x="2354164" y="3089011"/>
            <a:ext cx="3885376" cy="588358"/>
            <a:chOff x="3996490" y="2915746"/>
            <a:chExt cx="4056130" cy="588358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E89DACA1-A5D0-43F5-A436-761A105B917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Compartidos sin control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1FCD0581-8B18-43C2-8F8F-7F46C1CEB567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enlace y lo usa media empresa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C1954FF-2AD0-4518-934B-4C485DCE7CDC}"/>
              </a:ext>
            </a:extLst>
          </p:cNvPr>
          <p:cNvGrpSpPr/>
          <p:nvPr/>
        </p:nvGrpSpPr>
        <p:grpSpPr>
          <a:xfrm>
            <a:off x="1093385" y="1447929"/>
            <a:ext cx="1018770" cy="983151"/>
            <a:chOff x="2262738" y="3314699"/>
            <a:chExt cx="1018770" cy="983151"/>
          </a:xfrm>
        </p:grpSpPr>
        <p:sp>
          <p:nvSpPr>
            <p:cNvPr id="202" name="Rectangle: Rounded Corners 201">
              <a:extLst>
                <a:ext uri="{FF2B5EF4-FFF2-40B4-BE49-F238E27FC236}">
                  <a16:creationId xmlns:a16="http://schemas.microsoft.com/office/drawing/2014/main" id="{2A657D8D-211F-43DA-A726-8E62F65F75EC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4CA598F-7C1B-400D-800D-24F09175ABB4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1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0B19AE4-7479-43AE-9614-22574BC26EA7}"/>
              </a:ext>
            </a:extLst>
          </p:cNvPr>
          <p:cNvGrpSpPr/>
          <p:nvPr/>
        </p:nvGrpSpPr>
        <p:grpSpPr>
          <a:xfrm>
            <a:off x="2354164" y="1710218"/>
            <a:ext cx="3737534" cy="588358"/>
            <a:chOff x="3996489" y="2915746"/>
            <a:chExt cx="4056131" cy="58835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2737A2E9-A9A9-45E4-BF13-6E6CFD9CCFDB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 que nadie ha contado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D769770-C99F-40D3-AA4A-D69BFF88E484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creados con Agent Builder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4BF8DAF-652C-41E5-BA3A-714203940373}"/>
              </a:ext>
            </a:extLst>
          </p:cNvPr>
          <p:cNvCxnSpPr>
            <a:cxnSpLocks/>
          </p:cNvCxnSpPr>
          <p:nvPr/>
        </p:nvCxnSpPr>
        <p:spPr>
          <a:xfrm>
            <a:off x="701950" y="1962319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99C6DBA3-5EF6-4D3F-AAE5-75BF0569BC73}"/>
              </a:ext>
            </a:extLst>
          </p:cNvPr>
          <p:cNvSpPr/>
          <p:nvPr/>
        </p:nvSpPr>
        <p:spPr>
          <a:xfrm>
            <a:off x="637058" y="1874612"/>
            <a:ext cx="129785" cy="129785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9601130-C84D-44C2-A591-1759592C53AE}"/>
              </a:ext>
            </a:extLst>
          </p:cNvPr>
          <p:cNvSpPr/>
          <p:nvPr/>
        </p:nvSpPr>
        <p:spPr>
          <a:xfrm>
            <a:off x="637058" y="3253405"/>
            <a:ext cx="129785" cy="12978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01307F4-0720-4B51-8BE7-76C6CD232982}"/>
              </a:ext>
            </a:extLst>
          </p:cNvPr>
          <p:cNvSpPr/>
          <p:nvPr/>
        </p:nvSpPr>
        <p:spPr>
          <a:xfrm>
            <a:off x="637058" y="4632198"/>
            <a:ext cx="129785" cy="129785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4" name="Group 176">
            <a:extLst>
              <a:ext uri="{FF2B5EF4-FFF2-40B4-BE49-F238E27FC236}">
                <a16:creationId xmlns:a16="http://schemas.microsoft.com/office/drawing/2014/main" id="{019EE28A-F7A7-AB69-F64E-E3B46572A14D}"/>
              </a:ext>
            </a:extLst>
          </p:cNvPr>
          <p:cNvGrpSpPr/>
          <p:nvPr/>
        </p:nvGrpSpPr>
        <p:grpSpPr>
          <a:xfrm>
            <a:off x="6742950" y="2871097"/>
            <a:ext cx="1018770" cy="983151"/>
            <a:chOff x="2244928" y="3314699"/>
            <a:chExt cx="1018770" cy="983151"/>
          </a:xfrm>
        </p:grpSpPr>
        <p:sp>
          <p:nvSpPr>
            <p:cNvPr id="35" name="Rectangle: Rounded Corners 186">
              <a:extLst>
                <a:ext uri="{FF2B5EF4-FFF2-40B4-BE49-F238E27FC236}">
                  <a16:creationId xmlns:a16="http://schemas.microsoft.com/office/drawing/2014/main" id="{ED97634B-C0F8-FF35-80D8-485AA68CAAA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6" name="TextBox 188">
              <a:extLst>
                <a:ext uri="{FF2B5EF4-FFF2-40B4-BE49-F238E27FC236}">
                  <a16:creationId xmlns:a16="http://schemas.microsoft.com/office/drawing/2014/main" id="{0BA8A846-D1AA-409F-EE6C-D240D68FE38E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5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7" name="Group 178">
            <a:extLst>
              <a:ext uri="{FF2B5EF4-FFF2-40B4-BE49-F238E27FC236}">
                <a16:creationId xmlns:a16="http://schemas.microsoft.com/office/drawing/2014/main" id="{9D70285F-1F8F-B577-F1E9-FF1CDA0FFC71}"/>
              </a:ext>
            </a:extLst>
          </p:cNvPr>
          <p:cNvGrpSpPr/>
          <p:nvPr/>
        </p:nvGrpSpPr>
        <p:grpSpPr>
          <a:xfrm>
            <a:off x="8021539" y="3133386"/>
            <a:ext cx="4056130" cy="588358"/>
            <a:chOff x="3996490" y="2915746"/>
            <a:chExt cx="4056130" cy="588358"/>
          </a:xfrm>
        </p:grpSpPr>
        <p:sp>
          <p:nvSpPr>
            <p:cNvPr id="38" name="TextBox 184">
              <a:extLst>
                <a:ext uri="{FF2B5EF4-FFF2-40B4-BE49-F238E27FC236}">
                  <a16:creationId xmlns:a16="http://schemas.microsoft.com/office/drawing/2014/main" id="{19D83CA5-7630-4913-8991-E80AD731213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ya no está</a:t>
              </a:r>
            </a:p>
          </p:txBody>
        </p:sp>
        <p:sp>
          <p:nvSpPr>
            <p:cNvPr id="39" name="TextBox 185">
              <a:extLst>
                <a:ext uri="{FF2B5EF4-FFF2-40B4-BE49-F238E27FC236}">
                  <a16:creationId xmlns:a16="http://schemas.microsoft.com/office/drawing/2014/main" id="{9402CEDC-E2ED-7150-5F7A-D9BDC841C17E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cambió de equipo hace seis meses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0" name="Group 191">
            <a:extLst>
              <a:ext uri="{FF2B5EF4-FFF2-40B4-BE49-F238E27FC236}">
                <a16:creationId xmlns:a16="http://schemas.microsoft.com/office/drawing/2014/main" id="{504AC61D-DC6E-4B14-F10B-A8FE6B2DCCB3}"/>
              </a:ext>
            </a:extLst>
          </p:cNvPr>
          <p:cNvGrpSpPr/>
          <p:nvPr/>
        </p:nvGrpSpPr>
        <p:grpSpPr>
          <a:xfrm>
            <a:off x="6760760" y="1492304"/>
            <a:ext cx="1018770" cy="983151"/>
            <a:chOff x="2262738" y="3314699"/>
            <a:chExt cx="1018770" cy="983151"/>
          </a:xfrm>
        </p:grpSpPr>
        <p:sp>
          <p:nvSpPr>
            <p:cNvPr id="41" name="Rectangle: Rounded Corners 201">
              <a:extLst>
                <a:ext uri="{FF2B5EF4-FFF2-40B4-BE49-F238E27FC236}">
                  <a16:creationId xmlns:a16="http://schemas.microsoft.com/office/drawing/2014/main" id="{B5695B62-9746-A11F-E5D1-0C6F333F599A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203">
              <a:extLst>
                <a:ext uri="{FF2B5EF4-FFF2-40B4-BE49-F238E27FC236}">
                  <a16:creationId xmlns:a16="http://schemas.microsoft.com/office/drawing/2014/main" id="{630DF5F5-F29D-132F-8BAA-3462D6C011F9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4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3" name="Group 193">
            <a:extLst>
              <a:ext uri="{FF2B5EF4-FFF2-40B4-BE49-F238E27FC236}">
                <a16:creationId xmlns:a16="http://schemas.microsoft.com/office/drawing/2014/main" id="{7F7B9646-6152-0860-F162-56DEEF92E2CF}"/>
              </a:ext>
            </a:extLst>
          </p:cNvPr>
          <p:cNvGrpSpPr/>
          <p:nvPr/>
        </p:nvGrpSpPr>
        <p:grpSpPr>
          <a:xfrm>
            <a:off x="8021538" y="1754593"/>
            <a:ext cx="4056131" cy="588358"/>
            <a:chOff x="3996489" y="2915746"/>
            <a:chExt cx="4056131" cy="588358"/>
          </a:xfrm>
        </p:grpSpPr>
        <p:sp>
          <p:nvSpPr>
            <p:cNvPr id="44" name="TextBox 199">
              <a:extLst>
                <a:ext uri="{FF2B5EF4-FFF2-40B4-BE49-F238E27FC236}">
                  <a16:creationId xmlns:a16="http://schemas.microsoft.com/office/drawing/2014/main" id="{55307E6B-ECD7-1621-47E3-998BE4FBE0AA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</a:t>
              </a:r>
              <a:r>
                <a:rPr lang="en-GB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fuera de control</a:t>
              </a:r>
            </a:p>
          </p:txBody>
        </p:sp>
        <p:sp>
          <p:nvSpPr>
            <p:cNvPr id="45" name="TextBox 200">
              <a:extLst>
                <a:ext uri="{FF2B5EF4-FFF2-40B4-BE49-F238E27FC236}">
                  <a16:creationId xmlns:a16="http://schemas.microsoft.com/office/drawing/2014/main" id="{6911EFB4-284B-80A7-80C3-F2F776E69672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el portátil de un dev, sin identidad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46" name="Straight Connector 215">
            <a:extLst>
              <a:ext uri="{FF2B5EF4-FFF2-40B4-BE49-F238E27FC236}">
                <a16:creationId xmlns:a16="http://schemas.microsoft.com/office/drawing/2014/main" id="{FA8B5E3A-8635-108C-5A55-955A82F693B1}"/>
              </a:ext>
            </a:extLst>
          </p:cNvPr>
          <p:cNvCxnSpPr>
            <a:cxnSpLocks/>
          </p:cNvCxnSpPr>
          <p:nvPr/>
        </p:nvCxnSpPr>
        <p:spPr>
          <a:xfrm>
            <a:off x="6369325" y="2006694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216">
            <a:extLst>
              <a:ext uri="{FF2B5EF4-FFF2-40B4-BE49-F238E27FC236}">
                <a16:creationId xmlns:a16="http://schemas.microsoft.com/office/drawing/2014/main" id="{54EBDAC6-DDBA-7751-4243-FF3A73972523}"/>
              </a:ext>
            </a:extLst>
          </p:cNvPr>
          <p:cNvSpPr/>
          <p:nvPr/>
        </p:nvSpPr>
        <p:spPr>
          <a:xfrm>
            <a:off x="6304433" y="1918987"/>
            <a:ext cx="129785" cy="12978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Oval 218">
            <a:extLst>
              <a:ext uri="{FF2B5EF4-FFF2-40B4-BE49-F238E27FC236}">
                <a16:creationId xmlns:a16="http://schemas.microsoft.com/office/drawing/2014/main" id="{98D04922-2BC7-72FC-892D-2DC78E4A9EDD}"/>
              </a:ext>
            </a:extLst>
          </p:cNvPr>
          <p:cNvSpPr/>
          <p:nvPr/>
        </p:nvSpPr>
        <p:spPr>
          <a:xfrm>
            <a:off x="6304433" y="3297780"/>
            <a:ext cx="129785" cy="129785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495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234440"/>
            <a:ext cx="4751470" cy="251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Visibilidad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antes que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control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931920"/>
            <a:ext cx="4339955" cy="1019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Bloquear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creación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agentes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funciona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“un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rato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”. Luego la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gente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se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va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otras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herramientas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y el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problema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no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desaparece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: se </a:t>
            </a:r>
            <a:r>
              <a:rPr lang="en-GB" sz="16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vuelve</a:t>
            </a:r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invisible.</a:t>
            </a:r>
          </a:p>
        </p:txBody>
      </p:sp>
    </p:spTree>
    <p:extLst>
      <p:ext uri="{BB962C8B-B14F-4D97-AF65-F5344CB8AC3E}">
        <p14:creationId xmlns:p14="http://schemas.microsoft.com/office/powerpoint/2010/main" val="3084075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Tres capas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agentes hay y de quién son?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 365 Registry · admin center de M365 · Entra Agent ID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Identidad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¿Dónde vive, qué conectores usa y cómo se promociona?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Power Platform Admin Center: entornos, DLP, ALM. Ya existía antes de Agent 365 y sigue valiendo.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Plataforma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preguntan los usuarios, qué devuelve y qué hace mientras corre?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Purview DSPM for AI, auditoría y DLP · Defender en runtime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Datos y runtime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1856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E66D2DC-92A1-4C6D-844E-3C63920030E5}"/>
              </a:ext>
            </a:extLst>
          </p:cNvPr>
          <p:cNvGrpSpPr/>
          <p:nvPr/>
        </p:nvGrpSpPr>
        <p:grpSpPr>
          <a:xfrm>
            <a:off x="1092200" y="870155"/>
            <a:ext cx="7372555" cy="2502310"/>
            <a:chOff x="1092200" y="870155"/>
            <a:chExt cx="7372555" cy="2502310"/>
          </a:xfrm>
          <a:effectLst>
            <a:outerShdw blurRad="977900" dist="342900" dir="5400000" sx="87000" sy="87000" algn="t" rotWithShape="0">
              <a:prstClr val="black">
                <a:alpha val="15000"/>
              </a:prstClr>
            </a:outerShdw>
          </a:effectLst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F484050-D262-4D3B-926B-1346742FA10C}"/>
                </a:ext>
              </a:extLst>
            </p:cNvPr>
            <p:cNvSpPr/>
            <p:nvPr/>
          </p:nvSpPr>
          <p:spPr>
            <a:xfrm>
              <a:off x="1092200" y="870155"/>
              <a:ext cx="7372555" cy="2502310"/>
            </a:xfrm>
            <a:prstGeom prst="roundRect">
              <a:avLst>
                <a:gd name="adj" fmla="val 9005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8DCFC0B-C090-4C46-94F5-4306884316A2}"/>
                </a:ext>
              </a:extLst>
            </p:cNvPr>
            <p:cNvSpPr/>
            <p:nvPr/>
          </p:nvSpPr>
          <p:spPr>
            <a:xfrm>
              <a:off x="5257105" y="870155"/>
              <a:ext cx="3207650" cy="2502310"/>
            </a:xfrm>
            <a:custGeom>
              <a:avLst/>
              <a:gdLst>
                <a:gd name="connsiteX0" fmla="*/ 670795 w 3207650"/>
                <a:gd name="connsiteY0" fmla="*/ 0 h 2502310"/>
                <a:gd name="connsiteX1" fmla="*/ 1809571 w 3207650"/>
                <a:gd name="connsiteY1" fmla="*/ 0 h 2502310"/>
                <a:gd name="connsiteX2" fmla="*/ 1819735 w 3207650"/>
                <a:gd name="connsiteY2" fmla="*/ 7803 h 2502310"/>
                <a:gd name="connsiteX3" fmla="*/ 2134730 w 3207650"/>
                <a:gd name="connsiteY3" fmla="*/ 322651 h 2502310"/>
                <a:gd name="connsiteX4" fmla="*/ 2136825 w 3207650"/>
                <a:gd name="connsiteY4" fmla="*/ 324747 h 2502310"/>
                <a:gd name="connsiteX5" fmla="*/ 2613524 w 3207650"/>
                <a:gd name="connsiteY5" fmla="*/ 576192 h 2502310"/>
                <a:gd name="connsiteX6" fmla="*/ 2765440 w 3207650"/>
                <a:gd name="connsiteY6" fmla="*/ 612861 h 2502310"/>
                <a:gd name="connsiteX7" fmla="*/ 3169456 w 3207650"/>
                <a:gd name="connsiteY7" fmla="*/ 753252 h 2502310"/>
                <a:gd name="connsiteX8" fmla="*/ 3207650 w 3207650"/>
                <a:gd name="connsiteY8" fmla="*/ 774810 h 2502310"/>
                <a:gd name="connsiteX9" fmla="*/ 3207650 w 3207650"/>
                <a:gd name="connsiteY9" fmla="*/ 2276977 h 2502310"/>
                <a:gd name="connsiteX10" fmla="*/ 2982317 w 3207650"/>
                <a:gd name="connsiteY10" fmla="*/ 2502310 h 2502310"/>
                <a:gd name="connsiteX11" fmla="*/ 0 w 3207650"/>
                <a:gd name="connsiteY11" fmla="*/ 2502310 h 2502310"/>
                <a:gd name="connsiteX12" fmla="*/ 7543 w 3207650"/>
                <a:gd name="connsiteY12" fmla="*/ 2447416 h 2502310"/>
                <a:gd name="connsiteX13" fmla="*/ 513950 w 3207650"/>
                <a:gd name="connsiteY13" fmla="*/ 1488731 h 2502310"/>
                <a:gd name="connsiteX14" fmla="*/ 424897 w 3207650"/>
                <a:gd name="connsiteY14" fmla="*/ 491329 h 2502310"/>
                <a:gd name="connsiteX15" fmla="*/ 643715 w 3207650"/>
                <a:gd name="connsiteY15" fmla="*/ 24943 h 250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07650" h="2502310">
                  <a:moveTo>
                    <a:pt x="670795" y="0"/>
                  </a:moveTo>
                  <a:lnTo>
                    <a:pt x="1809571" y="0"/>
                  </a:lnTo>
                  <a:lnTo>
                    <a:pt x="1819735" y="7803"/>
                  </a:lnTo>
                  <a:cubicBezTo>
                    <a:pt x="1930626" y="104797"/>
                    <a:pt x="2027079" y="220501"/>
                    <a:pt x="2134730" y="322651"/>
                  </a:cubicBezTo>
                  <a:cubicBezTo>
                    <a:pt x="2134730" y="323698"/>
                    <a:pt x="2135777" y="323698"/>
                    <a:pt x="2136825" y="324747"/>
                  </a:cubicBezTo>
                  <a:cubicBezTo>
                    <a:pt x="2269882" y="450470"/>
                    <a:pt x="2435417" y="536380"/>
                    <a:pt x="2613524" y="576192"/>
                  </a:cubicBezTo>
                  <a:cubicBezTo>
                    <a:pt x="2663814" y="587716"/>
                    <a:pt x="2715151" y="600289"/>
                    <a:pt x="2765440" y="612861"/>
                  </a:cubicBezTo>
                  <a:cubicBezTo>
                    <a:pt x="2903212" y="647959"/>
                    <a:pt x="3040983" y="692486"/>
                    <a:pt x="3169456" y="753252"/>
                  </a:cubicBezTo>
                  <a:lnTo>
                    <a:pt x="3207650" y="774810"/>
                  </a:lnTo>
                  <a:lnTo>
                    <a:pt x="3207650" y="2276977"/>
                  </a:lnTo>
                  <a:cubicBezTo>
                    <a:pt x="3207650" y="2401425"/>
                    <a:pt x="3106765" y="2502310"/>
                    <a:pt x="2982317" y="2502310"/>
                  </a:cubicBezTo>
                  <a:lnTo>
                    <a:pt x="0" y="2502310"/>
                  </a:lnTo>
                  <a:lnTo>
                    <a:pt x="7543" y="2447416"/>
                  </a:lnTo>
                  <a:cubicBezTo>
                    <a:pt x="96266" y="2109472"/>
                    <a:pt x="444279" y="1844422"/>
                    <a:pt x="513950" y="1488731"/>
                  </a:cubicBezTo>
                  <a:cubicBezTo>
                    <a:pt x="578907" y="1158709"/>
                    <a:pt x="392418" y="825543"/>
                    <a:pt x="424897" y="491329"/>
                  </a:cubicBezTo>
                  <a:cubicBezTo>
                    <a:pt x="441922" y="316496"/>
                    <a:pt x="522791" y="151484"/>
                    <a:pt x="643715" y="24943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08A281-BE70-4C75-80AE-8FA2BD808A41}"/>
              </a:ext>
            </a:extLst>
          </p:cNvPr>
          <p:cNvGrpSpPr/>
          <p:nvPr/>
        </p:nvGrpSpPr>
        <p:grpSpPr>
          <a:xfrm>
            <a:off x="1608220" y="1282364"/>
            <a:ext cx="4228699" cy="1062336"/>
            <a:chOff x="6246961" y="2042198"/>
            <a:chExt cx="4228699" cy="106233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5BD2D89-9152-47DB-B98C-6F704BDF8FA7}"/>
                </a:ext>
              </a:extLst>
            </p:cNvPr>
            <p:cNvSpPr txBox="1"/>
            <p:nvPr/>
          </p:nvSpPr>
          <p:spPr>
            <a:xfrm>
              <a:off x="6246961" y="2396648"/>
              <a:ext cx="4228699" cy="707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Tres ideas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90C454-9889-4988-8015-D5EBFE89C3B8}"/>
                </a:ext>
              </a:extLst>
            </p:cNvPr>
            <p:cNvGrpSpPr/>
            <p:nvPr/>
          </p:nvGrpSpPr>
          <p:grpSpPr>
            <a:xfrm>
              <a:off x="6246961" y="2042198"/>
              <a:ext cx="3089364" cy="307777"/>
              <a:chOff x="6583636" y="1555322"/>
              <a:chExt cx="3089364" cy="307777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C89CBD-EDE5-4BD3-AE52-8C847A5AAF72}"/>
                  </a:ext>
                </a:extLst>
              </p:cNvPr>
              <p:cNvSpPr txBox="1"/>
              <p:nvPr/>
            </p:nvSpPr>
            <p:spPr>
              <a:xfrm>
                <a:off x="6966788" y="1555322"/>
                <a:ext cx="270621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Antes de seguir</a:t>
                </a:r>
                <a:endParaRPr lang="en-GB" sz="14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BE2F44B-6B60-4BA6-B405-A9550F8AC6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83636" y="1701590"/>
                <a:ext cx="297179" cy="1"/>
              </a:xfrm>
              <a:prstGeom prst="line">
                <a:avLst/>
              </a:prstGeom>
              <a:ln w="28575" cap="rnd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0AFA326-3E86-4D6D-8028-128AABEFEBC6}"/>
              </a:ext>
            </a:extLst>
          </p:cNvPr>
          <p:cNvSpPr txBox="1"/>
          <p:nvPr/>
        </p:nvSpPr>
        <p:spPr>
          <a:xfrm>
            <a:off x="2204690" y="3962058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no sustituye al PPAC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EC535A2-5779-4BCA-8E4E-53636703E38D}"/>
              </a:ext>
            </a:extLst>
          </p:cNvPr>
          <p:cNvGrpSpPr/>
          <p:nvPr/>
        </p:nvGrpSpPr>
        <p:grpSpPr>
          <a:xfrm>
            <a:off x="1608220" y="3889388"/>
            <a:ext cx="478183" cy="453116"/>
            <a:chOff x="7073493" y="2250490"/>
            <a:chExt cx="478183" cy="453116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8AACC76-554B-4219-8138-8F0AAA97DE2B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5A317C-8211-44E4-8A65-7205A7460BAF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2E13AE0-B739-4964-9818-7C5015FFFF9F}"/>
              </a:ext>
            </a:extLst>
          </p:cNvPr>
          <p:cNvSpPr txBox="1"/>
          <p:nvPr/>
        </p:nvSpPr>
        <p:spPr>
          <a:xfrm>
            <a:off x="2204690" y="4669449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capa de datos ya la tienes con E5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425B7E-9F39-42F0-85E0-43F45825A062}"/>
              </a:ext>
            </a:extLst>
          </p:cNvPr>
          <p:cNvGrpSpPr/>
          <p:nvPr/>
        </p:nvGrpSpPr>
        <p:grpSpPr>
          <a:xfrm>
            <a:off x="1608220" y="4596779"/>
            <a:ext cx="478183" cy="453116"/>
            <a:chOff x="7073493" y="2250490"/>
            <a:chExt cx="478183" cy="453116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52804D8-E9E6-43B7-9148-611D019C0EED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0B7C5F5-BFCA-4ED1-A63E-266486B67762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72DF18F9-DF24-4BEE-ADAA-E7CF4FCF853A}"/>
              </a:ext>
            </a:extLst>
          </p:cNvPr>
          <p:cNvSpPr txBox="1"/>
          <p:nvPr/>
        </p:nvSpPr>
        <p:spPr>
          <a:xfrm>
            <a:off x="2204690" y="5376840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 ≠ ejecución: dos facturas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3C1D3-C7D0-4D37-86EB-3349F6B14DF9}"/>
              </a:ext>
            </a:extLst>
          </p:cNvPr>
          <p:cNvGrpSpPr/>
          <p:nvPr/>
        </p:nvGrpSpPr>
        <p:grpSpPr>
          <a:xfrm>
            <a:off x="1608220" y="5304170"/>
            <a:ext cx="478183" cy="453116"/>
            <a:chOff x="7073493" y="2250490"/>
            <a:chExt cx="478183" cy="453116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3B15911-00AC-4AD5-A449-ACA588047344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997C372-6812-4B9B-BA22-770C9D4C8DF8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5989320" y="379476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19F9A"/>
                </a:solidFill>
                <a:latin typeface="Open Sans Light"/>
              </a:rPr>
              <a:t>Licenciamiento, sin rodeos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89320" y="4224528"/>
            <a:ext cx="489204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Por usuario: quien interactúa, posee, gestiona o patrocina agentes.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Base E5, o Defender + Purview Suite FLW. Incluido en M365 E7.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E3 + Copilot no es elegible.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Cubre gobierno, no ejecución: los créditos van aparte.</a:t>
            </a:r>
          </a:p>
        </p:txBody>
      </p:sp>
    </p:spTree>
    <p:extLst>
      <p:ext uri="{BB962C8B-B14F-4D97-AF65-F5344CB8AC3E}">
        <p14:creationId xmlns:p14="http://schemas.microsoft.com/office/powerpoint/2010/main" val="3151673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Todos, en una lista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Admin center de M365 › Agents: los de Agent Builder, Copilot Studio y SharePoint, los de Microsoft y los de terceros.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Cada agente de Copilot Studio nace con Entra Agent ID. La pregunta no es cómo construir el inventario: es quién lo mira.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inventario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ya existe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y control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· Access Control · Visualization · Interoperability · Security. La columna Risks consolida Defender, Entra y Purview.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Desde la misma lista: aprobar publicaciones, bloquear, desplegar y reasignar propietario.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que no se registra solo aparece como Shadow AI: lo detectas, pero no lo gobiernas como identidad.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890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¿Cuántos hay?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1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4608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1 — capturas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Capturas de All agents con el agente de Agent Builder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3" name="Imagen 2" descr="The image is a Microsoft 365 admin center dashboard displaying a list of 368 agents, including details such as status, platform, and risk levels.&#10;&#10;El contenido generado por IA puede ser incorrecto.">
            <a:extLst>
              <a:ext uri="{FF2B5EF4-FFF2-40B4-BE49-F238E27FC236}">
                <a16:creationId xmlns:a16="http://schemas.microsoft.com/office/drawing/2014/main" id="{0B3BD748-0BD1-BB4F-6A12-0A0AC181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547"/>
            <a:ext cx="12192000" cy="676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51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</a:t>
            </a:r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que</a:t>
            </a:r>
            <a:endParaRPr lang="en-GB" sz="5400" b="1" spc="-30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GB" sz="5400" b="1" spc="-300" dirty="0" err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ya</a:t>
            </a:r>
            <a:r>
              <a:rPr lang="en-GB" sz="5400" b="1" spc="-300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5400" b="1" spc="-300" dirty="0" err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teníamos</a:t>
            </a:r>
            <a:endParaRPr lang="en-GB" sz="5400" b="1" spc="-30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1865717"/>
            <a:chOff x="1936019" y="4242908"/>
            <a:chExt cx="3181672" cy="186571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4213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Entornos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con Managed Environments, environment groups y Settings Enforcer. El Default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endurecido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no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apagado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no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pide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permiso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 un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comité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: </a:t>
              </a:r>
              <a:r>
                <a:rPr lang="en-GB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elige</a:t>
              </a:r>
              <a:r>
                <a:rPr lang="en-GB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la via.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353943"/>
              <a:chOff x="2022608" y="4242908"/>
              <a:chExt cx="3142188" cy="353943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3539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Guías</a:t>
                </a:r>
                <a:endParaRPr lang="en-GB" sz="17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Autenticación, canales, conectores y endpoint filtering en HTTP y SharePoint. Las ACP cambian a allowlist y bloquean servidores MCP.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Solo para lo construido en Power Platform.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DLP y ACP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Soluciones, pipelines y Git. Component collections para gobernar veinte componentes y no trescientos agentes.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Evaluaciones con test sets y regresión antes de Producción.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ALM y calidad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0884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raphic 51">
            <a:extLst>
              <a:ext uri="{FF2B5EF4-FFF2-40B4-BE49-F238E27FC236}">
                <a16:creationId xmlns:a16="http://schemas.microsoft.com/office/drawing/2014/main" id="{9F636FB6-D148-48DD-969F-3AB04C9B672C}"/>
              </a:ext>
            </a:extLst>
          </p:cNvPr>
          <p:cNvSpPr/>
          <p:nvPr/>
        </p:nvSpPr>
        <p:spPr>
          <a:xfrm>
            <a:off x="-242853" y="911218"/>
            <a:ext cx="1293435" cy="1403515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960BED8-C705-4417-99C4-F768077BF3DE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3AAE508-6F29-4F15-903E-D6F0F9A5A995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F8D0E0A-FD6A-45CF-ADD1-ECB582B4E67B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0897364-D02C-4E5B-94D4-6C5AC35B58D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Poppins ExtraBold" panose="00000900000000000000" pitchFamily="2" charset="0"/>
                </a:rPr>
                <a:t>Los cuatro </a:t>
              </a:r>
              <a:r>
                <a:rPr lang="en-US" sz="40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Poppins ExtraBold" panose="00000900000000000000" pitchFamily="2" charset="0"/>
                </a:rPr>
                <a:t>controles</a:t>
              </a:r>
              <a:endParaRPr lang="en-GB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536925-2BD6-4E72-8405-DA76DF8945FC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6"/>
                  </a:solidFill>
                  <a:latin typeface="+mj-lt"/>
                  <a:cs typeface="Poppins ExtraBold" panose="00000900000000000000" pitchFamily="2" charset="0"/>
                </a:rPr>
                <a:t>Ya existía antes de Agent 365</a:t>
              </a:r>
              <a:endParaRPr lang="en-GB" sz="1400">
                <a:solidFill>
                  <a:schemeClr val="accent6"/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</p:grpSp>
      <p:graphicFrame>
        <p:nvGraphicFramePr>
          <p:cNvPr id="90" name="Table 89"/>
          <p:cNvGraphicFramePr>
            <a:graphicFrameLocks noGrp="1"/>
          </p:cNvGraphicFramePr>
          <p:nvPr/>
        </p:nvGraphicFramePr>
        <p:xfrm>
          <a:off x="1088136" y="1975104"/>
          <a:ext cx="10003536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Playground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Equipo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Producción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Enterprise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Entorno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Default endurecido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 por área, en group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dedicados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+ DR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Datos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Solo del propio usuario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Del área, sin sensibles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 negocio, con etiquetas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Regulados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Connectors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mínima, sin HTTP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de área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+ endpoint filtering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explícita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Autenticación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ID, sin canal anónimo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 + Conditional Access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+ Information Barriers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Evaluaciones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Opcional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Test set mínimo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Obligatorio + regresión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Regresión en CI/CD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Agentes externos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Onboarding vía Agent 365 SDK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SDK + revisión de seguridad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Propietario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El creador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Maker nombrado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de negocio + técnico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+ backup + on-call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57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comité no escala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comité de aprobación por agente no escala a trescientos agentes, y convierte a IT en el cuello de botella del que luego todos se quejan.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primero que monta todo el mundo, y lo primero que hay que desmontar.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Carriles,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comités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carril es preconfiguración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control ya está aplicado por el entorno donde nace el agente. El maker no pide permiso: elige carril.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Mapea con las zonas de Microsoft —Citizen, Partnered, Professional— pero con cuatro escalones, porque el playground merece existir formalmente.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3995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Uso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Informes de uso de agentes en el admin center de Microsoft 365: qué agentes se usan, cuántos usuarios activos y cuáles nadie abre.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añade la visualización: actividad y señales de riesgo por agente, también de los externos que envían telemetría.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agente sin uso es un candidato a archivar. Uno con mucho uso y sin propietario, una urgencia.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hacen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usuarios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Interacciones y datos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Purview DSPM for AI: qué preguntan los usuarios a cada agente, qué responde y qué datos sensibles aparecen.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DLP de Purview: bloquea el prompt o la respuesta cuando hay información sensible. Etiquetas con cifrado: el agente no extrae lo que el usuario no puede extraer.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Prerrequisito que hunde proyectos: auditoría unificada activa. Sin ella, no hay nada que mirar.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7542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hacen?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2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9341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2 — vídeo de 60″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Vídeo: DSPM for AI con el IBAN y el uso de agentes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3" name="Imagen 2" descr="The image displays a user interface for an agent management system, featuring sections for creating agents, searching for agents, and managing workflows and content.&#10;&#10;El contenido generado por IA puede ser incorrecto.">
            <a:extLst>
              <a:ext uri="{FF2B5EF4-FFF2-40B4-BE49-F238E27FC236}">
                <a16:creationId xmlns:a16="http://schemas.microsoft.com/office/drawing/2014/main" id="{5701307E-DE72-DC47-102E-1879C4FC8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11" y="136072"/>
            <a:ext cx="3731876" cy="2220274"/>
          </a:xfrm>
          <a:prstGeom prst="rect">
            <a:avLst/>
          </a:prstGeom>
        </p:spPr>
      </p:pic>
      <p:pic>
        <p:nvPicPr>
          <p:cNvPr id="7" name="Imagen 6" descr="Running&#10;&#10;El contenido generado por IA puede ser incorrecto.">
            <a:extLst>
              <a:ext uri="{FF2B5EF4-FFF2-40B4-BE49-F238E27FC236}">
                <a16:creationId xmlns:a16="http://schemas.microsoft.com/office/drawing/2014/main" id="{3DC0C6B9-43E3-98EB-FFDA-6CB996FF6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015" y="2481564"/>
            <a:ext cx="4143361" cy="1963301"/>
          </a:xfrm>
          <a:prstGeom prst="rect">
            <a:avLst/>
          </a:prstGeom>
        </p:spPr>
      </p:pic>
      <p:pic>
        <p:nvPicPr>
          <p:cNvPr id="10" name="Imagen 9" descr="The image shows a document with a summary of a public job announcement from the Ayuntamiento de Santa Cruz de Tenerife, indicating no issues during the compliance tracking process.&#10;&#10;El contenido generado por IA puede ser incorrecto.">
            <a:extLst>
              <a:ext uri="{FF2B5EF4-FFF2-40B4-BE49-F238E27FC236}">
                <a16:creationId xmlns:a16="http://schemas.microsoft.com/office/drawing/2014/main" id="{1045AA55-5D2B-86CF-810B-1F4BF81A58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6229" y="4199742"/>
            <a:ext cx="2656490" cy="2658258"/>
          </a:xfrm>
          <a:prstGeom prst="rect">
            <a:avLst/>
          </a:prstGeom>
        </p:spPr>
      </p:pic>
      <p:pic>
        <p:nvPicPr>
          <p:cNvPr id="13" name="Imagen 12" descr="The image shows a Microsoft Purview dashboard displaying various data points such as user interactions, apps, and timestamps.&#10;&#10;El contenido generado por IA puede ser incorrecto.">
            <a:extLst>
              <a:ext uri="{FF2B5EF4-FFF2-40B4-BE49-F238E27FC236}">
                <a16:creationId xmlns:a16="http://schemas.microsoft.com/office/drawing/2014/main" id="{9BF5B5A3-044B-2FDD-4761-3DE3D55B5B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544" y="912227"/>
            <a:ext cx="6692928" cy="383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592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0DED9148-CE46-448F-A85D-586582BEF492}"/>
              </a:ext>
            </a:extLst>
          </p:cNvPr>
          <p:cNvGrpSpPr/>
          <p:nvPr/>
        </p:nvGrpSpPr>
        <p:grpSpPr>
          <a:xfrm>
            <a:off x="4685714" y="2189311"/>
            <a:ext cx="2918292" cy="3114569"/>
            <a:chOff x="4499180" y="684393"/>
            <a:chExt cx="2300585" cy="2455317"/>
          </a:xfrm>
          <a:solidFill>
            <a:schemeClr val="accent2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DC82B4-3E0B-4AAC-B012-02990647D666}"/>
                </a:ext>
              </a:extLst>
            </p:cNvPr>
            <p:cNvSpPr/>
            <p:nvPr/>
          </p:nvSpPr>
          <p:spPr>
            <a:xfrm>
              <a:off x="4499180" y="796925"/>
              <a:ext cx="2300585" cy="2152595"/>
            </a:xfrm>
            <a:custGeom>
              <a:avLst/>
              <a:gdLst>
                <a:gd name="connsiteX0" fmla="*/ 776480 w 1628775"/>
                <a:gd name="connsiteY0" fmla="*/ 1212872 h 1524000"/>
                <a:gd name="connsiteX1" fmla="*/ 1105093 w 1628775"/>
                <a:gd name="connsiteY1" fmla="*/ 1530054 h 1524000"/>
                <a:gd name="connsiteX2" fmla="*/ 1335598 w 1628775"/>
                <a:gd name="connsiteY2" fmla="*/ 1034754 h 1524000"/>
                <a:gd name="connsiteX3" fmla="*/ 1584200 w 1628775"/>
                <a:gd name="connsiteY3" fmla="*/ 756624 h 1524000"/>
                <a:gd name="connsiteX4" fmla="*/ 1159385 w 1628775"/>
                <a:gd name="connsiteY4" fmla="*/ 339 h 1524000"/>
                <a:gd name="connsiteX5" fmla="*/ 506923 w 1628775"/>
                <a:gd name="connsiteY5" fmla="*/ 468017 h 1524000"/>
                <a:gd name="connsiteX6" fmla="*/ 154498 w 1628775"/>
                <a:gd name="connsiteY6" fmla="*/ 670899 h 1524000"/>
                <a:gd name="connsiteX7" fmla="*/ 189740 w 1628775"/>
                <a:gd name="connsiteY7" fmla="*/ 1261449 h 1524000"/>
                <a:gd name="connsiteX8" fmla="*/ 776480 w 1628775"/>
                <a:gd name="connsiteY8" fmla="*/ 1212872 h 152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75" h="1524000">
                  <a:moveTo>
                    <a:pt x="776480" y="1212872"/>
                  </a:moveTo>
                  <a:cubicBezTo>
                    <a:pt x="886970" y="1256687"/>
                    <a:pt x="873635" y="1562439"/>
                    <a:pt x="1105093" y="1530054"/>
                  </a:cubicBezTo>
                  <a:cubicBezTo>
                    <a:pt x="1320358" y="1498622"/>
                    <a:pt x="1244158" y="1238589"/>
                    <a:pt x="1335598" y="1034754"/>
                  </a:cubicBezTo>
                  <a:cubicBezTo>
                    <a:pt x="1382270" y="930932"/>
                    <a:pt x="1524193" y="889974"/>
                    <a:pt x="1584200" y="756624"/>
                  </a:cubicBezTo>
                  <a:cubicBezTo>
                    <a:pt x="1751840" y="382292"/>
                    <a:pt x="1499428" y="10817"/>
                    <a:pt x="1159385" y="339"/>
                  </a:cubicBezTo>
                  <a:cubicBezTo>
                    <a:pt x="775528" y="-11091"/>
                    <a:pt x="536450" y="268944"/>
                    <a:pt x="506923" y="468017"/>
                  </a:cubicBezTo>
                  <a:cubicBezTo>
                    <a:pt x="473585" y="693759"/>
                    <a:pt x="244985" y="640419"/>
                    <a:pt x="154498" y="670899"/>
                  </a:cubicBezTo>
                  <a:cubicBezTo>
                    <a:pt x="-67435" y="746147"/>
                    <a:pt x="-45527" y="1176677"/>
                    <a:pt x="189740" y="1261449"/>
                  </a:cubicBezTo>
                  <a:cubicBezTo>
                    <a:pt x="455488" y="1357652"/>
                    <a:pt x="540260" y="1120479"/>
                    <a:pt x="776480" y="12128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69CB0B0-1A86-48AA-B530-A960101651EA}"/>
                </a:ext>
              </a:extLst>
            </p:cNvPr>
            <p:cNvSpPr/>
            <p:nvPr/>
          </p:nvSpPr>
          <p:spPr>
            <a:xfrm>
              <a:off x="5991312" y="2910997"/>
              <a:ext cx="228713" cy="228713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9844EC-E9EE-46F1-9ECD-38D7D9D7F164}"/>
                </a:ext>
              </a:extLst>
            </p:cNvPr>
            <p:cNvSpPr/>
            <p:nvPr/>
          </p:nvSpPr>
          <p:spPr>
            <a:xfrm>
              <a:off x="5386051" y="684393"/>
              <a:ext cx="107631" cy="107631"/>
            </a:xfrm>
            <a:custGeom>
              <a:avLst/>
              <a:gdLst>
                <a:gd name="connsiteX0" fmla="*/ 76200 w 76200"/>
                <a:gd name="connsiteY0" fmla="*/ 38100 h 76200"/>
                <a:gd name="connsiteX1" fmla="*/ 38100 w 76200"/>
                <a:gd name="connsiteY1" fmla="*/ 76200 h 76200"/>
                <a:gd name="connsiteX2" fmla="*/ 0 w 76200"/>
                <a:gd name="connsiteY2" fmla="*/ 38100 h 76200"/>
                <a:gd name="connsiteX3" fmla="*/ 38100 w 76200"/>
                <a:gd name="connsiteY3" fmla="*/ 0 h 76200"/>
                <a:gd name="connsiteX4" fmla="*/ 76200 w 76200"/>
                <a:gd name="connsiteY4" fmla="*/ 38100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76200" y="38100"/>
                  </a:moveTo>
                  <a:cubicBezTo>
                    <a:pt x="76200" y="59142"/>
                    <a:pt x="59142" y="76200"/>
                    <a:pt x="38100" y="76200"/>
                  </a:cubicBezTo>
                  <a:cubicBezTo>
                    <a:pt x="17058" y="76200"/>
                    <a:pt x="0" y="59142"/>
                    <a:pt x="0" y="38100"/>
                  </a:cubicBezTo>
                  <a:cubicBezTo>
                    <a:pt x="0" y="17058"/>
                    <a:pt x="17058" y="0"/>
                    <a:pt x="38100" y="0"/>
                  </a:cubicBezTo>
                  <a:cubicBezTo>
                    <a:pt x="59142" y="0"/>
                    <a:pt x="76200" y="17058"/>
                    <a:pt x="76200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85C4C0C-425C-4E3F-B0E3-51B616A7603B}"/>
              </a:ext>
            </a:extLst>
          </p:cNvPr>
          <p:cNvGrpSpPr/>
          <p:nvPr/>
        </p:nvGrpSpPr>
        <p:grpSpPr>
          <a:xfrm>
            <a:off x="7705538" y="2471153"/>
            <a:ext cx="3177340" cy="2818974"/>
            <a:chOff x="4675119" y="3690039"/>
            <a:chExt cx="2561917" cy="2272964"/>
          </a:xfrm>
          <a:solidFill>
            <a:schemeClr val="accent3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D138425-C1A1-45A2-B28E-806CF366CB72}"/>
                </a:ext>
              </a:extLst>
            </p:cNvPr>
            <p:cNvSpPr/>
            <p:nvPr/>
          </p:nvSpPr>
          <p:spPr>
            <a:xfrm>
              <a:off x="5055513" y="3690039"/>
              <a:ext cx="2181523" cy="2272964"/>
            </a:xfrm>
            <a:custGeom>
              <a:avLst/>
              <a:gdLst>
                <a:gd name="connsiteX0" fmla="*/ 127835 w 1590675"/>
                <a:gd name="connsiteY0" fmla="*/ 692754 h 1657350"/>
                <a:gd name="connsiteX1" fmla="*/ 77353 w 1590675"/>
                <a:gd name="connsiteY1" fmla="*/ 1431894 h 1657350"/>
                <a:gd name="connsiteX2" fmla="*/ 1012708 w 1590675"/>
                <a:gd name="connsiteY2" fmla="*/ 1276636 h 1657350"/>
                <a:gd name="connsiteX3" fmla="*/ 1316556 w 1590675"/>
                <a:gd name="connsiteY3" fmla="*/ 1147096 h 1657350"/>
                <a:gd name="connsiteX4" fmla="*/ 1569920 w 1590675"/>
                <a:gd name="connsiteY4" fmla="*/ 755619 h 1657350"/>
                <a:gd name="connsiteX5" fmla="*/ 764105 w 1590675"/>
                <a:gd name="connsiteY5" fmla="*/ 424149 h 1657350"/>
                <a:gd name="connsiteX6" fmla="*/ 224990 w 1590675"/>
                <a:gd name="connsiteY6" fmla="*/ 15526 h 1657350"/>
                <a:gd name="connsiteX7" fmla="*/ 127835 w 1590675"/>
                <a:gd name="connsiteY7" fmla="*/ 692754 h 1657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90675" h="1657350">
                  <a:moveTo>
                    <a:pt x="127835" y="692754"/>
                  </a:moveTo>
                  <a:cubicBezTo>
                    <a:pt x="184985" y="850869"/>
                    <a:pt x="-143627" y="1093756"/>
                    <a:pt x="77353" y="1431894"/>
                  </a:cubicBezTo>
                  <a:cubicBezTo>
                    <a:pt x="325003" y="1810989"/>
                    <a:pt x="853640" y="1710024"/>
                    <a:pt x="1012708" y="1276636"/>
                  </a:cubicBezTo>
                  <a:cubicBezTo>
                    <a:pt x="1052713" y="1167099"/>
                    <a:pt x="1183206" y="1151859"/>
                    <a:pt x="1316556" y="1147096"/>
                  </a:cubicBezTo>
                  <a:cubicBezTo>
                    <a:pt x="1577540" y="1138524"/>
                    <a:pt x="1644215" y="880396"/>
                    <a:pt x="1569920" y="755619"/>
                  </a:cubicBezTo>
                  <a:cubicBezTo>
                    <a:pt x="1391803" y="457486"/>
                    <a:pt x="887930" y="581311"/>
                    <a:pt x="764105" y="424149"/>
                  </a:cubicBezTo>
                  <a:cubicBezTo>
                    <a:pt x="663140" y="296514"/>
                    <a:pt x="498358" y="-80676"/>
                    <a:pt x="224990" y="15526"/>
                  </a:cubicBezTo>
                  <a:cubicBezTo>
                    <a:pt x="-116005" y="135541"/>
                    <a:pt x="65923" y="522256"/>
                    <a:pt x="127835" y="6927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5FA8C8F-E613-4460-B16B-89CDC28A4A78}"/>
                </a:ext>
              </a:extLst>
            </p:cNvPr>
            <p:cNvSpPr/>
            <p:nvPr/>
          </p:nvSpPr>
          <p:spPr>
            <a:xfrm>
              <a:off x="6612902" y="411628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1065DE4-7ADB-41B3-9C0C-F4BFA87D38F5}"/>
                </a:ext>
              </a:extLst>
            </p:cNvPr>
            <p:cNvSpPr/>
            <p:nvPr/>
          </p:nvSpPr>
          <p:spPr>
            <a:xfrm>
              <a:off x="4675119" y="476290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52C83E-479D-4BE9-9449-7E7F21B29699}"/>
              </a:ext>
            </a:extLst>
          </p:cNvPr>
          <p:cNvGrpSpPr/>
          <p:nvPr/>
        </p:nvGrpSpPr>
        <p:grpSpPr>
          <a:xfrm>
            <a:off x="1307657" y="2325841"/>
            <a:ext cx="3034457" cy="3016814"/>
            <a:chOff x="1161130" y="3658377"/>
            <a:chExt cx="2312060" cy="2298617"/>
          </a:xfrm>
          <a:solidFill>
            <a:schemeClr val="accent1"/>
          </a:solidFill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0706872-0552-48D9-9001-FFCCDA1B7AB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8C530B4-CDFC-4DA3-A315-29EFB6E5AFB6}"/>
                </a:ext>
              </a:extLst>
            </p:cNvPr>
            <p:cNvSpPr/>
            <p:nvPr/>
          </p:nvSpPr>
          <p:spPr>
            <a:xfrm>
              <a:off x="2009629" y="5849455"/>
              <a:ext cx="107539" cy="107539"/>
            </a:xfrm>
            <a:custGeom>
              <a:avLst/>
              <a:gdLst>
                <a:gd name="connsiteX0" fmla="*/ 81915 w 76200"/>
                <a:gd name="connsiteY0" fmla="*/ 40958 h 76200"/>
                <a:gd name="connsiteX1" fmla="*/ 40957 w 76200"/>
                <a:gd name="connsiteY1" fmla="*/ 81915 h 76200"/>
                <a:gd name="connsiteX2" fmla="*/ 0 w 76200"/>
                <a:gd name="connsiteY2" fmla="*/ 40958 h 76200"/>
                <a:gd name="connsiteX3" fmla="*/ 40957 w 76200"/>
                <a:gd name="connsiteY3" fmla="*/ 0 h 76200"/>
                <a:gd name="connsiteX4" fmla="*/ 81915 w 76200"/>
                <a:gd name="connsiteY4" fmla="*/ 40958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81915" y="40958"/>
                  </a:moveTo>
                  <a:cubicBezTo>
                    <a:pt x="81915" y="63578"/>
                    <a:pt x="63578" y="81915"/>
                    <a:pt x="40957" y="81915"/>
                  </a:cubicBezTo>
                  <a:cubicBezTo>
                    <a:pt x="18337" y="81915"/>
                    <a:pt x="0" y="63578"/>
                    <a:pt x="0" y="40958"/>
                  </a:cubicBezTo>
                  <a:cubicBezTo>
                    <a:pt x="0" y="18337"/>
                    <a:pt x="18337" y="0"/>
                    <a:pt x="40957" y="0"/>
                  </a:cubicBezTo>
                  <a:cubicBezTo>
                    <a:pt x="63578" y="0"/>
                    <a:pt x="81915" y="18337"/>
                    <a:pt x="81915" y="409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F06DB34-CFF9-4850-8C1C-871C123DC833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C4DEB5C-9D62-4FC2-AD88-A441EAF34F50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50729-79CF-4BB4-821D-59BA8362A6DB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Control central</a:t>
              </a:r>
              <a:endParaRPr lang="en-GB" sz="4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CB08D7-103A-486E-A856-D2DD047B43EB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solo sitio</a:t>
              </a:r>
              <a:endParaRPr lang="en-GB" sz="14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9E69B52-E8A0-492B-AAED-101211A3A600}"/>
              </a:ext>
            </a:extLst>
          </p:cNvPr>
          <p:cNvSpPr/>
          <p:nvPr/>
        </p:nvSpPr>
        <p:spPr>
          <a:xfrm rot="9153556">
            <a:off x="-706968" y="-467896"/>
            <a:ext cx="2713524" cy="1952263"/>
          </a:xfrm>
          <a:custGeom>
            <a:avLst/>
            <a:gdLst>
              <a:gd name="connsiteX0" fmla="*/ 707795 w 2105025"/>
              <a:gd name="connsiteY0" fmla="*/ 1108493 h 1514475"/>
              <a:gd name="connsiteX1" fmla="*/ 1210715 w 2105025"/>
              <a:gd name="connsiteY1" fmla="*/ 1372335 h 1514475"/>
              <a:gd name="connsiteX2" fmla="*/ 1751735 w 2105025"/>
              <a:gd name="connsiteY2" fmla="*/ 1506638 h 1514475"/>
              <a:gd name="connsiteX3" fmla="*/ 2037485 w 2105025"/>
              <a:gd name="connsiteY3" fmla="*/ 1092300 h 1514475"/>
              <a:gd name="connsiteX4" fmla="*/ 1868893 w 2105025"/>
              <a:gd name="connsiteY4" fmla="*/ 748448 h 1514475"/>
              <a:gd name="connsiteX5" fmla="*/ 2073680 w 2105025"/>
              <a:gd name="connsiteY5" fmla="*/ 426503 h 1514475"/>
              <a:gd name="connsiteX6" fmla="*/ 2037485 w 2105025"/>
              <a:gd name="connsiteY6" fmla="*/ 99795 h 1514475"/>
              <a:gd name="connsiteX7" fmla="*/ 1719350 w 2105025"/>
              <a:gd name="connsiteY7" fmla="*/ 15975 h 1514475"/>
              <a:gd name="connsiteX8" fmla="*/ 1331683 w 2105025"/>
              <a:gd name="connsiteY8" fmla="*/ 417930 h 1514475"/>
              <a:gd name="connsiteX9" fmla="*/ 288695 w 2105025"/>
              <a:gd name="connsiteY9" fmla="*/ 665580 h 1514475"/>
              <a:gd name="connsiteX10" fmla="*/ 89623 w 2105025"/>
              <a:gd name="connsiteY10" fmla="*/ 1138020 h 1514475"/>
              <a:gd name="connsiteX11" fmla="*/ 707795 w 2105025"/>
              <a:gd name="connsiteY11" fmla="*/ 1108493 h 1514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05025" h="1514475">
                <a:moveTo>
                  <a:pt x="707795" y="1108493"/>
                </a:moveTo>
                <a:cubicBezTo>
                  <a:pt x="890675" y="1160880"/>
                  <a:pt x="1046885" y="1277085"/>
                  <a:pt x="1210715" y="1372335"/>
                </a:cubicBezTo>
                <a:cubicBezTo>
                  <a:pt x="1375498" y="1467585"/>
                  <a:pt x="1565045" y="1544738"/>
                  <a:pt x="1751735" y="1506638"/>
                </a:cubicBezTo>
                <a:cubicBezTo>
                  <a:pt x="1937473" y="1468538"/>
                  <a:pt x="2099398" y="1272323"/>
                  <a:pt x="2037485" y="1092300"/>
                </a:cubicBezTo>
                <a:cubicBezTo>
                  <a:pt x="1995575" y="969428"/>
                  <a:pt x="1864130" y="877988"/>
                  <a:pt x="1868893" y="748448"/>
                </a:cubicBezTo>
                <a:cubicBezTo>
                  <a:pt x="1874608" y="618908"/>
                  <a:pt x="2012720" y="540803"/>
                  <a:pt x="2073680" y="426503"/>
                </a:cubicBezTo>
                <a:cubicBezTo>
                  <a:pt x="2128925" y="323633"/>
                  <a:pt x="2113685" y="188378"/>
                  <a:pt x="2037485" y="99795"/>
                </a:cubicBezTo>
                <a:cubicBezTo>
                  <a:pt x="1961285" y="11213"/>
                  <a:pt x="1828888" y="-23077"/>
                  <a:pt x="1719350" y="15975"/>
                </a:cubicBezTo>
                <a:cubicBezTo>
                  <a:pt x="1542185" y="79793"/>
                  <a:pt x="1470748" y="290295"/>
                  <a:pt x="1331683" y="417930"/>
                </a:cubicBezTo>
                <a:cubicBezTo>
                  <a:pt x="1064030" y="663675"/>
                  <a:pt x="632548" y="548423"/>
                  <a:pt x="288695" y="665580"/>
                </a:cubicBezTo>
                <a:cubicBezTo>
                  <a:pt x="124865" y="720825"/>
                  <a:pt x="-139930" y="980858"/>
                  <a:pt x="89623" y="1138020"/>
                </a:cubicBezTo>
                <a:cubicBezTo>
                  <a:pt x="235355" y="1236128"/>
                  <a:pt x="520153" y="1054200"/>
                  <a:pt x="707795" y="110849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3F9C094-663F-4DC9-A1F4-DE6432E34CE5}"/>
              </a:ext>
            </a:extLst>
          </p:cNvPr>
          <p:cNvSpPr/>
          <p:nvPr/>
        </p:nvSpPr>
        <p:spPr>
          <a:xfrm>
            <a:off x="4969593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Reasignar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C3506D4-5E6E-41EF-917F-6F8B595AC435}"/>
              </a:ext>
            </a:extLst>
          </p:cNvPr>
          <p:cNvSpPr/>
          <p:nvPr/>
        </p:nvSpPr>
        <p:spPr>
          <a:xfrm>
            <a:off x="1690534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Aprobar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B35F19-B65B-4D27-8B70-2FCFA5442336}"/>
              </a:ext>
            </a:extLst>
          </p:cNvPr>
          <p:cNvSpPr/>
          <p:nvPr/>
        </p:nvSpPr>
        <p:spPr>
          <a:xfrm>
            <a:off x="8248648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Bloquear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0472" y="5340096"/>
            <a:ext cx="26517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que quiere llegar a toda la organización pide paso. Revisas qué hace, qué toca y con quién se comparte antes de publicarlo.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4024" y="5340096"/>
            <a:ext cx="26517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cuyo propietario se fue recibe uno nuevo. Sin propietario nombrado no es un agente: es una incidencia esperando fecha.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5340096"/>
            <a:ext cx="26517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que no debe usarse se bloquea para toda la organización, venga de Agent Builder, de Copilot Studio o de un tercero.</a:t>
            </a:r>
          </a:p>
        </p:txBody>
      </p:sp>
    </p:spTree>
    <p:extLst>
      <p:ext uri="{BB962C8B-B14F-4D97-AF65-F5344CB8AC3E}">
        <p14:creationId xmlns:p14="http://schemas.microsoft.com/office/powerpoint/2010/main" val="836146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" presetClass="emp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3000" fill="hold"/>
                                        <p:tgtEl>
                                          <p:spTgt spid="4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mph" presetSubtype="0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27" dur="3000" fill="hold"/>
                                        <p:tgtEl>
                                          <p:spTgt spid="4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2" dur="3000" fill="hold"/>
                                        <p:tgtEl>
                                          <p:spTgt spid="4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8" grpId="1" animBg="1"/>
      <p:bldP spid="33" grpId="0" animBg="1"/>
      <p:bldP spid="33" grpId="1" animBg="1"/>
      <p:bldP spid="35" grpId="0" animBg="1"/>
      <p:bldP spid="35" grpId="1" animBg="1" autoUpdateAnimBg="0"/>
      <p:bldP spid="36" grpId="0" animBg="1"/>
      <p:bldP spid="36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¿Quién decide?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3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9197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3 — capturas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Solicitud, bloqueo y vista del usuario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5744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Conecta un agente que tú ya tienes y ya ejecutas con Agent 365, cuando necesita acceso a nivel de código a identidad, observabilidad, tooling o notificaciones.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Cuatro capacidades: identidad en Entra, observabilidad con OpenTelemetry, tooling con los MCP gobernados de Work IQ y notificaciones. Python, JavaScript y .NET.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Flujo de onboarding en cuatro etapas: Register → Extend → Validate → Operate.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Agent 365 SDK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es, qué no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no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construye agentes. No los hospeda. No orquesta pasos. No ejecuta herramientas.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Tú sigues siendo dueño de las tres capas: modelo, framework o runtime, y host.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Ninguna organización real va a construir el cien por cien de sus agentes en Copilot Studio. La pregunta de gobierno no es cómo evitar que existan: es cómo entran en el mismo control plane.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5300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El blueprint de identidad es una definición aprobada por IT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que heredan todos los agentes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creados a partir de ella.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Gobierna la plantilla</a:t>
            </a:r>
          </a:p>
        </p:txBody>
      </p:sp>
    </p:spTree>
    <p:extLst>
      <p:ext uri="{BB962C8B-B14F-4D97-AF65-F5344CB8AC3E}">
        <p14:creationId xmlns:p14="http://schemas.microsoft.com/office/powerpoint/2010/main" val="286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otro agente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4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2114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4 — beats 1 y 2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Terminal grabado: triaje y diff de observabilidad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1381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Trimestral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Seguridad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interacciones con datos sensibles en DSPM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Semanal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Admin de plataforma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nuevos y sin propietario en All agents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Mensual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Admin y negocio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uso por agente y agentes que nadie abre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Anual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Owners de negocio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revalidar propietario y quién lo usa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</a:t>
              </a:r>
              <a:r>
                <a:rPr lang="en-US" sz="40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proceso</a:t>
              </a:r>
              <a:r>
                <a:rPr lang="en-US" sz="4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en-US" sz="40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operativo</a:t>
              </a:r>
              <a:endParaRPr lang="en-GB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esto, el inventario es una foto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008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720673"/>
            <a:ext cx="4751470" cy="192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Volved</a:t>
            </a:r>
          </a:p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y contad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715390"/>
            <a:ext cx="4339955" cy="1019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Abrid All agents y contad. La cifra os va a sorprender, y es una buena noticia: el inventario ya lo tenéis. Lo que falta es decidir quién lo mira cada semana.</a:t>
            </a:r>
          </a:p>
        </p:txBody>
      </p:sp>
    </p:spTree>
    <p:extLst>
      <p:ext uri="{BB962C8B-B14F-4D97-AF65-F5344CB8AC3E}">
        <p14:creationId xmlns:p14="http://schemas.microsoft.com/office/powerpoint/2010/main" val="1643427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Documentación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365 admin center: gestionar agentes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Builder en Microsoft 365 Copilot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Purview DSPM for AI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aka.ms/mcs_sg — Copilot Studio Governance and Security Guide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Recursos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checklist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Agent 365 — página de producto y Licensing FAQ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SDK overview y Agent 365 Skills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Quickstart: Connect an existing agent to 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Entra Agent ID — Microsoft Learn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041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cover dir="u"/>
      </p:transition>
    </mc:Choice>
    <mc:Fallback>
      <p:transition spd="slow">
        <p:cover dir="u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tar: 10 Points 38">
            <a:extLst>
              <a:ext uri="{FF2B5EF4-FFF2-40B4-BE49-F238E27FC236}">
                <a16:creationId xmlns:a16="http://schemas.microsoft.com/office/drawing/2014/main" id="{85395834-2B2D-4CB4-896F-282D7A2FC6D7}"/>
              </a:ext>
            </a:extLst>
          </p:cNvPr>
          <p:cNvSpPr/>
          <p:nvPr/>
        </p:nvSpPr>
        <p:spPr>
          <a:xfrm>
            <a:off x="8921091" y="886849"/>
            <a:ext cx="2594532" cy="2594532"/>
          </a:xfrm>
          <a:prstGeom prst="star10">
            <a:avLst>
              <a:gd name="adj" fmla="val 0"/>
              <a:gd name="hf" fmla="val 105146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1E81CCE-F6DF-4EA4-997F-40C0633B3C6F}"/>
              </a:ext>
            </a:extLst>
          </p:cNvPr>
          <p:cNvSpPr/>
          <p:nvPr/>
        </p:nvSpPr>
        <p:spPr>
          <a:xfrm>
            <a:off x="8831488" y="797246"/>
            <a:ext cx="2773736" cy="2773736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DE6C28-4C75-473C-894C-09A9E7BF9EA9}"/>
              </a:ext>
            </a:extLst>
          </p:cNvPr>
          <p:cNvSpPr txBox="1"/>
          <p:nvPr/>
        </p:nvSpPr>
        <p:spPr>
          <a:xfrm>
            <a:off x="726177" y="1054751"/>
            <a:ext cx="5264354" cy="2774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¿Alguna</a:t>
            </a:r>
          </a:p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pregunta?</a:t>
            </a:r>
          </a:p>
        </p:txBody>
      </p:sp>
      <p:sp>
        <p:nvSpPr>
          <p:cNvPr id="41" name="Star: 12 Points 40">
            <a:extLst>
              <a:ext uri="{FF2B5EF4-FFF2-40B4-BE49-F238E27FC236}">
                <a16:creationId xmlns:a16="http://schemas.microsoft.com/office/drawing/2014/main" id="{03EB137A-B67F-4662-9227-0AB1F27B25CA}"/>
              </a:ext>
            </a:extLst>
          </p:cNvPr>
          <p:cNvSpPr/>
          <p:nvPr/>
        </p:nvSpPr>
        <p:spPr>
          <a:xfrm>
            <a:off x="7863756" y="4759087"/>
            <a:ext cx="1205672" cy="1205672"/>
          </a:xfrm>
          <a:prstGeom prst="star12">
            <a:avLst>
              <a:gd name="adj" fmla="val 0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F259D59-7A85-43D8-9025-C62DA2D27C04}"/>
              </a:ext>
            </a:extLst>
          </p:cNvPr>
          <p:cNvSpPr/>
          <p:nvPr/>
        </p:nvSpPr>
        <p:spPr>
          <a:xfrm>
            <a:off x="7822119" y="4717450"/>
            <a:ext cx="1288947" cy="1288947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1775047-077E-4C23-A4F6-6484E207ECFF}"/>
              </a:ext>
            </a:extLst>
          </p:cNvPr>
          <p:cNvGrpSpPr/>
          <p:nvPr/>
        </p:nvGrpSpPr>
        <p:grpSpPr>
          <a:xfrm rot="4450797">
            <a:off x="8682679" y="3505630"/>
            <a:ext cx="387220" cy="285107"/>
            <a:chOff x="356813" y="4713192"/>
            <a:chExt cx="301781" cy="222199"/>
          </a:xfrm>
          <a:solidFill>
            <a:schemeClr val="bg1"/>
          </a:solidFill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2037E5A-26A0-424B-8C24-DF8F1BFCBE38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1496141-AB54-4B2B-8B00-A78452705199}"/>
                </a:ext>
              </a:extLst>
            </p:cNvPr>
            <p:cNvSpPr/>
            <p:nvPr/>
          </p:nvSpPr>
          <p:spPr>
            <a:xfrm>
              <a:off x="611318" y="4713192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" name="Marcador de posición de imagen 4" descr="Un grupo de personas frente a una tienda&#10;&#10;El contenido generado por IA puede ser incorrecto.">
            <a:extLst>
              <a:ext uri="{FF2B5EF4-FFF2-40B4-BE49-F238E27FC236}">
                <a16:creationId xmlns:a16="http://schemas.microsoft.com/office/drawing/2014/main" id="{1CA2C2ED-CF84-A487-7C79-98519A432348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4" r="23284"/>
          <a:stretch>
            <a:fillRect/>
          </a:stretch>
        </p:blipFill>
        <p:spPr>
          <a:xfrm>
            <a:off x="5585545" y="488117"/>
            <a:ext cx="4095750" cy="5110163"/>
          </a:xfrm>
          <a:custGeom>
            <a:avLst/>
            <a:gdLst>
              <a:gd name="connsiteX0" fmla="*/ 0 w 4095648"/>
              <a:gd name="connsiteY0" fmla="*/ 0 h 5109831"/>
              <a:gd name="connsiteX1" fmla="*/ 4095648 w 4095648"/>
              <a:gd name="connsiteY1" fmla="*/ 0 h 5109831"/>
              <a:gd name="connsiteX2" fmla="*/ 4095648 w 4095648"/>
              <a:gd name="connsiteY2" fmla="*/ 2816574 h 5109831"/>
              <a:gd name="connsiteX3" fmla="*/ 1802391 w 4095648"/>
              <a:gd name="connsiteY3" fmla="*/ 5109831 h 5109831"/>
              <a:gd name="connsiteX4" fmla="*/ 32803 w 4095648"/>
              <a:gd name="connsiteY4" fmla="*/ 4275299 h 5109831"/>
              <a:gd name="connsiteX5" fmla="*/ 0 w 4095648"/>
              <a:gd name="connsiteY5" fmla="*/ 4231433 h 5109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648" h="5109831">
                <a:moveTo>
                  <a:pt x="0" y="0"/>
                </a:moveTo>
                <a:lnTo>
                  <a:pt x="4095648" y="0"/>
                </a:lnTo>
                <a:lnTo>
                  <a:pt x="4095648" y="2816574"/>
                </a:lnTo>
                <a:cubicBezTo>
                  <a:pt x="4095648" y="4083105"/>
                  <a:pt x="3068922" y="5109831"/>
                  <a:pt x="1802391" y="5109831"/>
                </a:cubicBezTo>
                <a:cubicBezTo>
                  <a:pt x="1089968" y="5109831"/>
                  <a:pt x="453420" y="4784969"/>
                  <a:pt x="32803" y="4275299"/>
                </a:cubicBezTo>
                <a:lnTo>
                  <a:pt x="0" y="4231433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152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9E904-465D-B5CF-8827-01915CB0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01FF33C1-1989-6F8D-10FF-CBF942A9FECE}"/>
              </a:ext>
            </a:extLst>
          </p:cNvPr>
          <p:cNvSpPr txBox="1"/>
          <p:nvPr/>
        </p:nvSpPr>
        <p:spPr>
          <a:xfrm>
            <a:off x="896917" y="843144"/>
            <a:ext cx="9955233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>
                <a:ln w="15875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  <a:solidFill>
                  <a:schemeClr val="accent1">
                    <a:lumMod val="75000"/>
                    <a:alpha val="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B83D19-9732-3F37-F065-579C6EA6B380}"/>
              </a:ext>
            </a:extLst>
          </p:cNvPr>
          <p:cNvSpPr txBox="1"/>
          <p:nvPr/>
        </p:nvSpPr>
        <p:spPr>
          <a:xfrm>
            <a:off x="0" y="941722"/>
            <a:ext cx="1149271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 dirty="0">
                <a:solidFill>
                  <a:schemeClr val="bg1"/>
                </a:solidFill>
                <a:effectLst>
                  <a:outerShdw blurRad="546100" dist="292100" dir="4200000" algn="t" rotWithShape="0">
                    <a:prstClr val="black">
                      <a:alpha val="35000"/>
                    </a:prstClr>
                  </a:outerShdw>
                </a:effectLst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 </a:t>
            </a:r>
            <a:endParaRPr lang="en-GB" sz="17000" dirty="0">
              <a:solidFill>
                <a:schemeClr val="bg1"/>
              </a:solidFill>
              <a:effectLst>
                <a:outerShdw blurRad="546100" dist="292100" dir="4200000" algn="t" rotWithShape="0">
                  <a:prstClr val="black">
                    <a:alpha val="35000"/>
                  </a:prstClr>
                </a:outerShdw>
              </a:effectLst>
              <a:latin typeface="Segoe UI Black" panose="020B0A02040204020203" pitchFamily="34" charset="0"/>
              <a:ea typeface="Segoe UI Black" panose="020B0A02040204020203" pitchFamily="34" charset="0"/>
              <a:cs typeface="Poppins Black" panose="00000A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512438-BFD8-DCFE-2BCD-029908DE4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251" y="4154557"/>
            <a:ext cx="1817498" cy="1677122"/>
          </a:xfrm>
          <a:prstGeom prst="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01A23A-1EC4-1707-E08B-0027D57501F1}"/>
              </a:ext>
            </a:extLst>
          </p:cNvPr>
          <p:cNvSpPr txBox="1"/>
          <p:nvPr/>
        </p:nvSpPr>
        <p:spPr>
          <a:xfrm>
            <a:off x="5187250" y="5916278"/>
            <a:ext cx="18174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75914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3">
            <a:extLst>
              <a:ext uri="{FF2B5EF4-FFF2-40B4-BE49-F238E27FC236}">
                <a16:creationId xmlns:a16="http://schemas.microsoft.com/office/drawing/2014/main" id="{74B94632-32AD-7721-46DA-8A217C5992E8}"/>
              </a:ext>
            </a:extLst>
          </p:cNvPr>
          <p:cNvSpPr txBox="1"/>
          <p:nvPr/>
        </p:nvSpPr>
        <p:spPr>
          <a:xfrm>
            <a:off x="4683377" y="2803526"/>
            <a:ext cx="5925402" cy="2701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https://bizzsummit.es</a:t>
            </a:r>
          </a:p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http://youtube.com/bizzsummites</a:t>
            </a:r>
          </a:p>
          <a:p>
            <a:pPr>
              <a:lnSpc>
                <a:spcPct val="250000"/>
              </a:lnSpc>
            </a:pPr>
            <a:r>
              <a:rPr lang="es-E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info@bizzsummit.es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09014DA-0D54-84A5-B7EB-7350564D3247}"/>
              </a:ext>
            </a:extLst>
          </p:cNvPr>
          <p:cNvGrpSpPr/>
          <p:nvPr/>
        </p:nvGrpSpPr>
        <p:grpSpPr>
          <a:xfrm>
            <a:off x="3766174" y="3114919"/>
            <a:ext cx="653729" cy="653729"/>
            <a:chOff x="3520491" y="2465786"/>
            <a:chExt cx="734498" cy="734498"/>
          </a:xfrm>
        </p:grpSpPr>
        <p:sp>
          <p:nvSpPr>
            <p:cNvPr id="3" name="Google Shape;2012;p58">
              <a:extLst>
                <a:ext uri="{FF2B5EF4-FFF2-40B4-BE49-F238E27FC236}">
                  <a16:creationId xmlns:a16="http://schemas.microsoft.com/office/drawing/2014/main" id="{BD9910A2-6B96-1AD0-A1AC-FB408B430340}"/>
                </a:ext>
              </a:extLst>
            </p:cNvPr>
            <p:cNvSpPr/>
            <p:nvPr/>
          </p:nvSpPr>
          <p:spPr>
            <a:xfrm>
              <a:off x="3520491" y="2465786"/>
              <a:ext cx="734498" cy="73449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grpSp>
          <p:nvGrpSpPr>
            <p:cNvPr id="13" name="Google Shape;10463;p79">
              <a:extLst>
                <a:ext uri="{FF2B5EF4-FFF2-40B4-BE49-F238E27FC236}">
                  <a16:creationId xmlns:a16="http://schemas.microsoft.com/office/drawing/2014/main" id="{BC6BCCF7-F416-618E-F086-67F1685972EF}"/>
                </a:ext>
              </a:extLst>
            </p:cNvPr>
            <p:cNvGrpSpPr/>
            <p:nvPr/>
          </p:nvGrpSpPr>
          <p:grpSpPr>
            <a:xfrm>
              <a:off x="3639718" y="2581272"/>
              <a:ext cx="465558" cy="471810"/>
              <a:chOff x="7441465" y="2302860"/>
              <a:chExt cx="342192" cy="327140"/>
            </a:xfrm>
            <a:solidFill>
              <a:schemeClr val="bg1"/>
            </a:solidFill>
          </p:grpSpPr>
          <p:sp>
            <p:nvSpPr>
              <p:cNvPr id="14" name="Google Shape;10464;p79">
                <a:extLst>
                  <a:ext uri="{FF2B5EF4-FFF2-40B4-BE49-F238E27FC236}">
                    <a16:creationId xmlns:a16="http://schemas.microsoft.com/office/drawing/2014/main" id="{773E1C4D-3224-22BB-632F-3E680D5235B9}"/>
                  </a:ext>
                </a:extLst>
              </p:cNvPr>
              <p:cNvSpPr/>
              <p:nvPr/>
            </p:nvSpPr>
            <p:spPr>
              <a:xfrm>
                <a:off x="7441465" y="2337727"/>
                <a:ext cx="299862" cy="292273"/>
              </a:xfrm>
              <a:custGeom>
                <a:avLst/>
                <a:gdLst/>
                <a:ahLst/>
                <a:cxnLst/>
                <a:rect l="l" t="t" r="r" b="b"/>
                <a:pathLst>
                  <a:path w="9443" h="9204" extrusionOk="0">
                    <a:moveTo>
                      <a:pt x="8169" y="0"/>
                    </a:moveTo>
                    <a:cubicBezTo>
                      <a:pt x="7835" y="0"/>
                      <a:pt x="7514" y="131"/>
                      <a:pt x="7276" y="370"/>
                    </a:cubicBezTo>
                    <a:lnTo>
                      <a:pt x="6406" y="1251"/>
                    </a:lnTo>
                    <a:cubicBezTo>
                      <a:pt x="6347" y="1310"/>
                      <a:pt x="6347" y="1417"/>
                      <a:pt x="6406" y="1489"/>
                    </a:cubicBezTo>
                    <a:cubicBezTo>
                      <a:pt x="6436" y="1518"/>
                      <a:pt x="6475" y="1533"/>
                      <a:pt x="6517" y="1533"/>
                    </a:cubicBezTo>
                    <a:cubicBezTo>
                      <a:pt x="6558" y="1533"/>
                      <a:pt x="6603" y="1518"/>
                      <a:pt x="6645" y="1489"/>
                    </a:cubicBezTo>
                    <a:lnTo>
                      <a:pt x="7514" y="608"/>
                    </a:lnTo>
                    <a:cubicBezTo>
                      <a:pt x="7692" y="429"/>
                      <a:pt x="7930" y="346"/>
                      <a:pt x="8169" y="346"/>
                    </a:cubicBezTo>
                    <a:cubicBezTo>
                      <a:pt x="8430" y="346"/>
                      <a:pt x="8645" y="453"/>
                      <a:pt x="8823" y="608"/>
                    </a:cubicBezTo>
                    <a:cubicBezTo>
                      <a:pt x="9014" y="786"/>
                      <a:pt x="9097" y="1024"/>
                      <a:pt x="9097" y="1263"/>
                    </a:cubicBezTo>
                    <a:cubicBezTo>
                      <a:pt x="9097" y="1501"/>
                      <a:pt x="8990" y="1739"/>
                      <a:pt x="8823" y="1917"/>
                    </a:cubicBezTo>
                    <a:lnTo>
                      <a:pt x="7621" y="3132"/>
                    </a:lnTo>
                    <a:cubicBezTo>
                      <a:pt x="7502" y="2834"/>
                      <a:pt x="7323" y="2560"/>
                      <a:pt x="7109" y="2334"/>
                    </a:cubicBezTo>
                    <a:cubicBezTo>
                      <a:pt x="6639" y="1870"/>
                      <a:pt x="6022" y="1638"/>
                      <a:pt x="5408" y="1638"/>
                    </a:cubicBezTo>
                    <a:cubicBezTo>
                      <a:pt x="4793" y="1638"/>
                      <a:pt x="4180" y="1870"/>
                      <a:pt x="3716" y="2334"/>
                    </a:cubicBezTo>
                    <a:lnTo>
                      <a:pt x="941" y="5108"/>
                    </a:lnTo>
                    <a:cubicBezTo>
                      <a:pt x="1" y="6049"/>
                      <a:pt x="1" y="7561"/>
                      <a:pt x="941" y="8502"/>
                    </a:cubicBezTo>
                    <a:cubicBezTo>
                      <a:pt x="1406" y="8966"/>
                      <a:pt x="2025" y="9204"/>
                      <a:pt x="2644" y="9204"/>
                    </a:cubicBezTo>
                    <a:cubicBezTo>
                      <a:pt x="3251" y="9204"/>
                      <a:pt x="3870" y="8966"/>
                      <a:pt x="4335" y="8502"/>
                    </a:cubicBezTo>
                    <a:lnTo>
                      <a:pt x="5811" y="7025"/>
                    </a:lnTo>
                    <a:cubicBezTo>
                      <a:pt x="5871" y="6966"/>
                      <a:pt x="5871" y="6858"/>
                      <a:pt x="5811" y="6787"/>
                    </a:cubicBezTo>
                    <a:cubicBezTo>
                      <a:pt x="5783" y="6778"/>
                      <a:pt x="5750" y="6772"/>
                      <a:pt x="5716" y="6772"/>
                    </a:cubicBezTo>
                    <a:cubicBezTo>
                      <a:pt x="5662" y="6772"/>
                      <a:pt x="5605" y="6786"/>
                      <a:pt x="5561" y="6823"/>
                    </a:cubicBezTo>
                    <a:lnTo>
                      <a:pt x="4085" y="8299"/>
                    </a:lnTo>
                    <a:cubicBezTo>
                      <a:pt x="3692" y="8680"/>
                      <a:pt x="3180" y="8906"/>
                      <a:pt x="2620" y="8906"/>
                    </a:cubicBezTo>
                    <a:cubicBezTo>
                      <a:pt x="2073" y="8906"/>
                      <a:pt x="1549" y="8692"/>
                      <a:pt x="1168" y="8299"/>
                    </a:cubicBezTo>
                    <a:cubicBezTo>
                      <a:pt x="358" y="7489"/>
                      <a:pt x="358" y="6180"/>
                      <a:pt x="1168" y="5358"/>
                    </a:cubicBezTo>
                    <a:lnTo>
                      <a:pt x="3930" y="2596"/>
                    </a:lnTo>
                    <a:cubicBezTo>
                      <a:pt x="4323" y="2203"/>
                      <a:pt x="4847" y="1977"/>
                      <a:pt x="5394" y="1977"/>
                    </a:cubicBezTo>
                    <a:cubicBezTo>
                      <a:pt x="5942" y="1977"/>
                      <a:pt x="6466" y="2191"/>
                      <a:pt x="6847" y="2596"/>
                    </a:cubicBezTo>
                    <a:cubicBezTo>
                      <a:pt x="7073" y="2822"/>
                      <a:pt x="7252" y="3096"/>
                      <a:pt x="7359" y="3394"/>
                    </a:cubicBezTo>
                    <a:lnTo>
                      <a:pt x="6049" y="4703"/>
                    </a:lnTo>
                    <a:cubicBezTo>
                      <a:pt x="5871" y="4882"/>
                      <a:pt x="5633" y="4977"/>
                      <a:pt x="5394" y="4977"/>
                    </a:cubicBezTo>
                    <a:cubicBezTo>
                      <a:pt x="5156" y="4977"/>
                      <a:pt x="4918" y="4870"/>
                      <a:pt x="4740" y="4703"/>
                    </a:cubicBezTo>
                    <a:cubicBezTo>
                      <a:pt x="4644" y="4620"/>
                      <a:pt x="4573" y="4513"/>
                      <a:pt x="4525" y="4394"/>
                    </a:cubicBezTo>
                    <a:cubicBezTo>
                      <a:pt x="4507" y="4321"/>
                      <a:pt x="4440" y="4290"/>
                      <a:pt x="4378" y="4290"/>
                    </a:cubicBezTo>
                    <a:cubicBezTo>
                      <a:pt x="4359" y="4290"/>
                      <a:pt x="4340" y="4293"/>
                      <a:pt x="4323" y="4299"/>
                    </a:cubicBezTo>
                    <a:cubicBezTo>
                      <a:pt x="4239" y="4334"/>
                      <a:pt x="4204" y="4441"/>
                      <a:pt x="4228" y="4513"/>
                    </a:cubicBezTo>
                    <a:cubicBezTo>
                      <a:pt x="4287" y="4680"/>
                      <a:pt x="4394" y="4811"/>
                      <a:pt x="4513" y="4930"/>
                    </a:cubicBezTo>
                    <a:cubicBezTo>
                      <a:pt x="4751" y="5168"/>
                      <a:pt x="5061" y="5299"/>
                      <a:pt x="5406" y="5299"/>
                    </a:cubicBezTo>
                    <a:cubicBezTo>
                      <a:pt x="5752" y="5299"/>
                      <a:pt x="6061" y="5168"/>
                      <a:pt x="6299" y="4930"/>
                    </a:cubicBezTo>
                    <a:lnTo>
                      <a:pt x="9062" y="2155"/>
                    </a:lnTo>
                    <a:cubicBezTo>
                      <a:pt x="9300" y="1917"/>
                      <a:pt x="9443" y="1608"/>
                      <a:pt x="9443" y="1263"/>
                    </a:cubicBezTo>
                    <a:cubicBezTo>
                      <a:pt x="9443" y="929"/>
                      <a:pt x="9300" y="608"/>
                      <a:pt x="9062" y="370"/>
                    </a:cubicBezTo>
                    <a:cubicBezTo>
                      <a:pt x="8823" y="131"/>
                      <a:pt x="8514" y="0"/>
                      <a:pt x="8169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  <p:sp>
            <p:nvSpPr>
              <p:cNvPr id="15" name="Google Shape;10465;p79">
                <a:extLst>
                  <a:ext uri="{FF2B5EF4-FFF2-40B4-BE49-F238E27FC236}">
                    <a16:creationId xmlns:a16="http://schemas.microsoft.com/office/drawing/2014/main" id="{462A022C-4D8F-C745-FB0B-369CCE75A2B7}"/>
                  </a:ext>
                </a:extLst>
              </p:cNvPr>
              <p:cNvSpPr/>
              <p:nvPr/>
            </p:nvSpPr>
            <p:spPr>
              <a:xfrm>
                <a:off x="7484588" y="2302860"/>
                <a:ext cx="299069" cy="293130"/>
              </a:xfrm>
              <a:custGeom>
                <a:avLst/>
                <a:gdLst/>
                <a:ahLst/>
                <a:cxnLst/>
                <a:rect l="l" t="t" r="r" b="b"/>
                <a:pathLst>
                  <a:path w="9418" h="9231" extrusionOk="0">
                    <a:moveTo>
                      <a:pt x="6805" y="0"/>
                    </a:moveTo>
                    <a:cubicBezTo>
                      <a:pt x="6191" y="0"/>
                      <a:pt x="5578" y="235"/>
                      <a:pt x="5108" y="706"/>
                    </a:cubicBezTo>
                    <a:lnTo>
                      <a:pt x="3632" y="2170"/>
                    </a:lnTo>
                    <a:cubicBezTo>
                      <a:pt x="3572" y="2230"/>
                      <a:pt x="3572" y="2337"/>
                      <a:pt x="3632" y="2408"/>
                    </a:cubicBezTo>
                    <a:cubicBezTo>
                      <a:pt x="3661" y="2438"/>
                      <a:pt x="3703" y="2453"/>
                      <a:pt x="3746" y="2453"/>
                    </a:cubicBezTo>
                    <a:cubicBezTo>
                      <a:pt x="3789" y="2453"/>
                      <a:pt x="3834" y="2438"/>
                      <a:pt x="3870" y="2408"/>
                    </a:cubicBezTo>
                    <a:lnTo>
                      <a:pt x="5346" y="944"/>
                    </a:lnTo>
                    <a:cubicBezTo>
                      <a:pt x="5745" y="539"/>
                      <a:pt x="6272" y="336"/>
                      <a:pt x="6802" y="336"/>
                    </a:cubicBezTo>
                    <a:cubicBezTo>
                      <a:pt x="7331" y="336"/>
                      <a:pt x="7864" y="539"/>
                      <a:pt x="8275" y="944"/>
                    </a:cubicBezTo>
                    <a:cubicBezTo>
                      <a:pt x="9085" y="1741"/>
                      <a:pt x="9085" y="3051"/>
                      <a:pt x="8275" y="3873"/>
                    </a:cubicBezTo>
                    <a:lnTo>
                      <a:pt x="5513" y="6635"/>
                    </a:lnTo>
                    <a:cubicBezTo>
                      <a:pt x="5120" y="7028"/>
                      <a:pt x="4596" y="7254"/>
                      <a:pt x="4048" y="7254"/>
                    </a:cubicBezTo>
                    <a:cubicBezTo>
                      <a:pt x="3501" y="7254"/>
                      <a:pt x="2977" y="7040"/>
                      <a:pt x="2596" y="6635"/>
                    </a:cubicBezTo>
                    <a:cubicBezTo>
                      <a:pt x="2370" y="6421"/>
                      <a:pt x="2191" y="6135"/>
                      <a:pt x="2084" y="5837"/>
                    </a:cubicBezTo>
                    <a:lnTo>
                      <a:pt x="3393" y="4527"/>
                    </a:lnTo>
                    <a:cubicBezTo>
                      <a:pt x="3572" y="4349"/>
                      <a:pt x="3810" y="4254"/>
                      <a:pt x="4048" y="4254"/>
                    </a:cubicBezTo>
                    <a:cubicBezTo>
                      <a:pt x="4286" y="4254"/>
                      <a:pt x="4525" y="4361"/>
                      <a:pt x="4703" y="4527"/>
                    </a:cubicBezTo>
                    <a:cubicBezTo>
                      <a:pt x="4798" y="4611"/>
                      <a:pt x="4870" y="4718"/>
                      <a:pt x="4917" y="4837"/>
                    </a:cubicBezTo>
                    <a:cubicBezTo>
                      <a:pt x="4936" y="4910"/>
                      <a:pt x="5002" y="4941"/>
                      <a:pt x="5065" y="4941"/>
                    </a:cubicBezTo>
                    <a:cubicBezTo>
                      <a:pt x="5084" y="4941"/>
                      <a:pt x="5103" y="4938"/>
                      <a:pt x="5120" y="4932"/>
                    </a:cubicBezTo>
                    <a:cubicBezTo>
                      <a:pt x="5215" y="4897"/>
                      <a:pt x="5239" y="4789"/>
                      <a:pt x="5215" y="4718"/>
                    </a:cubicBezTo>
                    <a:cubicBezTo>
                      <a:pt x="5156" y="4551"/>
                      <a:pt x="5048" y="4420"/>
                      <a:pt x="4929" y="4301"/>
                    </a:cubicBezTo>
                    <a:cubicBezTo>
                      <a:pt x="4691" y="4063"/>
                      <a:pt x="4382" y="3932"/>
                      <a:pt x="4036" y="3932"/>
                    </a:cubicBezTo>
                    <a:cubicBezTo>
                      <a:pt x="3691" y="3932"/>
                      <a:pt x="3382" y="4063"/>
                      <a:pt x="3143" y="4301"/>
                    </a:cubicBezTo>
                    <a:lnTo>
                      <a:pt x="1786" y="5659"/>
                    </a:lnTo>
                    <a:cubicBezTo>
                      <a:pt x="1762" y="5670"/>
                      <a:pt x="1738" y="5682"/>
                      <a:pt x="1727" y="5718"/>
                    </a:cubicBezTo>
                    <a:lnTo>
                      <a:pt x="369" y="7075"/>
                    </a:lnTo>
                    <a:cubicBezTo>
                      <a:pt x="131" y="7314"/>
                      <a:pt x="0" y="7623"/>
                      <a:pt x="0" y="7968"/>
                    </a:cubicBezTo>
                    <a:cubicBezTo>
                      <a:pt x="0" y="8302"/>
                      <a:pt x="131" y="8623"/>
                      <a:pt x="369" y="8861"/>
                    </a:cubicBezTo>
                    <a:cubicBezTo>
                      <a:pt x="607" y="9099"/>
                      <a:pt x="929" y="9230"/>
                      <a:pt x="1262" y="9230"/>
                    </a:cubicBezTo>
                    <a:cubicBezTo>
                      <a:pt x="1608" y="9230"/>
                      <a:pt x="1917" y="9099"/>
                      <a:pt x="2155" y="8861"/>
                    </a:cubicBezTo>
                    <a:lnTo>
                      <a:pt x="3036" y="7980"/>
                    </a:lnTo>
                    <a:cubicBezTo>
                      <a:pt x="3096" y="7921"/>
                      <a:pt x="3096" y="7814"/>
                      <a:pt x="3036" y="7742"/>
                    </a:cubicBezTo>
                    <a:cubicBezTo>
                      <a:pt x="3006" y="7712"/>
                      <a:pt x="2965" y="7697"/>
                      <a:pt x="2922" y="7697"/>
                    </a:cubicBezTo>
                    <a:cubicBezTo>
                      <a:pt x="2879" y="7697"/>
                      <a:pt x="2834" y="7712"/>
                      <a:pt x="2798" y="7742"/>
                    </a:cubicBezTo>
                    <a:lnTo>
                      <a:pt x="1917" y="8623"/>
                    </a:lnTo>
                    <a:cubicBezTo>
                      <a:pt x="1738" y="8802"/>
                      <a:pt x="1500" y="8885"/>
                      <a:pt x="1262" y="8885"/>
                    </a:cubicBezTo>
                    <a:cubicBezTo>
                      <a:pt x="1012" y="8885"/>
                      <a:pt x="786" y="8778"/>
                      <a:pt x="607" y="8623"/>
                    </a:cubicBezTo>
                    <a:cubicBezTo>
                      <a:pt x="429" y="8445"/>
                      <a:pt x="345" y="8206"/>
                      <a:pt x="345" y="7968"/>
                    </a:cubicBezTo>
                    <a:cubicBezTo>
                      <a:pt x="345" y="7706"/>
                      <a:pt x="453" y="7492"/>
                      <a:pt x="607" y="7314"/>
                    </a:cubicBezTo>
                    <a:lnTo>
                      <a:pt x="1822" y="6099"/>
                    </a:lnTo>
                    <a:cubicBezTo>
                      <a:pt x="1941" y="6397"/>
                      <a:pt x="2119" y="6671"/>
                      <a:pt x="2334" y="6897"/>
                    </a:cubicBezTo>
                    <a:cubicBezTo>
                      <a:pt x="2786" y="7337"/>
                      <a:pt x="3393" y="7587"/>
                      <a:pt x="4036" y="7587"/>
                    </a:cubicBezTo>
                    <a:cubicBezTo>
                      <a:pt x="4679" y="7587"/>
                      <a:pt x="5287" y="7337"/>
                      <a:pt x="5727" y="6897"/>
                    </a:cubicBezTo>
                    <a:lnTo>
                      <a:pt x="8501" y="4123"/>
                    </a:lnTo>
                    <a:cubicBezTo>
                      <a:pt x="9418" y="3158"/>
                      <a:pt x="9418" y="1634"/>
                      <a:pt x="8501" y="706"/>
                    </a:cubicBezTo>
                    <a:cubicBezTo>
                      <a:pt x="8031" y="235"/>
                      <a:pt x="7418" y="0"/>
                      <a:pt x="6805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p:grp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47CF8FF-0204-C066-C945-0ECA1106C415}"/>
              </a:ext>
            </a:extLst>
          </p:cNvPr>
          <p:cNvSpPr txBox="1"/>
          <p:nvPr/>
        </p:nvSpPr>
        <p:spPr>
          <a:xfrm>
            <a:off x="2419909" y="559874"/>
            <a:ext cx="76390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Bizz Summit 2026</a:t>
            </a:r>
          </a:p>
        </p:txBody>
      </p:sp>
      <p:sp>
        <p:nvSpPr>
          <p:cNvPr id="33" name="Google Shape;2012;p58">
            <a:extLst>
              <a:ext uri="{FF2B5EF4-FFF2-40B4-BE49-F238E27FC236}">
                <a16:creationId xmlns:a16="http://schemas.microsoft.com/office/drawing/2014/main" id="{0DE648EC-DC0B-9C83-AA1C-2E2430F73F19}"/>
              </a:ext>
            </a:extLst>
          </p:cNvPr>
          <p:cNvSpPr/>
          <p:nvPr/>
        </p:nvSpPr>
        <p:spPr>
          <a:xfrm>
            <a:off x="3782257" y="4070420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6" name="Google Shape;2012;p58">
            <a:extLst>
              <a:ext uri="{FF2B5EF4-FFF2-40B4-BE49-F238E27FC236}">
                <a16:creationId xmlns:a16="http://schemas.microsoft.com/office/drawing/2014/main" id="{20FD243B-0F58-A463-B59B-5B3B1DB87C5C}"/>
              </a:ext>
            </a:extLst>
          </p:cNvPr>
          <p:cNvSpPr/>
          <p:nvPr/>
        </p:nvSpPr>
        <p:spPr>
          <a:xfrm>
            <a:off x="3782257" y="4981383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62CB8E45-C653-1484-D40C-83B840056F66}"/>
              </a:ext>
            </a:extLst>
          </p:cNvPr>
          <p:cNvGrpSpPr/>
          <p:nvPr/>
        </p:nvGrpSpPr>
        <p:grpSpPr>
          <a:xfrm>
            <a:off x="3875521" y="4217503"/>
            <a:ext cx="425605" cy="360439"/>
            <a:chOff x="9719097" y="1233644"/>
            <a:chExt cx="384631" cy="292948"/>
          </a:xfrm>
          <a:solidFill>
            <a:schemeClr val="bg1"/>
          </a:solidFill>
        </p:grpSpPr>
        <p:sp>
          <p:nvSpPr>
            <p:cNvPr id="11" name="Google Shape;13786;p85">
              <a:extLst>
                <a:ext uri="{FF2B5EF4-FFF2-40B4-BE49-F238E27FC236}">
                  <a16:creationId xmlns:a16="http://schemas.microsoft.com/office/drawing/2014/main" id="{796D0F28-269F-5CF6-0E89-7E1BD17F03DA}"/>
                </a:ext>
              </a:extLst>
            </p:cNvPr>
            <p:cNvSpPr/>
            <p:nvPr/>
          </p:nvSpPr>
          <p:spPr>
            <a:xfrm>
              <a:off x="9719097" y="1233644"/>
              <a:ext cx="384631" cy="292948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sp>
          <p:nvSpPr>
            <p:cNvPr id="12" name="Google Shape;13787;p85">
              <a:extLst>
                <a:ext uri="{FF2B5EF4-FFF2-40B4-BE49-F238E27FC236}">
                  <a16:creationId xmlns:a16="http://schemas.microsoft.com/office/drawing/2014/main" id="{62914A31-BBFB-CACB-56F5-8FBC2CC342CF}"/>
                </a:ext>
              </a:extLst>
            </p:cNvPr>
            <p:cNvSpPr/>
            <p:nvPr/>
          </p:nvSpPr>
          <p:spPr>
            <a:xfrm>
              <a:off x="9850632" y="1299271"/>
              <a:ext cx="154328" cy="161832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</p:grpSp>
      <p:sp>
        <p:nvSpPr>
          <p:cNvPr id="18" name="Google Shape;13955;p85">
            <a:extLst>
              <a:ext uri="{FF2B5EF4-FFF2-40B4-BE49-F238E27FC236}">
                <a16:creationId xmlns:a16="http://schemas.microsoft.com/office/drawing/2014/main" id="{32F823A1-8D27-4011-F955-ADE8ADAAE42A}"/>
              </a:ext>
            </a:extLst>
          </p:cNvPr>
          <p:cNvSpPr/>
          <p:nvPr/>
        </p:nvSpPr>
        <p:spPr>
          <a:xfrm>
            <a:off x="3888235" y="5049063"/>
            <a:ext cx="396357" cy="455652"/>
          </a:xfrm>
          <a:custGeom>
            <a:avLst/>
            <a:gdLst/>
            <a:ahLst/>
            <a:cxnLst/>
            <a:rect l="l" t="t" r="r" b="b"/>
            <a:pathLst>
              <a:path w="7645" h="8814" extrusionOk="0">
                <a:moveTo>
                  <a:pt x="4192" y="301"/>
                </a:moveTo>
                <a:lnTo>
                  <a:pt x="5228" y="1337"/>
                </a:lnTo>
                <a:lnTo>
                  <a:pt x="3144" y="1337"/>
                </a:lnTo>
                <a:lnTo>
                  <a:pt x="4192" y="301"/>
                </a:lnTo>
                <a:close/>
                <a:moveTo>
                  <a:pt x="4190" y="0"/>
                </a:moveTo>
                <a:cubicBezTo>
                  <a:pt x="4156" y="0"/>
                  <a:pt x="4120" y="9"/>
                  <a:pt x="4097" y="27"/>
                </a:cubicBezTo>
                <a:lnTo>
                  <a:pt x="2787" y="1337"/>
                </a:lnTo>
                <a:lnTo>
                  <a:pt x="703" y="1337"/>
                </a:lnTo>
                <a:cubicBezTo>
                  <a:pt x="632" y="1337"/>
                  <a:pt x="572" y="1396"/>
                  <a:pt x="572" y="1480"/>
                </a:cubicBezTo>
                <a:lnTo>
                  <a:pt x="572" y="3623"/>
                </a:lnTo>
                <a:lnTo>
                  <a:pt x="144" y="3623"/>
                </a:lnTo>
                <a:cubicBezTo>
                  <a:pt x="60" y="3623"/>
                  <a:pt x="1" y="3682"/>
                  <a:pt x="1" y="3754"/>
                </a:cubicBezTo>
                <a:lnTo>
                  <a:pt x="1" y="8683"/>
                </a:lnTo>
                <a:cubicBezTo>
                  <a:pt x="1" y="8754"/>
                  <a:pt x="60" y="8814"/>
                  <a:pt x="144" y="8814"/>
                </a:cubicBezTo>
                <a:lnTo>
                  <a:pt x="1489" y="8814"/>
                </a:lnTo>
                <a:cubicBezTo>
                  <a:pt x="1572" y="8814"/>
                  <a:pt x="1632" y="8754"/>
                  <a:pt x="1632" y="8683"/>
                </a:cubicBezTo>
                <a:cubicBezTo>
                  <a:pt x="1632" y="8599"/>
                  <a:pt x="1572" y="8540"/>
                  <a:pt x="1489" y="8540"/>
                </a:cubicBezTo>
                <a:lnTo>
                  <a:pt x="275" y="8540"/>
                </a:lnTo>
                <a:lnTo>
                  <a:pt x="275" y="4004"/>
                </a:lnTo>
                <a:lnTo>
                  <a:pt x="882" y="4456"/>
                </a:lnTo>
                <a:cubicBezTo>
                  <a:pt x="904" y="4469"/>
                  <a:pt x="928" y="4476"/>
                  <a:pt x="952" y="4476"/>
                </a:cubicBezTo>
                <a:cubicBezTo>
                  <a:pt x="992" y="4476"/>
                  <a:pt x="1031" y="4458"/>
                  <a:pt x="1061" y="4420"/>
                </a:cubicBezTo>
                <a:cubicBezTo>
                  <a:pt x="1108" y="4361"/>
                  <a:pt x="1096" y="4289"/>
                  <a:pt x="1037" y="4242"/>
                </a:cubicBezTo>
                <a:lnTo>
                  <a:pt x="834" y="4087"/>
                </a:lnTo>
                <a:lnTo>
                  <a:pt x="834" y="3766"/>
                </a:lnTo>
                <a:lnTo>
                  <a:pt x="834" y="3754"/>
                </a:lnTo>
                <a:lnTo>
                  <a:pt x="834" y="3730"/>
                </a:lnTo>
                <a:lnTo>
                  <a:pt x="834" y="1610"/>
                </a:lnTo>
                <a:lnTo>
                  <a:pt x="7371" y="1610"/>
                </a:lnTo>
                <a:lnTo>
                  <a:pt x="7371" y="2099"/>
                </a:lnTo>
                <a:cubicBezTo>
                  <a:pt x="7371" y="2170"/>
                  <a:pt x="7430" y="2230"/>
                  <a:pt x="7502" y="2230"/>
                </a:cubicBezTo>
                <a:cubicBezTo>
                  <a:pt x="7585" y="2230"/>
                  <a:pt x="7645" y="2170"/>
                  <a:pt x="7645" y="2099"/>
                </a:cubicBezTo>
                <a:lnTo>
                  <a:pt x="7645" y="1468"/>
                </a:lnTo>
                <a:cubicBezTo>
                  <a:pt x="7633" y="1396"/>
                  <a:pt x="7573" y="1337"/>
                  <a:pt x="7490" y="1337"/>
                </a:cubicBezTo>
                <a:lnTo>
                  <a:pt x="5585" y="1337"/>
                </a:lnTo>
                <a:lnTo>
                  <a:pt x="4275" y="27"/>
                </a:lnTo>
                <a:cubicBezTo>
                  <a:pt x="4257" y="9"/>
                  <a:pt x="4225" y="0"/>
                  <a:pt x="4190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9" name="Google Shape;13956;p85">
            <a:extLst>
              <a:ext uri="{FF2B5EF4-FFF2-40B4-BE49-F238E27FC236}">
                <a16:creationId xmlns:a16="http://schemas.microsoft.com/office/drawing/2014/main" id="{787D0866-18A7-2E14-F577-E4AAD3059658}"/>
              </a:ext>
            </a:extLst>
          </p:cNvPr>
          <p:cNvSpPr/>
          <p:nvPr/>
        </p:nvSpPr>
        <p:spPr>
          <a:xfrm>
            <a:off x="3964811" y="5166776"/>
            <a:ext cx="55579" cy="55419"/>
          </a:xfrm>
          <a:custGeom>
            <a:avLst/>
            <a:gdLst/>
            <a:ahLst/>
            <a:cxnLst/>
            <a:rect l="l" t="t" r="r" b="b"/>
            <a:pathLst>
              <a:path w="1072" h="1072" extrusionOk="0">
                <a:moveTo>
                  <a:pt x="810" y="262"/>
                </a:moveTo>
                <a:lnTo>
                  <a:pt x="810" y="810"/>
                </a:lnTo>
                <a:lnTo>
                  <a:pt x="274" y="810"/>
                </a:lnTo>
                <a:lnTo>
                  <a:pt x="274" y="262"/>
                </a:lnTo>
                <a:close/>
                <a:moveTo>
                  <a:pt x="143" y="0"/>
                </a:moveTo>
                <a:cubicBezTo>
                  <a:pt x="60" y="0"/>
                  <a:pt x="0" y="60"/>
                  <a:pt x="0" y="131"/>
                </a:cubicBezTo>
                <a:lnTo>
                  <a:pt x="0" y="941"/>
                </a:lnTo>
                <a:cubicBezTo>
                  <a:pt x="0" y="1012"/>
                  <a:pt x="60" y="1072"/>
                  <a:pt x="143" y="1072"/>
                </a:cubicBezTo>
                <a:lnTo>
                  <a:pt x="941" y="1072"/>
                </a:lnTo>
                <a:cubicBezTo>
                  <a:pt x="1012" y="1072"/>
                  <a:pt x="1072" y="1012"/>
                  <a:pt x="1072" y="941"/>
                </a:cubicBezTo>
                <a:lnTo>
                  <a:pt x="1072" y="131"/>
                </a:lnTo>
                <a:cubicBezTo>
                  <a:pt x="1060" y="60"/>
                  <a:pt x="1000" y="0"/>
                  <a:pt x="941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" name="Google Shape;13961;p85">
            <a:extLst>
              <a:ext uri="{FF2B5EF4-FFF2-40B4-BE49-F238E27FC236}">
                <a16:creationId xmlns:a16="http://schemas.microsoft.com/office/drawing/2014/main" id="{FFC357AA-5026-6B21-9CCA-440F3B33E55E}"/>
              </a:ext>
            </a:extLst>
          </p:cNvPr>
          <p:cNvSpPr/>
          <p:nvPr/>
        </p:nvSpPr>
        <p:spPr>
          <a:xfrm>
            <a:off x="3953093" y="5177839"/>
            <a:ext cx="361777" cy="326876"/>
          </a:xfrm>
          <a:custGeom>
            <a:avLst/>
            <a:gdLst/>
            <a:ahLst/>
            <a:cxnLst/>
            <a:rect l="l" t="t" r="r" b="b"/>
            <a:pathLst>
              <a:path w="6978" h="6323" extrusionOk="0">
                <a:moveTo>
                  <a:pt x="4679" y="2632"/>
                </a:moveTo>
                <a:lnTo>
                  <a:pt x="4274" y="2929"/>
                </a:lnTo>
                <a:lnTo>
                  <a:pt x="1441" y="2929"/>
                </a:lnTo>
                <a:lnTo>
                  <a:pt x="1024" y="2632"/>
                </a:lnTo>
                <a:close/>
                <a:moveTo>
                  <a:pt x="3905" y="3168"/>
                </a:moveTo>
                <a:lnTo>
                  <a:pt x="3500" y="3465"/>
                </a:lnTo>
                <a:lnTo>
                  <a:pt x="2179" y="3465"/>
                </a:lnTo>
                <a:lnTo>
                  <a:pt x="1774" y="3168"/>
                </a:lnTo>
                <a:close/>
                <a:moveTo>
                  <a:pt x="3143" y="3727"/>
                </a:moveTo>
                <a:lnTo>
                  <a:pt x="2846" y="3942"/>
                </a:lnTo>
                <a:lnTo>
                  <a:pt x="2548" y="3727"/>
                </a:lnTo>
                <a:close/>
                <a:moveTo>
                  <a:pt x="6239" y="1"/>
                </a:moveTo>
                <a:cubicBezTo>
                  <a:pt x="6167" y="1"/>
                  <a:pt x="6108" y="48"/>
                  <a:pt x="6108" y="132"/>
                </a:cubicBezTo>
                <a:lnTo>
                  <a:pt x="6108" y="1263"/>
                </a:lnTo>
                <a:lnTo>
                  <a:pt x="6108" y="1596"/>
                </a:lnTo>
                <a:lnTo>
                  <a:pt x="5036" y="2382"/>
                </a:lnTo>
                <a:lnTo>
                  <a:pt x="667" y="2382"/>
                </a:lnTo>
                <a:lnTo>
                  <a:pt x="226" y="2060"/>
                </a:lnTo>
                <a:cubicBezTo>
                  <a:pt x="204" y="2047"/>
                  <a:pt x="180" y="2040"/>
                  <a:pt x="156" y="2040"/>
                </a:cubicBezTo>
                <a:cubicBezTo>
                  <a:pt x="116" y="2040"/>
                  <a:pt x="77" y="2059"/>
                  <a:pt x="48" y="2096"/>
                </a:cubicBezTo>
                <a:cubicBezTo>
                  <a:pt x="0" y="2156"/>
                  <a:pt x="24" y="2227"/>
                  <a:pt x="83" y="2275"/>
                </a:cubicBezTo>
                <a:lnTo>
                  <a:pt x="2786" y="4203"/>
                </a:lnTo>
                <a:cubicBezTo>
                  <a:pt x="2810" y="4221"/>
                  <a:pt x="2837" y="4230"/>
                  <a:pt x="2863" y="4230"/>
                </a:cubicBezTo>
                <a:cubicBezTo>
                  <a:pt x="2890" y="4230"/>
                  <a:pt x="2917" y="4221"/>
                  <a:pt x="2941" y="4203"/>
                </a:cubicBezTo>
                <a:lnTo>
                  <a:pt x="6703" y="1513"/>
                </a:lnTo>
                <a:lnTo>
                  <a:pt x="6703" y="6049"/>
                </a:lnTo>
                <a:lnTo>
                  <a:pt x="786" y="6049"/>
                </a:lnTo>
                <a:cubicBezTo>
                  <a:pt x="702" y="6049"/>
                  <a:pt x="643" y="6108"/>
                  <a:pt x="643" y="6192"/>
                </a:cubicBezTo>
                <a:cubicBezTo>
                  <a:pt x="643" y="6263"/>
                  <a:pt x="702" y="6323"/>
                  <a:pt x="786" y="6323"/>
                </a:cubicBezTo>
                <a:lnTo>
                  <a:pt x="6834" y="6323"/>
                </a:lnTo>
                <a:cubicBezTo>
                  <a:pt x="6918" y="6323"/>
                  <a:pt x="6977" y="6263"/>
                  <a:pt x="6977" y="6192"/>
                </a:cubicBezTo>
                <a:lnTo>
                  <a:pt x="6977" y="1263"/>
                </a:lnTo>
                <a:cubicBezTo>
                  <a:pt x="6941" y="1263"/>
                  <a:pt x="6941" y="1239"/>
                  <a:pt x="6941" y="1239"/>
                </a:cubicBezTo>
                <a:cubicBezTo>
                  <a:pt x="6929" y="1191"/>
                  <a:pt x="6882" y="1132"/>
                  <a:pt x="6810" y="1132"/>
                </a:cubicBezTo>
                <a:lnTo>
                  <a:pt x="6370" y="1132"/>
                </a:lnTo>
                <a:lnTo>
                  <a:pt x="6370" y="132"/>
                </a:lnTo>
                <a:cubicBezTo>
                  <a:pt x="6370" y="48"/>
                  <a:pt x="6310" y="1"/>
                  <a:pt x="6239" y="1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13434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7ED6A8-CEE4-64F8-896A-FC6D2B5214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BE55A1-644C-4325-42FB-C3BE42EE7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 descr="The image shows a dashboard for assigning licenses to agents, with a list of various services and compliance features related to Microsoft Agent 365.&#10;&#10;El contenido generado por IA puede ser incorrecto.">
            <a:extLst>
              <a:ext uri="{FF2B5EF4-FFF2-40B4-BE49-F238E27FC236}">
                <a16:creationId xmlns:a16="http://schemas.microsoft.com/office/drawing/2014/main" id="{9BC6F488-F0B7-DDFE-426E-B97A868CC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87" y="0"/>
            <a:ext cx="107918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99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shows a command-line interface displaying the setup process for Agent 365, with detected details such as stack, language, and configuration options.&#10;&#10;El contenido generado por IA puede ser incorrecto.">
            <a:extLst>
              <a:ext uri="{FF2B5EF4-FFF2-40B4-BE49-F238E27FC236}">
                <a16:creationId xmlns:a16="http://schemas.microsoft.com/office/drawing/2014/main" id="{1EAF2780-7C5C-83DF-3B6D-DD0B5C696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835" y="-130629"/>
            <a:ext cx="6885388" cy="68580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9E622368-0E8D-AAC2-36B1-B94C45A5D5FA}"/>
              </a:ext>
            </a:extLst>
          </p:cNvPr>
          <p:cNvSpPr txBox="1"/>
          <p:nvPr/>
        </p:nvSpPr>
        <p:spPr>
          <a:xfrm>
            <a:off x="414213" y="1143218"/>
            <a:ext cx="60971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 err="1">
                <a:hlinkClick r:id="rId3"/>
              </a:rPr>
              <a:t>microsoft</a:t>
            </a:r>
            <a:r>
              <a:rPr lang="es-ES" dirty="0">
                <a:hlinkClick r:id="rId3"/>
              </a:rPr>
              <a:t>/agent365-skills: AI </a:t>
            </a:r>
            <a:r>
              <a:rPr lang="es-ES" dirty="0" err="1">
                <a:hlinkClick r:id="rId3"/>
              </a:rPr>
              <a:t>coding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skills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for</a:t>
            </a:r>
            <a:r>
              <a:rPr lang="es-ES" dirty="0">
                <a:hlinkClick r:id="rId3"/>
              </a:rPr>
              <a:t> Microsoft Agent 365 — </a:t>
            </a:r>
            <a:r>
              <a:rPr lang="es-ES" dirty="0" err="1">
                <a:hlinkClick r:id="rId3"/>
              </a:rPr>
              <a:t>transform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agents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into</a:t>
            </a:r>
            <a:r>
              <a:rPr lang="es-ES" dirty="0">
                <a:hlinkClick r:id="rId3"/>
              </a:rPr>
              <a:t> AI </a:t>
            </a:r>
            <a:r>
              <a:rPr lang="es-ES" dirty="0" err="1">
                <a:hlinkClick r:id="rId3"/>
              </a:rPr>
              <a:t>Teammates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with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Teams</a:t>
            </a:r>
            <a:r>
              <a:rPr lang="es-ES" dirty="0">
                <a:hlinkClick r:id="rId3"/>
              </a:rPr>
              <a:t> hosting, </a:t>
            </a:r>
            <a:r>
              <a:rPr lang="es-ES" dirty="0" err="1">
                <a:hlinkClick r:id="rId3"/>
              </a:rPr>
              <a:t>WorkIQ</a:t>
            </a:r>
            <a:r>
              <a:rPr lang="es-ES" dirty="0">
                <a:hlinkClick r:id="rId3"/>
              </a:rPr>
              <a:t> MCP </a:t>
            </a:r>
            <a:r>
              <a:rPr lang="es-ES" dirty="0" err="1">
                <a:hlinkClick r:id="rId3"/>
              </a:rPr>
              <a:t>tools</a:t>
            </a:r>
            <a:r>
              <a:rPr lang="es-ES" dirty="0">
                <a:hlinkClick r:id="rId3"/>
              </a:rPr>
              <a:t>, and </a:t>
            </a:r>
            <a:r>
              <a:rPr lang="es-ES" dirty="0" err="1">
                <a:hlinkClick r:id="rId3"/>
              </a:rPr>
              <a:t>OTel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observability</a:t>
            </a:r>
            <a:r>
              <a:rPr lang="es-ES" dirty="0">
                <a:hlinkClick r:id="rId3"/>
              </a:rPr>
              <a:t>. Works </a:t>
            </a:r>
            <a:r>
              <a:rPr lang="es-ES" dirty="0" err="1">
                <a:hlinkClick r:id="rId3"/>
              </a:rPr>
              <a:t>with</a:t>
            </a:r>
            <a:r>
              <a:rPr lang="es-ES" dirty="0">
                <a:hlinkClick r:id="rId3"/>
              </a:rPr>
              <a:t> Claude Code and GitHub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057332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depicts a user interface of a workflow automation tool, specifically M365 Copilot (V2), showing a process for reviewing and categorizing unread emails from the previous day.&#10;&#10;El contenido generado por IA puede ser incorrecto.">
            <a:extLst>
              <a:ext uri="{FF2B5EF4-FFF2-40B4-BE49-F238E27FC236}">
                <a16:creationId xmlns:a16="http://schemas.microsoft.com/office/drawing/2014/main" id="{D2710087-DFC4-2BF4-B49A-C06DE3195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" y="0"/>
            <a:ext cx="12185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075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contains instructions for setting up Azure CLI session, selecting tenant, and assigning necessary permissions for blueprint creation.&#10;&#10;El contenido generado por IA puede ser incorrecto.">
            <a:extLst>
              <a:ext uri="{FF2B5EF4-FFF2-40B4-BE49-F238E27FC236}">
                <a16:creationId xmlns:a16="http://schemas.microsoft.com/office/drawing/2014/main" id="{B28AA4A5-64CA-2482-880E-FBDBE0AF5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6524"/>
            <a:ext cx="12192000" cy="602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09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sTriageDevoluciones&#10;&#10;El contenido generado por IA puede ser incorrecto.">
            <a:extLst>
              <a:ext uri="{FF2B5EF4-FFF2-40B4-BE49-F238E27FC236}">
                <a16:creationId xmlns:a16="http://schemas.microsoft.com/office/drawing/2014/main" id="{B41B2992-C24E-5DB3-8046-CC39128A5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287" y="0"/>
            <a:ext cx="34774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1381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displays a user interface for an agent management system, featuring sections for creating agents, searching for agents, and managing workflows and content.&#10;&#10;El contenido generado por IA puede ser incorrecto.">
            <a:extLst>
              <a:ext uri="{FF2B5EF4-FFF2-40B4-BE49-F238E27FC236}">
                <a16:creationId xmlns:a16="http://schemas.microsoft.com/office/drawing/2014/main" id="{896BFC11-6C2A-B588-836B-FE1E13EFB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0" y="136071"/>
            <a:ext cx="5534813" cy="3292929"/>
          </a:xfrm>
          <a:prstGeom prst="rect">
            <a:avLst/>
          </a:prstGeom>
        </p:spPr>
      </p:pic>
      <p:pic>
        <p:nvPicPr>
          <p:cNvPr id="4" name="Imagen 3" descr="Running&#10;&#10;El contenido generado por IA puede ser incorrecto.">
            <a:extLst>
              <a:ext uri="{FF2B5EF4-FFF2-40B4-BE49-F238E27FC236}">
                <a16:creationId xmlns:a16="http://schemas.microsoft.com/office/drawing/2014/main" id="{986450E4-21FB-E0F0-AEE1-AC232CE57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544" y="1933147"/>
            <a:ext cx="6313714" cy="2991706"/>
          </a:xfrm>
          <a:prstGeom prst="rect">
            <a:avLst/>
          </a:prstGeom>
        </p:spPr>
      </p:pic>
      <p:pic>
        <p:nvPicPr>
          <p:cNvPr id="6" name="Imagen 5" descr="The image shows a document with a summary of a public job announcement from the Ayuntamiento de Santa Cruz de Tenerife, indicating no issues during the compliance tracking process.&#10;&#10;El contenido generado por IA puede ser incorrecto.">
            <a:extLst>
              <a:ext uri="{FF2B5EF4-FFF2-40B4-BE49-F238E27FC236}">
                <a16:creationId xmlns:a16="http://schemas.microsoft.com/office/drawing/2014/main" id="{089C791B-A546-9279-43FE-3D34F87F9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1228" y="2263454"/>
            <a:ext cx="4591491" cy="4594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8362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Running&#10;&#10;El contenido generado por IA puede ser incorrecto.">
            <a:extLst>
              <a:ext uri="{FF2B5EF4-FFF2-40B4-BE49-F238E27FC236}">
                <a16:creationId xmlns:a16="http://schemas.microsoft.com/office/drawing/2014/main" id="{D599B4D8-5C5F-ABE8-5501-D8C066505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3544" y="1933147"/>
            <a:ext cx="6313714" cy="299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4097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shows a document with a summary of a public job announcement from the Ayuntamiento de Santa Cruz de Tenerife, indicating no issues during the compliance tracking process.&#10;&#10;El contenido generado por IA puede ser incorrecto.">
            <a:extLst>
              <a:ext uri="{FF2B5EF4-FFF2-40B4-BE49-F238E27FC236}">
                <a16:creationId xmlns:a16="http://schemas.microsoft.com/office/drawing/2014/main" id="{4555566E-69FA-1606-B510-2B1C03AF5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228" y="2263454"/>
            <a:ext cx="4591491" cy="4594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651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izz Summit">
      <a:dk1>
        <a:srgbClr val="000000"/>
      </a:dk1>
      <a:lt1>
        <a:srgbClr val="FFFFFF"/>
      </a:lt1>
      <a:dk2>
        <a:srgbClr val="292B45"/>
      </a:dk2>
      <a:lt2>
        <a:srgbClr val="E7E6E6"/>
      </a:lt2>
      <a:accent1>
        <a:srgbClr val="119F9A"/>
      </a:accent1>
      <a:accent2>
        <a:srgbClr val="FF509F"/>
      </a:accent2>
      <a:accent3>
        <a:srgbClr val="FFDA37"/>
      </a:accent3>
      <a:accent4>
        <a:srgbClr val="4BE7D8"/>
      </a:accent4>
      <a:accent5>
        <a:srgbClr val="292B45"/>
      </a:accent5>
      <a:accent6>
        <a:srgbClr val="119F9A"/>
      </a:accent6>
      <a:hlink>
        <a:srgbClr val="FF6EA8"/>
      </a:hlink>
      <a:folHlink>
        <a:srgbClr val="FFDA37"/>
      </a:folHlink>
    </a:clrScheme>
    <a:fontScheme name="Custom 8">
      <a:majorFont>
        <a:latin typeface="Fira Sans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B41CB313B6114197B91560B995E819" ma:contentTypeVersion="13" ma:contentTypeDescription="Create a new document." ma:contentTypeScope="" ma:versionID="220a22a0b19dda2a2d5bfdddb5bc8cd3">
  <xsd:schema xmlns:xsd="http://www.w3.org/2001/XMLSchema" xmlns:xs="http://www.w3.org/2001/XMLSchema" xmlns:p="http://schemas.microsoft.com/office/2006/metadata/properties" xmlns:ns2="09c2cc01-0011-4e33-8594-2658f2b9151d" xmlns:ns3="49b7d2c5-02b6-4489-8a62-3b8ab57a030d" targetNamespace="http://schemas.microsoft.com/office/2006/metadata/properties" ma:root="true" ma:fieldsID="6ae0c81bcca26dfcb3b80b8844e98f2b" ns2:_="" ns3:_="">
    <xsd:import namespace="09c2cc01-0011-4e33-8594-2658f2b9151d"/>
    <xsd:import namespace="49b7d2c5-02b6-4489-8a62-3b8ab57a030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3:TaxCatchAll" minOccurs="0"/>
                <xsd:element ref="ns2:MediaServiceOCR" minOccurs="0"/>
                <xsd:element ref="ns2:lcf76f155ced4ddcb4097134ff3c332f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c2cc01-0011-4e33-8594-2658f2b915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a331297-84b2-459b-9032-9e7bedeaf5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b7d2c5-02b6-4489-8a62-3b8ab57a030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d2277a8-eb8d-4c93-82e2-fd1965ddb93d}" ma:internalName="TaxCatchAll" ma:showField="CatchAllData" ma:web="49b7d2c5-02b6-4489-8a62-3b8ab57a03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9b7d2c5-02b6-4489-8a62-3b8ab57a030d" xsi:nil="true"/>
    <lcf76f155ced4ddcb4097134ff3c332f xmlns="09c2cc01-0011-4e33-8594-2658f2b9151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FFD7846-F70C-452C-BF1E-47F239EE4F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CBE453E-29BB-45A9-829E-0C76AAC446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c2cc01-0011-4e33-8594-2658f2b9151d"/>
    <ds:schemaRef ds:uri="49b7d2c5-02b6-4489-8a62-3b8ab57a030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16D61E8-211B-4934-BE4D-BBB9184803E4}">
  <ds:schemaRefs>
    <ds:schemaRef ds:uri="http://schemas.microsoft.com/office/2006/metadata/properties"/>
    <ds:schemaRef ds:uri="http://purl.org/dc/dcmitype/"/>
    <ds:schemaRef ds:uri="f1cad021-65cf-4087-9a30-72e556a51931"/>
    <ds:schemaRef ds:uri="http://www.w3.org/XML/1998/namespace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2109d8f6-968a-41da-8ba2-d5147edb905e"/>
    <ds:schemaRef ds:uri="49b7d2c5-02b6-4489-8a62-3b8ab57a030d"/>
    <ds:schemaRef ds:uri="09c2cc01-0011-4e33-8594-2658f2b9151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3538</Words>
  <Application>Microsoft Office PowerPoint</Application>
  <PresentationFormat>Panorámica</PresentationFormat>
  <Paragraphs>331</Paragraphs>
  <Slides>44</Slides>
  <Notes>29</Notes>
  <HiddenSlides>15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44</vt:i4>
      </vt:variant>
    </vt:vector>
  </HeadingPairs>
  <TitlesOfParts>
    <vt:vector size="53" baseType="lpstr">
      <vt:lpstr>Arial</vt:lpstr>
      <vt:lpstr>Fira Sans</vt:lpstr>
      <vt:lpstr>Fira Sans Black</vt:lpstr>
      <vt:lpstr>Open Sans Light</vt:lpstr>
      <vt:lpstr>Oraqle Script</vt:lpstr>
      <vt:lpstr>Segoe UI</vt:lpstr>
      <vt:lpstr>Segoe UI Black</vt:lpstr>
      <vt:lpstr>Segoe UI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Bayu Kresna</dc:creator>
  <cp:lastModifiedBy>Antonio José Soto Rodriguez</cp:lastModifiedBy>
  <cp:revision>8</cp:revision>
  <dcterms:created xsi:type="dcterms:W3CDTF">2019-04-01T15:41:01Z</dcterms:created>
  <dcterms:modified xsi:type="dcterms:W3CDTF">2026-10-02T17:12:01Z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0x01010026B41CB313B6114197B91560B995E819</vt:lpwstr>
  </property>
  <property fmtid="{D5CDD505-2E9C-101B-9397-08002B2CF9AE}" pid="3" name="MediaServiceImageTags">
    <vt:lpwstr/>
  </property>
  <property fmtid="{D5CDD505-2E9C-101B-9397-08002B2CF9AE}" pid="4" name="Order">
    <vt:lpwstr>131600.000000000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_SourceUrl">
    <vt:lpwstr/>
  </property>
  <property fmtid="{D5CDD505-2E9C-101B-9397-08002B2CF9AE}" pid="12" name="_SharedFileIndex">
    <vt:lpwstr/>
  </property>
</Properties>
</file>