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8"/>
  </p:notesMasterIdLst>
  <p:sldIdLst>
    <p:sldId id="351" r:id="rId5"/>
    <p:sldId id="445" r:id="rId6"/>
    <p:sldId id="478" r:id="rId7"/>
    <p:sldId id="357" r:id="rId8"/>
    <p:sldId id="446" r:id="rId9"/>
    <p:sldId id="447" r:id="rId10"/>
    <p:sldId id="448" r:id="rId11"/>
    <p:sldId id="449" r:id="rId12"/>
    <p:sldId id="450" r:id="rId13"/>
    <p:sldId id="451" r:id="rId14"/>
    <p:sldId id="452" r:id="rId15"/>
    <p:sldId id="453" r:id="rId16"/>
    <p:sldId id="454" r:id="rId17"/>
    <p:sldId id="455" r:id="rId18"/>
    <p:sldId id="456" r:id="rId19"/>
    <p:sldId id="266" r:id="rId20"/>
    <p:sldId id="267" r:id="rId21"/>
    <p:sldId id="457" r:id="rId22"/>
    <p:sldId id="458" r:id="rId23"/>
    <p:sldId id="465" r:id="rId24"/>
    <p:sldId id="460" r:id="rId25"/>
    <p:sldId id="459" r:id="rId26"/>
    <p:sldId id="462" r:id="rId27"/>
    <p:sldId id="270" r:id="rId28"/>
    <p:sldId id="463" r:id="rId29"/>
    <p:sldId id="464" r:id="rId30"/>
    <p:sldId id="461" r:id="rId31"/>
    <p:sldId id="466" r:id="rId32"/>
    <p:sldId id="467" r:id="rId33"/>
    <p:sldId id="274" r:id="rId34"/>
    <p:sldId id="468" r:id="rId35"/>
    <p:sldId id="275" r:id="rId36"/>
    <p:sldId id="276" r:id="rId37"/>
    <p:sldId id="277" r:id="rId38"/>
    <p:sldId id="469" r:id="rId39"/>
    <p:sldId id="470" r:id="rId40"/>
    <p:sldId id="471" r:id="rId41"/>
    <p:sldId id="472" r:id="rId42"/>
    <p:sldId id="279" r:id="rId43"/>
    <p:sldId id="280" r:id="rId44"/>
    <p:sldId id="473" r:id="rId45"/>
    <p:sldId id="474" r:id="rId46"/>
    <p:sldId id="475" r:id="rId47"/>
    <p:sldId id="476" r:id="rId48"/>
    <p:sldId id="477" r:id="rId49"/>
    <p:sldId id="256" r:id="rId50"/>
    <p:sldId id="257" r:id="rId51"/>
    <p:sldId id="258" r:id="rId52"/>
    <p:sldId id="259" r:id="rId53"/>
    <p:sldId id="260" r:id="rId54"/>
    <p:sldId id="261" r:id="rId55"/>
    <p:sldId id="262" r:id="rId56"/>
    <p:sldId id="263"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s fijas" id="{FC851C87-7643-4CD9-83E8-FE222C8F104C}">
          <p14:sldIdLst>
            <p14:sldId id="351"/>
            <p14:sldId id="445"/>
            <p14:sldId id="478"/>
          </p14:sldIdLst>
        </p14:section>
        <p14:section name="Contenido" id="{65540704-81EE-4826-A409-2690FEEE9EB7}">
          <p14:sldIdLst>
            <p14:sldId id="357"/>
            <p14:sldId id="446"/>
            <p14:sldId id="447"/>
            <p14:sldId id="448"/>
            <p14:sldId id="449"/>
            <p14:sldId id="450"/>
            <p14:sldId id="451"/>
            <p14:sldId id="452"/>
            <p14:sldId id="453"/>
            <p14:sldId id="454"/>
            <p14:sldId id="455"/>
            <p14:sldId id="456"/>
            <p14:sldId id="266"/>
            <p14:sldId id="267"/>
            <p14:sldId id="457"/>
            <p14:sldId id="458"/>
            <p14:sldId id="465"/>
            <p14:sldId id="460"/>
            <p14:sldId id="459"/>
            <p14:sldId id="462"/>
            <p14:sldId id="270"/>
            <p14:sldId id="463"/>
            <p14:sldId id="464"/>
            <p14:sldId id="461"/>
            <p14:sldId id="466"/>
            <p14:sldId id="467"/>
            <p14:sldId id="274"/>
            <p14:sldId id="468"/>
            <p14:sldId id="275"/>
            <p14:sldId id="276"/>
            <p14:sldId id="277"/>
            <p14:sldId id="469"/>
            <p14:sldId id="470"/>
            <p14:sldId id="471"/>
            <p14:sldId id="472"/>
            <p14:sldId id="279"/>
            <p14:sldId id="280"/>
            <p14:sldId id="473"/>
            <p14:sldId id="474"/>
            <p14:sldId id="475"/>
            <p14:sldId id="476"/>
            <p14:sldId id="477"/>
          </p14:sldIdLst>
        </p14:section>
        <p14:section name="Anexos" id="{B90F13BA-C101-4433-86A9-4510D08A3A0F}">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15:guide id="3" pos="235" userDrawn="1">
          <p15:clr>
            <a:srgbClr val="5ACBF0"/>
          </p15:clr>
        </p15:guide>
        <p15:guide id="4" pos="7447" userDrawn="1">
          <p15:clr>
            <a:srgbClr val="5ACBF0"/>
          </p15:clr>
        </p15:guide>
        <p15:guide id="6" pos="688" userDrawn="1">
          <p15:clr>
            <a:srgbClr val="5ACBF0"/>
          </p15:clr>
        </p15:guide>
        <p15:guide id="7" pos="6992" userDrawn="1">
          <p15:clr>
            <a:srgbClr val="5ACBF0"/>
          </p15:clr>
        </p15:guide>
        <p15:guide id="8" orient="horz" pos="164" userDrawn="1">
          <p15:clr>
            <a:srgbClr val="5ACBF0"/>
          </p15:clr>
        </p15:guide>
        <p15:guide id="9" orient="horz" pos="4156" userDrawn="1">
          <p15:clr>
            <a:srgbClr val="5ACBF0"/>
          </p15:clr>
        </p15:guide>
        <p15:guide id="10" pos="461" userDrawn="1">
          <p15:clr>
            <a:srgbClr val="5ACBF0"/>
          </p15:clr>
        </p15:guide>
        <p15:guide id="11" pos="7219" userDrawn="1">
          <p15:clr>
            <a:srgbClr val="5ACBF0"/>
          </p15:clr>
        </p15:guide>
        <p15:guide id="12" orient="horz" pos="391" userDrawn="1">
          <p15:clr>
            <a:srgbClr val="5ACBF0"/>
          </p15:clr>
        </p15:guide>
        <p15:guide id="13" orient="horz" pos="3929" userDrawn="1">
          <p15:clr>
            <a:srgbClr val="5ACBF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6FA"/>
    <a:srgbClr val="0F101C"/>
    <a:srgbClr val="1415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58E045-A6EC-4D58-AA48-F97403692EB4}" v="6" dt="2026-07-23T17:45:56.5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21" y="1056"/>
      </p:cViewPr>
      <p:guideLst>
        <p:guide pos="235"/>
        <p:guide pos="7447"/>
        <p:guide pos="688"/>
        <p:guide pos="6992"/>
        <p:guide orient="horz" pos="164"/>
        <p:guide orient="horz" pos="4156"/>
        <p:guide pos="461"/>
        <p:guide pos="7219"/>
        <p:guide orient="horz" pos="391"/>
        <p:guide orient="horz" pos="392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299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obligatoria de la organización. No se toca. 20 segundos.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0:00:40–0:01:30. Dos preguntas seguidas, sin dejar respirar entre ellas. Si el público no levanta la mano, no insistas: «lo pregunto en todas las sesiones y el resultado es siempre el mismo».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51319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0:01:30–0:02. La cifra no es el punto: el punto es que ya existían.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06152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11:02. El contrato de la sesión: qué vas a poder hacer el lunes. Tres cosas, y las tres pasan por el admin center de Microsoft 365, no por Power Platform.</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5896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11:02:20. Veinte segundos. Se menciona una vez y ya no se vuelve a explicar. Un proceso —devoluciones— y tres agentes: uno de Agent Builder que montó un jefe de tienda, uno de Copilot Studio que montó Operaciones y uno con el Agent SDK de Claude que montó un dev.</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91020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11:02:30–11:04. Si vas tarde, una frase y se salta. Y la diferencia de 2026: crear un agente ya no exige Power Platform. Cualquiera con Copilot Chat lo hace con Agent Builder en dos minutos.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0072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OCULTA para ganar tiempo. Si sobra un minuto en el bloque 1, se puede mostrar.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13106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11:04–11:05:30. Léelos contando con los dedos, medio segundo entre cada uno. «Si habéis marcado tres o más, no tenéis un problema de tecnología: tenéis una jungla.» PRIMERA repetición de la frase ancla en el quinto síntoma: «un agente sin propietario nombrado no es un agente: es una incidencia esperando fecha».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92740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11:05:30–11:06:30. CHECKPOINT 1: deberías estar en 11:06:30. Transición: «si el control sin visibilidad no funciona, ¿por dónde se empieza? Por contar los agentes».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30706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11:06:30–11:08:30. LA SLIDE CENTRAL. Déjala puesta y vuelve a ella con el puntero en cada demo. El mensaje nuevo: la capa de identidad y la de datos están en Microsoft 365, y ahí es donde aparece Agent 365. La de plataforma es Power Platform y la veremos rápido, porque ya la conocéis.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04086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11:08:30–11:09:30. Di el licenciamiento rápido y sin disculparte: es la pregunta número uno del Q&amp;A. «Apuntad la última línea, que es la que os salva de prometer algo que luego no podéis entregar.»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8103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11:09:30–11:11:30. Si mantenéis el CoE Starter Kit solo para inventariar Power Platform, sabed que el inventario que importa ya no está ahí: los agentes de Agent Builder no viven en ningún entorno. La última frase planta la semilla de la demo 4: «guardad esa frase, que volvemos a ella en la última demo».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05217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11:07. Diferenciar capacidades base de Microsoft 365 y las añadidas por Agent 365. No atribuir todo el registro a una licencia Agent 365 ni prometer que E5 por sí solo da todos los insights. La documentación de licencia se revisa por función; consultar apéndice 36.</a:t>
            </a:r>
          </a:p>
          <a:p>
            <a:endParaRPr/>
          </a:p>
          <a:p>
            <a:r>
              <a:t>Referencias oficiales (revisión: 2 de octubre de 2026):</a:t>
            </a:r>
          </a:p>
          <a:p>
            <a:r>
              <a:t>https://learn.microsoft.com/en-us/office365/servicedescriptions/microsoft-agent-365/microsoft-agent-365</a:t>
            </a:r>
          </a:p>
          <a:p>
            <a:r>
              <a:t>https://www.microsoft.com/licensing/faqs/122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11:09. El informe del 2 de octubre cuenta 41 identidades de agente en Entra. No trasladar esa cifra al registro All agents sin comprobarlo: son inventarios de distinta cobertura. Agentes antiguos, conectados y de distintas plataformas pueden tener modelos de identidad diferentes.</a:t>
            </a:r>
          </a:p>
          <a:p>
            <a:endParaRPr/>
          </a:p>
          <a:p>
            <a:r>
              <a:t>Referencias oficiales (revisión: 2 de octubre de 2026):</a:t>
            </a:r>
          </a:p>
          <a:p>
            <a:r>
              <a:t>https://learn.microsoft.com/en-us/microsoft-365/admin/manage/agent-registry?view=o365-worldwide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1 · 11:11:30–11:15:30 · riesgo bajo · plan B: slide oculta siguiente.</a:t>
            </a:r>
          </a:p>
          <a:p>
            <a:r>
              <a:t>Beat 1 (45"): Copilot Chat como Álvaro. Abre «Atajo Devoluciones MAD01», el agente que hizo con Agent Builder en dos minutos y compartió con su equipo. «Así nace un agente hoy: sin pasar por nadie.»</a:t>
            </a:r>
          </a:p>
          <a:p>
            <a:r>
              <a:t>Beat 2 (1:30"): M365 admin center › Agents › All agents. Llega ya filtrado. Están los dos: el de Agent Builder y el Asistente de Devoluciones de Copilot Studio. Abre el de Agent Builder: quién lo creó, con quién está compartido, qué conocimiento usa.</a:t>
            </a:r>
          </a:p>
          <a:p>
            <a:r>
              <a:t>Beat 3 (1:00"): abre el de Copilot Studio: Entra Agent ID, propietario, usuarios, Risks si hay señal. «Dos herramientas, dos makers, una sola lista.»</a:t>
            </a:r>
          </a:p>
          <a:p>
            <a:r>
              <a:t>Beat 4 (45"): «El Asistente lo creó Marta en marzo. Marta pasó a e-commerce en julio. Nadie se lo dijo a este agente.»</a:t>
            </a:r>
          </a:p>
          <a:p>
            <a:r>
              <a:t>CHECKPOINT 2: 11:15:30.</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696953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4 · 11:15:30–11:17:30. «Todo esto ya existía antes de Agent 365, y nada de esto depende de Agent 365.» Dos minutos, sin enamorarse. Lo importante es el matiz: estos controles solo ven lo que se construye en Power Platform. Un agente de Agent Builder o uno externo no vive en ningún entorno, y aquí no aparece.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16010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11:17:30–11:19:30. NO la leas: «esta slide no es para leerla aquí, es para hacerle una foto». Tres segundos de silencio. Lee solo dos filas: Agentes externos (la puerta es el Agent 365 SDK) y Propietario. «Fijaos que las dos filas que más importan son las que no resuelve Power Platform.»</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43481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OCULTA. Su mensaje (carriles, no comités) está ahora en la slide «Lo que ya teníais».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198979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5 · 11:19:30–11:21:30. «Antes de bloquear nada, mirad qué hacen.» La visibilidad va antes que el control, también con el uso.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6562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11:16–11:18. DLP se explica por ubicación, condición, canal y acción; no como un filtro universal de todos los prompts y respuestas. La auditoría no demuestra por sí sola prevención. En el ensayo, la política de IBAN estaba activa, pero no disparó; su causa está pendiente de diagnóstico. DSPM detect sensitive info added to AI sites cubre sitios de IA de terceros, no prueba cobertura de Copilot.</a:t>
            </a:r>
          </a:p>
          <a:p>
            <a:endParaRPr/>
          </a:p>
          <a:p>
            <a:r>
              <a:t>Referencias oficiales (revisión: 2 de octubre de 2026):</a:t>
            </a:r>
          </a:p>
          <a:p>
            <a:r>
              <a:t>https://learn.microsoft.com/en-us/purview/dlp-microsoft365-copilot-location-learn-about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2 · 11:21:30–11:25:30 · riesgo medio · plan B: vídeo en la slide oculta siguiente.</a:t>
            </a:r>
          </a:p>
          <a:p>
            <a:r>
              <a:t>Beat 1 (1:30"): Purview › DSPM for AI › Activity explorer. Interacciones con los agentes de FraSoHome: usuario, agente, prompt, respuesta. Filtra por tipo de información sensible: aparece IBAN. Álvaro pegó la cuenta de un cliente en un agente.</a:t>
            </a:r>
          </a:p>
          <a:p>
            <a:r>
              <a:t>Beat 2 (1:15"): admin center › informe de uso de agentes (o Agent 365 si está disponible): qué agentes se usan y cuáles no. Si el informe aún no tiene datos, dilo: tarda hasta dos días en llegar.</a:t>
            </a:r>
          </a:p>
          <a:p>
            <a:r>
              <a:t>Beat 3 (45"): «Nadie ha revisado estos agentes y ya sé qué hacen con ellos y qué datos tocan. La visibilidad estaba en la capa, no en el agente.»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1547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6 · 11:25:30–11:27:30. SEGUNDA repetición de la frase ancla en «Reasignar». Cierra con el matiz: «quién puede crear y compartir agentes se decide en la configuración de Copilot del admin center. No lo cerréis: limitad con quién se comparte. Si cerráis el playground, la experimentación se va fuera del tenant».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566322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3 · 11:27:30–11:31 · riesgo medio · plan B: capturas en la slide oculta siguiente.</a:t>
            </a:r>
          </a:p>
          <a:p>
            <a:r>
              <a:t>Beat 1 (1:15"): admin center › Agents › Requests. El Asistente de Devoluciones pide publicarse para toda la organización. Abre la solicitud: qué hace, qué conocimiento usa, quién lo pide. Apruébalo o recházalo con motivo.</a:t>
            </a:r>
          </a:p>
          <a:p>
            <a:r>
              <a:t>Beat 2 (1:15"): All agents › «Calculadora de reembolsos (copia)», un duplicado de Agent Builder. Bloquear. Enseña la captura de anoche: para el usuario, el agente ya no está.</a:t>
            </a:r>
          </a:p>
          <a:p>
            <a:r>
              <a:t>Beat 3 (1:00"): admin center › Copilot › Settings: quién puede crear agentes y con quién se pueden compartir. «No os pido que lo cerréis. Os pido que decidáis desde aquí, y no agente a agente.»</a:t>
            </a:r>
          </a:p>
          <a:p>
            <a:r>
              <a:t>CHECKPOINT 3: 11:31.</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063678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11:27–11:29. El SDK actual separa identidad, tooling y notificaciones; la observabilidad se ofrece mediante Microsoft OpenTelemetry Distro. El repositorio ya declara microsoft-opentelemetry&gt;=1.3 e importa microsoft.opentelemetry.a365.core: relacionar estos nombres con la Distro. observability.py es un módulo local, no el nombre del SDK de observabilidad deprecado. No cambiar framework ni afirmar que instalar el SDK basta para el gobierno.</a:t>
            </a:r>
          </a:p>
          <a:p>
            <a:endParaRPr/>
          </a:p>
          <a:p>
            <a:r>
              <a:t>Referencias oficiales (revisión: 2 de octubre de 2026):</a:t>
            </a:r>
          </a:p>
          <a:p>
            <a:r>
              <a:t>https://learn.microsoft.com/en-us/microsoft-agent-365/developer/agent-365-sdk</a:t>
            </a:r>
          </a:p>
          <a:p>
            <a:r>
              <a:t>https://learn.microsoft.com/en-us/microsoft-agent-365/developer/choose-integration-option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7 · 11:31–11:32:30. Si vas tarde, sáltate esta slide y explícalo dentro de la demo.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470457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11:29–11:30. Blueprint: definición y configuración compartida desde la que se crean identidades de agente. Agent ID: identidad concreta que solicita tokens y se reconoce en el tenant. Owner: mantiene el recurso según el servicio. Sponsor: persona responsable asociada al agente. Responsable de negocio: decisión organizativa que debe quedar documentada; no confundirla automáticamente con un campo del portal. En este laboratorio Dev Admin creó los recursos y es sponsor; las personas del escenario son ficticias.</a:t>
            </a:r>
          </a:p>
          <a:p>
            <a:endParaRPr/>
          </a:p>
          <a:p>
            <a:r>
              <a:t>Referencias oficiales (revisión: 2 de octubre de 2026):</a:t>
            </a:r>
          </a:p>
          <a:p>
            <a:r>
              <a:t>https://learn.microsoft.com/en-us/microsoft-agent-365/developer/agent-365-sdk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11:30–11:31. La captura de consentimiento muestra lectura/escritura de correo, envío, chats y archivos. Preguntar qué capacidad del caso justifica cada permiso. Este consentimiento amplio sirve para explicar mínimo privilegio; no pedir a la audiencia que acepte todo. La presentación no ha modificado permisos del tenant.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11:31–11:33. Registry Sync para Anthropic se aplica a Managed Agents hospedados, no descubre este proceso Python local. Su integración y observabilidad tienen condiciones de preview/Frontier; la sincronización es manual. Las acciones de gobierno dependen de lo que expone cada plataforma. Para código propio hay opciones SDK y OpenTelemetry: no decir que el SDK es la única puerta universal. No conectar una plataforma en directo.</a:t>
            </a:r>
          </a:p>
          <a:p>
            <a:endParaRPr/>
          </a:p>
          <a:p>
            <a:r>
              <a:t>Referencias oficiales (revisión: 2 de octubre de 2026):</a:t>
            </a:r>
          </a:p>
          <a:p>
            <a:r>
              <a:t>https://learn.microsoft.com/en-us/microsoft-agent-365/developer/choose-integration-option</a:t>
            </a:r>
          </a:p>
          <a:p>
            <a:r>
              <a:t>https://learn.microsoft.com/en-us/microsoft-agent-365/admin/connected-platforms-anthropic-claude</a:t>
            </a:r>
          </a:p>
          <a:p>
            <a:r>
              <a:t>https://learn.microsoft.com/en-us/microsoft-agent-365/admin/third-party-agent-observability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11:32:30–11:33:30. Misma idea que las component collections, aplicada a la identidad: gobiernas la plantilla, no la instancia. Un agente externo puede llegar a Producción, pero solo con blueprint, identidad, telemetría y propietario. No hay atajo.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636904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4 · 11:33:30–11:38 · riesgo medio · ES EL CIERRE · plan B: terminal grabado en la slide oculta siguiente.</a:t>
            </a:r>
          </a:p>
          <a:p>
            <a:r>
              <a:t>Precondición: fs-triage-devoluciones funcionando (lee el buzón, clasifica, detecta el patrón de hectorvidal) y AUSENTE de All agents. Enseña el .env con sus credenciales.</a:t>
            </a:r>
          </a:p>
          <a:p>
            <a:r>
              <a:t>Beat 1 (1:15"): en Claude Code, «añade observabilidad con OpenTelemetry a este agente». Enseña el diff: solo añade.</a:t>
            </a:r>
          </a:p>
          <a:p>
            <a:r>
              <a:t>Beat 2 (1:15"): SOLO si el tenant tiene Agent 365: registrarlo con su blueprint y los MCP de Work IQ (permisos delegados; con S2S la skill se salta sola). Si no, slide 26 y explícalo.</a:t>
            </a:r>
          </a:p>
          <a:p>
            <a:r>
              <a:t>Beat 3 (1:00"): SOLO si el beat 2 funcionó: All agents con los tres agentes de FraSoHome. Silencio.</a:t>
            </a:r>
          </a:p>
          <a:p>
            <a:r>
              <a:t>Beat 4 (30"): «El control plane no pregunta con qué lo construiste. Pregunta quién eres, qué tocas y quién responde por ti.»</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173407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8 · 11:38–11:40:30. La cadencia sostiene todo: sin ella, el inventario es una foto de un día. FinOps en una línea: Agent 365 se licencia por usuario y los créditos de ejecución van aparte. TERCERA repetición de la frase ancla.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73242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11:38–11:40. Esta cadencia es una propuesta organizativa, no un calendario impuesto por Microsoft. Definir un responsable de cada revisión. Incidentes, nuevos permisos o bajas disparan revisión inmediata según severidad; la reunión periódica no sustituye la respuesta operativa.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11:40–11:41. Volver a la pregunta inicial. No se trata de acumular filas: escoger diez agentes y poder responder quién los mantiene, qué pueden hacer, qué han hecho y cómo se retiran. El número diez es una propuesta de alcance inicial, no un requisito.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11:40:30–11:42. Volvemos al gancho del minuto uno.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437611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11:42–11:43. Aquí va el QR de la checklist 30/60/90. PENDIENTE: insertar el QR en el hueco derecho.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467057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11:43–11:50. CHECKPOINT 4: a las 11:43 estás aquí, hayas terminado o no.</a:t>
            </a:r>
          </a:p>
          <a:p>
            <a:r>
              <a:t>Las que caen: E3 + Copilot no es elegible para Agent 365 · los agentes de Agent Builder aparecen en el admin center aunque no haya Agent 365 · terceros por Registry Sync o SDK · el SDK no obliga a cambiar de framework · gobierno por usuario y créditos aparte · bloquear la creación es el error más caro.</a:t>
            </a:r>
          </a:p>
          <a:p>
            <a:r>
              <a:t>Si nadie pregunta: «¿por dónde empiezo el lunes si solo tengo una hora?» → All agents, filtrar por sin propietario y por compartidos con toda la organización.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94627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de la organización con el QR de feedback. Pídelo explícitamente.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556277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institucional.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30172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3294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5F6F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32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bg>
      <p:bgPr>
        <a:solidFill>
          <a:schemeClr val="tx2"/>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CC494922-A55E-49C2-8326-FC2946D88B72}"/>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lumMod val="85000"/>
                  </a:schemeClr>
                </a:solidFill>
                <a:latin typeface="+mj-lt"/>
                <a:ea typeface="Roboto Condensed" panose="02000000000000000000" pitchFamily="2" charset="0"/>
                <a:cs typeface="Segoe UI" panose="020B0502040204020203" pitchFamily="34" charset="0"/>
              </a:rPr>
              <a:pPr algn="ctr"/>
              <a:t>‹Nº›</a:t>
            </a:fld>
            <a:endParaRPr lang="id-ID" sz="4400" i="0">
              <a:solidFill>
                <a:schemeClr val="bg1">
                  <a:lumMod val="85000"/>
                </a:schemeClr>
              </a:solidFill>
              <a:latin typeface="+mj-lt"/>
              <a:ea typeface="Roboto Condensed" panose="02000000000000000000" pitchFamily="2" charset="0"/>
              <a:cs typeface="Segoe UI" panose="020B0502040204020203" pitchFamily="34" charset="0"/>
            </a:endParaRPr>
          </a:p>
        </p:txBody>
      </p:sp>
      <p:sp>
        <p:nvSpPr>
          <p:cNvPr id="39" name="Freeform: Shape 38">
            <a:extLst>
              <a:ext uri="{FF2B5EF4-FFF2-40B4-BE49-F238E27FC236}">
                <a16:creationId xmlns:a16="http://schemas.microsoft.com/office/drawing/2014/main" id="{E683CE5E-53BD-461A-8676-164941D58FEE}"/>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Imagen 2" descr="Logotipo&#10;&#10;El contenido generado por IA puede ser incorrecto.">
            <a:extLst>
              <a:ext uri="{FF2B5EF4-FFF2-40B4-BE49-F238E27FC236}">
                <a16:creationId xmlns:a16="http://schemas.microsoft.com/office/drawing/2014/main" id="{94873CFB-7DF3-660F-C9A1-0120E8308D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59876DDC-0726-E4BE-8EC5-EE09345D2D2D}"/>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19330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4_Title and Content">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160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8_Title and Content">
    <p:bg>
      <p:bgPr>
        <a:solidFill>
          <a:schemeClr val="accent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201B404-FC71-4854-913A-43B7D14F6885}"/>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21" name="Freeform: Shape 20">
            <a:extLst>
              <a:ext uri="{FF2B5EF4-FFF2-40B4-BE49-F238E27FC236}">
                <a16:creationId xmlns:a16="http://schemas.microsoft.com/office/drawing/2014/main" id="{DCD427C9-3A94-4730-8F39-7F43B5131A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 name="Imagen 1" descr="Logotipo&#10;&#10;El contenido generado por IA puede ser incorrecto.">
            <a:extLst>
              <a:ext uri="{FF2B5EF4-FFF2-40B4-BE49-F238E27FC236}">
                <a16:creationId xmlns:a16="http://schemas.microsoft.com/office/drawing/2014/main" id="{24140CB2-7AD1-9500-ADC4-A040CFB9C7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3" name="TextBox 7">
            <a:extLst>
              <a:ext uri="{FF2B5EF4-FFF2-40B4-BE49-F238E27FC236}">
                <a16:creationId xmlns:a16="http://schemas.microsoft.com/office/drawing/2014/main" id="{F5C26F03-21E6-14B3-7B40-9A37D95EFF81}"/>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47943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bg>
      <p:bgPr>
        <a:solidFill>
          <a:schemeClr val="accent2"/>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201B404-FC71-4854-913A-43B7D14F6885}"/>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21" name="Freeform: Shape 20">
            <a:extLst>
              <a:ext uri="{FF2B5EF4-FFF2-40B4-BE49-F238E27FC236}">
                <a16:creationId xmlns:a16="http://schemas.microsoft.com/office/drawing/2014/main" id="{DCD427C9-3A94-4730-8F39-7F43B5131A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 name="Imagen 1" descr="Logotipo&#10;&#10;El contenido generado por IA puede ser incorrecto.">
            <a:extLst>
              <a:ext uri="{FF2B5EF4-FFF2-40B4-BE49-F238E27FC236}">
                <a16:creationId xmlns:a16="http://schemas.microsoft.com/office/drawing/2014/main" id="{1F412BFD-B8F3-CBA9-0712-BBA9EA5BA0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3" name="TextBox 7">
            <a:extLst>
              <a:ext uri="{FF2B5EF4-FFF2-40B4-BE49-F238E27FC236}">
                <a16:creationId xmlns:a16="http://schemas.microsoft.com/office/drawing/2014/main" id="{B0CFE2DC-EE71-ECB6-E2B5-C1573742BDC0}"/>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5344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bg>
      <p:bgPr>
        <a:solidFill>
          <a:schemeClr val="accent3"/>
        </a:solid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273267EC-349E-4292-B25B-3453C654BEC6}"/>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2"/>
                </a:solidFill>
                <a:latin typeface="+mj-lt"/>
                <a:ea typeface="Roboto Condensed" panose="02000000000000000000" pitchFamily="2" charset="0"/>
                <a:cs typeface="Segoe UI" panose="020B0502040204020203" pitchFamily="34" charset="0"/>
              </a:rPr>
              <a:pPr algn="ctr"/>
              <a:t>‹Nº›</a:t>
            </a:fld>
            <a:endParaRPr lang="id-ID" sz="4400" i="0">
              <a:solidFill>
                <a:schemeClr val="tx2"/>
              </a:solidFill>
              <a:latin typeface="+mj-lt"/>
              <a:ea typeface="Roboto Condensed" panose="02000000000000000000" pitchFamily="2" charset="0"/>
              <a:cs typeface="Segoe UI" panose="020B0502040204020203" pitchFamily="34" charset="0"/>
            </a:endParaRPr>
          </a:p>
        </p:txBody>
      </p:sp>
      <p:sp>
        <p:nvSpPr>
          <p:cNvPr id="43" name="Freeform: Shape 42">
            <a:extLst>
              <a:ext uri="{FF2B5EF4-FFF2-40B4-BE49-F238E27FC236}">
                <a16:creationId xmlns:a16="http://schemas.microsoft.com/office/drawing/2014/main" id="{18807F36-FF45-45E3-8DB9-F81B4A230F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4" name="Imagen 3" descr="Logotipo&#10;&#10;El contenido generado por IA puede ser incorrecto.">
            <a:extLst>
              <a:ext uri="{FF2B5EF4-FFF2-40B4-BE49-F238E27FC236}">
                <a16:creationId xmlns:a16="http://schemas.microsoft.com/office/drawing/2014/main" id="{B1423980-E60F-C8F2-97DC-A467BCD760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701" y="6186386"/>
            <a:ext cx="1324043" cy="276239"/>
          </a:xfrm>
          <a:prstGeom prst="rect">
            <a:avLst/>
          </a:prstGeom>
        </p:spPr>
      </p:pic>
      <p:sp>
        <p:nvSpPr>
          <p:cNvPr id="6" name="TextBox 7">
            <a:extLst>
              <a:ext uri="{FF2B5EF4-FFF2-40B4-BE49-F238E27FC236}">
                <a16:creationId xmlns:a16="http://schemas.microsoft.com/office/drawing/2014/main" id="{4CA5722F-78C2-9A07-4A8F-010F678E1F8E}"/>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tx2"/>
                </a:solidFill>
                <a:latin typeface="Segoe UI" panose="020B0502040204020203" pitchFamily="34" charset="0"/>
                <a:cs typeface="Segoe UI" panose="020B0502040204020203" pitchFamily="34" charset="0"/>
              </a:rPr>
              <a:t>#BizzSummit2026</a:t>
            </a:r>
            <a:endParaRPr lang="en-GB" sz="1100" b="0" dirty="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683226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5_Title and Content">
    <p:bg>
      <p:bgPr>
        <a:solidFill>
          <a:schemeClr val="accent4"/>
        </a:solid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273267EC-349E-4292-B25B-3453C654BEC6}"/>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2"/>
                </a:solidFill>
                <a:latin typeface="+mj-lt"/>
                <a:ea typeface="Roboto Condensed" panose="02000000000000000000" pitchFamily="2" charset="0"/>
                <a:cs typeface="Segoe UI" panose="020B0502040204020203" pitchFamily="34" charset="0"/>
              </a:rPr>
              <a:pPr algn="ctr"/>
              <a:t>‹Nº›</a:t>
            </a:fld>
            <a:endParaRPr lang="id-ID" sz="4400" i="0">
              <a:solidFill>
                <a:schemeClr val="tx2"/>
              </a:solidFill>
              <a:latin typeface="+mj-lt"/>
              <a:ea typeface="Roboto Condensed" panose="02000000000000000000" pitchFamily="2" charset="0"/>
              <a:cs typeface="Segoe UI" panose="020B0502040204020203" pitchFamily="34" charset="0"/>
            </a:endParaRPr>
          </a:p>
        </p:txBody>
      </p:sp>
      <p:sp>
        <p:nvSpPr>
          <p:cNvPr id="43" name="Freeform: Shape 42">
            <a:extLst>
              <a:ext uri="{FF2B5EF4-FFF2-40B4-BE49-F238E27FC236}">
                <a16:creationId xmlns:a16="http://schemas.microsoft.com/office/drawing/2014/main" id="{18807F36-FF45-45E3-8DB9-F81B4A230F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 name="Imagen 1" descr="Logotipo&#10;&#10;El contenido generado por IA puede ser incorrecto.">
            <a:extLst>
              <a:ext uri="{FF2B5EF4-FFF2-40B4-BE49-F238E27FC236}">
                <a16:creationId xmlns:a16="http://schemas.microsoft.com/office/drawing/2014/main" id="{8B08432C-0986-C17D-F9FC-D25DEADC81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701" y="6186386"/>
            <a:ext cx="1324043" cy="276239"/>
          </a:xfrm>
          <a:prstGeom prst="rect">
            <a:avLst/>
          </a:prstGeom>
        </p:spPr>
      </p:pic>
      <p:sp>
        <p:nvSpPr>
          <p:cNvPr id="3" name="TextBox 7">
            <a:extLst>
              <a:ext uri="{FF2B5EF4-FFF2-40B4-BE49-F238E27FC236}">
                <a16:creationId xmlns:a16="http://schemas.microsoft.com/office/drawing/2014/main" id="{7EAFD11C-DBB8-8931-C3B0-9C9F4B57AF0C}"/>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tx2"/>
                </a:solidFill>
                <a:latin typeface="Segoe UI" panose="020B0502040204020203" pitchFamily="34" charset="0"/>
                <a:cs typeface="Segoe UI" panose="020B0502040204020203" pitchFamily="34" charset="0"/>
              </a:rPr>
              <a:t>#BizzSummit2026</a:t>
            </a:r>
            <a:endParaRPr lang="en-GB" sz="1100" b="0" dirty="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8871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and Content">
    <p:bg>
      <p:bgPr>
        <a:solidFill>
          <a:schemeClr val="accent5"/>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CC187EC-8396-4004-B000-A5A19819C533}"/>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2" name="TextBox 20">
            <a:extLst>
              <a:ext uri="{FF2B5EF4-FFF2-40B4-BE49-F238E27FC236}">
                <a16:creationId xmlns:a16="http://schemas.microsoft.com/office/drawing/2014/main" id="{EDBF07B1-5FDD-9993-3E02-02E050663132}"/>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lumMod val="85000"/>
                  </a:schemeClr>
                </a:solidFill>
                <a:latin typeface="+mj-lt"/>
                <a:ea typeface="Roboto Condensed" panose="02000000000000000000" pitchFamily="2" charset="0"/>
                <a:cs typeface="Segoe UI" panose="020B0502040204020203" pitchFamily="34" charset="0"/>
              </a:rPr>
              <a:pPr algn="ctr"/>
              <a:t>‹Nº›</a:t>
            </a:fld>
            <a:endParaRPr lang="id-ID" sz="4400" i="0">
              <a:solidFill>
                <a:schemeClr val="bg1">
                  <a:lumMod val="85000"/>
                </a:schemeClr>
              </a:solidFill>
              <a:latin typeface="+mj-lt"/>
              <a:ea typeface="Roboto Condensed" panose="02000000000000000000" pitchFamily="2" charset="0"/>
              <a:cs typeface="Segoe UI" panose="020B0502040204020203" pitchFamily="34" charset="0"/>
            </a:endParaRPr>
          </a:p>
        </p:txBody>
      </p:sp>
      <p:pic>
        <p:nvPicPr>
          <p:cNvPr id="3" name="Imagen 2" descr="Logotipo&#10;&#10;El contenido generado por IA puede ser incorrecto.">
            <a:extLst>
              <a:ext uri="{FF2B5EF4-FFF2-40B4-BE49-F238E27FC236}">
                <a16:creationId xmlns:a16="http://schemas.microsoft.com/office/drawing/2014/main" id="{59A10549-BE6D-4DE6-BA55-6C74DD12A7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AC87A5F9-FC8B-5E8F-3FF0-2A3D1C468840}"/>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24528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7_Title and Content">
    <p:bg>
      <p:bgPr>
        <a:solidFill>
          <a:schemeClr val="accent6"/>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3C5AD6A4-3D24-4C93-A062-C41B2ADCD69A}"/>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2" name="TextBox 20">
            <a:extLst>
              <a:ext uri="{FF2B5EF4-FFF2-40B4-BE49-F238E27FC236}">
                <a16:creationId xmlns:a16="http://schemas.microsoft.com/office/drawing/2014/main" id="{C9ABBC4F-3FDA-B5CF-4127-630ADCDCE091}"/>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lumMod val="85000"/>
                  </a:schemeClr>
                </a:solidFill>
                <a:latin typeface="+mj-lt"/>
                <a:ea typeface="Roboto Condensed" panose="02000000000000000000" pitchFamily="2" charset="0"/>
                <a:cs typeface="Segoe UI" panose="020B0502040204020203" pitchFamily="34" charset="0"/>
              </a:rPr>
              <a:pPr algn="ctr"/>
              <a:t>‹Nº›</a:t>
            </a:fld>
            <a:endParaRPr lang="id-ID" sz="4400" i="0">
              <a:solidFill>
                <a:schemeClr val="bg1">
                  <a:lumMod val="85000"/>
                </a:schemeClr>
              </a:solidFill>
              <a:latin typeface="+mj-lt"/>
              <a:ea typeface="Roboto Condensed" panose="02000000000000000000" pitchFamily="2" charset="0"/>
              <a:cs typeface="Segoe UI" panose="020B0502040204020203" pitchFamily="34" charset="0"/>
            </a:endParaRPr>
          </a:p>
        </p:txBody>
      </p:sp>
      <p:pic>
        <p:nvPicPr>
          <p:cNvPr id="3" name="Imagen 2" descr="Logotipo&#10;&#10;El contenido generado por IA puede ser incorrecto.">
            <a:extLst>
              <a:ext uri="{FF2B5EF4-FFF2-40B4-BE49-F238E27FC236}">
                <a16:creationId xmlns:a16="http://schemas.microsoft.com/office/drawing/2014/main" id="{B470B9CE-6085-9B6C-69E6-FE2727F016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51172AEB-3DBE-6F89-710E-5F1A6EE7E611}"/>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91675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3_Title and Content">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68526BFF-456B-474A-8BE2-1598D227355E}"/>
              </a:ext>
            </a:extLst>
          </p:cNvPr>
          <p:cNvSpPr/>
          <p:nvPr userDrawn="1"/>
        </p:nvSpPr>
        <p:spPr>
          <a:xfrm>
            <a:off x="-1" y="3"/>
            <a:ext cx="12192000" cy="2211807"/>
          </a:xfrm>
          <a:custGeom>
            <a:avLst/>
            <a:gdLst>
              <a:gd name="connsiteX0" fmla="*/ 8397881 w 12192000"/>
              <a:gd name="connsiteY0" fmla="*/ 1800203 h 2211807"/>
              <a:gd name="connsiteX1" fmla="*/ 8397951 w 12192000"/>
              <a:gd name="connsiteY1" fmla="*/ 1800517 h 2211807"/>
              <a:gd name="connsiteX2" fmla="*/ 8398480 w 12192000"/>
              <a:gd name="connsiteY2" fmla="*/ 1800203 h 2211807"/>
              <a:gd name="connsiteX3" fmla="*/ 3793520 w 12192000"/>
              <a:gd name="connsiteY3" fmla="*/ 1800203 h 2211807"/>
              <a:gd name="connsiteX4" fmla="*/ 3794049 w 12192000"/>
              <a:gd name="connsiteY4" fmla="*/ 1800517 h 2211807"/>
              <a:gd name="connsiteX5" fmla="*/ 3794120 w 12192000"/>
              <a:gd name="connsiteY5" fmla="*/ 1800203 h 2211807"/>
              <a:gd name="connsiteX6" fmla="*/ 0 w 12192000"/>
              <a:gd name="connsiteY6" fmla="*/ 0 h 2211807"/>
              <a:gd name="connsiteX7" fmla="*/ 12192000 w 12192000"/>
              <a:gd name="connsiteY7" fmla="*/ 0 h 2211807"/>
              <a:gd name="connsiteX8" fmla="*/ 12192000 w 12192000"/>
              <a:gd name="connsiteY8" fmla="*/ 1757824 h 2211807"/>
              <a:gd name="connsiteX9" fmla="*/ 12192000 w 12192000"/>
              <a:gd name="connsiteY9" fmla="*/ 1859537 h 2211807"/>
              <a:gd name="connsiteX10" fmla="*/ 12165341 w 12192000"/>
              <a:gd name="connsiteY10" fmla="*/ 1861348 h 2211807"/>
              <a:gd name="connsiteX11" fmla="*/ 11967973 w 12192000"/>
              <a:gd name="connsiteY11" fmla="*/ 1934505 h 2211807"/>
              <a:gd name="connsiteX12" fmla="*/ 11944992 w 12192000"/>
              <a:gd name="connsiteY12" fmla="*/ 1953778 h 2211807"/>
              <a:gd name="connsiteX13" fmla="*/ 11942396 w 12192000"/>
              <a:gd name="connsiteY13" fmla="*/ 1957297 h 2211807"/>
              <a:gd name="connsiteX14" fmla="*/ 11911532 w 12192000"/>
              <a:gd name="connsiteY14" fmla="*/ 1981230 h 2211807"/>
              <a:gd name="connsiteX15" fmla="*/ 11808711 w 12192000"/>
              <a:gd name="connsiteY15" fmla="*/ 2063027 h 2211807"/>
              <a:gd name="connsiteX16" fmla="*/ 11291279 w 12192000"/>
              <a:gd name="connsiteY16" fmla="*/ 2211169 h 2211807"/>
              <a:gd name="connsiteX17" fmla="*/ 10847202 w 12192000"/>
              <a:gd name="connsiteY17" fmla="*/ 2019633 h 2211807"/>
              <a:gd name="connsiteX18" fmla="*/ 10424269 w 12192000"/>
              <a:gd name="connsiteY18" fmla="*/ 1831641 h 2211807"/>
              <a:gd name="connsiteX19" fmla="*/ 10128215 w 12192000"/>
              <a:gd name="connsiteY19" fmla="*/ 1980614 h 2211807"/>
              <a:gd name="connsiteX20" fmla="*/ 9564304 w 12192000"/>
              <a:gd name="connsiteY20" fmla="*/ 2200526 h 2211807"/>
              <a:gd name="connsiteX21" fmla="*/ 9096430 w 12192000"/>
              <a:gd name="connsiteY21" fmla="*/ 2051887 h 2211807"/>
              <a:gd name="connsiteX22" fmla="*/ 9033902 w 12192000"/>
              <a:gd name="connsiteY22" fmla="*/ 1994333 h 2211807"/>
              <a:gd name="connsiteX23" fmla="*/ 8988988 w 12192000"/>
              <a:gd name="connsiteY23" fmla="*/ 1957297 h 2211807"/>
              <a:gd name="connsiteX24" fmla="*/ 8979560 w 12192000"/>
              <a:gd name="connsiteY24" fmla="*/ 1943702 h 2211807"/>
              <a:gd name="connsiteX25" fmla="*/ 8949396 w 12192000"/>
              <a:gd name="connsiteY25" fmla="*/ 1915273 h 2211807"/>
              <a:gd name="connsiteX26" fmla="*/ 8718436 w 12192000"/>
              <a:gd name="connsiteY26" fmla="*/ 1821002 h 2211807"/>
              <a:gd name="connsiteX27" fmla="*/ 8429428 w 12192000"/>
              <a:gd name="connsiteY27" fmla="*/ 1969975 h 2211807"/>
              <a:gd name="connsiteX28" fmla="*/ 7752735 w 12192000"/>
              <a:gd name="connsiteY28" fmla="*/ 2204075 h 2211807"/>
              <a:gd name="connsiteX29" fmla="*/ 7195876 w 12192000"/>
              <a:gd name="connsiteY29" fmla="*/ 1962881 h 2211807"/>
              <a:gd name="connsiteX30" fmla="*/ 6956214 w 12192000"/>
              <a:gd name="connsiteY30" fmla="*/ 1831641 h 2211807"/>
              <a:gd name="connsiteX31" fmla="*/ 6674259 w 12192000"/>
              <a:gd name="connsiteY31" fmla="*/ 1966426 h 2211807"/>
              <a:gd name="connsiteX32" fmla="*/ 6578767 w 12192000"/>
              <a:gd name="connsiteY32" fmla="*/ 2049338 h 2211807"/>
              <a:gd name="connsiteX33" fmla="*/ 6558853 w 12192000"/>
              <a:gd name="connsiteY33" fmla="*/ 2061917 h 2211807"/>
              <a:gd name="connsiteX34" fmla="*/ 6545011 w 12192000"/>
              <a:gd name="connsiteY34" fmla="*/ 2075275 h 2211807"/>
              <a:gd name="connsiteX35" fmla="*/ 6109851 w 12192000"/>
              <a:gd name="connsiteY35" fmla="*/ 2196981 h 2211807"/>
              <a:gd name="connsiteX36" fmla="*/ 6096001 w 12192000"/>
              <a:gd name="connsiteY36" fmla="*/ 2196466 h 2211807"/>
              <a:gd name="connsiteX37" fmla="*/ 6082151 w 12192000"/>
              <a:gd name="connsiteY37" fmla="*/ 2196981 h 2211807"/>
              <a:gd name="connsiteX38" fmla="*/ 5646992 w 12192000"/>
              <a:gd name="connsiteY38" fmla="*/ 2075275 h 2211807"/>
              <a:gd name="connsiteX39" fmla="*/ 5633151 w 12192000"/>
              <a:gd name="connsiteY39" fmla="*/ 2061916 h 2211807"/>
              <a:gd name="connsiteX40" fmla="*/ 5613236 w 12192000"/>
              <a:gd name="connsiteY40" fmla="*/ 2049338 h 2211807"/>
              <a:gd name="connsiteX41" fmla="*/ 5517745 w 12192000"/>
              <a:gd name="connsiteY41" fmla="*/ 1966426 h 2211807"/>
              <a:gd name="connsiteX42" fmla="*/ 5235788 w 12192000"/>
              <a:gd name="connsiteY42" fmla="*/ 1831641 h 2211807"/>
              <a:gd name="connsiteX43" fmla="*/ 4996126 w 12192000"/>
              <a:gd name="connsiteY43" fmla="*/ 1962881 h 2211807"/>
              <a:gd name="connsiteX44" fmla="*/ 4439269 w 12192000"/>
              <a:gd name="connsiteY44" fmla="*/ 2204075 h 2211807"/>
              <a:gd name="connsiteX45" fmla="*/ 3762572 w 12192000"/>
              <a:gd name="connsiteY45" fmla="*/ 1969975 h 2211807"/>
              <a:gd name="connsiteX46" fmla="*/ 3473564 w 12192000"/>
              <a:gd name="connsiteY46" fmla="*/ 1821002 h 2211807"/>
              <a:gd name="connsiteX47" fmla="*/ 3242604 w 12192000"/>
              <a:gd name="connsiteY47" fmla="*/ 1915273 h 2211807"/>
              <a:gd name="connsiteX48" fmla="*/ 3212441 w 12192000"/>
              <a:gd name="connsiteY48" fmla="*/ 1943702 h 2211807"/>
              <a:gd name="connsiteX49" fmla="*/ 3203012 w 12192000"/>
              <a:gd name="connsiteY49" fmla="*/ 1957297 h 2211807"/>
              <a:gd name="connsiteX50" fmla="*/ 3158099 w 12192000"/>
              <a:gd name="connsiteY50" fmla="*/ 1994333 h 2211807"/>
              <a:gd name="connsiteX51" fmla="*/ 3095570 w 12192000"/>
              <a:gd name="connsiteY51" fmla="*/ 2051887 h 2211807"/>
              <a:gd name="connsiteX52" fmla="*/ 2627698 w 12192000"/>
              <a:gd name="connsiteY52" fmla="*/ 2200526 h 2211807"/>
              <a:gd name="connsiteX53" fmla="*/ 2063785 w 12192000"/>
              <a:gd name="connsiteY53" fmla="*/ 1980614 h 2211807"/>
              <a:gd name="connsiteX54" fmla="*/ 1767732 w 12192000"/>
              <a:gd name="connsiteY54" fmla="*/ 1831641 h 2211807"/>
              <a:gd name="connsiteX55" fmla="*/ 1344798 w 12192000"/>
              <a:gd name="connsiteY55" fmla="*/ 2019633 h 2211807"/>
              <a:gd name="connsiteX56" fmla="*/ 900721 w 12192000"/>
              <a:gd name="connsiteY56" fmla="*/ 2211169 h 2211807"/>
              <a:gd name="connsiteX57" fmla="*/ 383289 w 12192000"/>
              <a:gd name="connsiteY57" fmla="*/ 2063027 h 2211807"/>
              <a:gd name="connsiteX58" fmla="*/ 280468 w 12192000"/>
              <a:gd name="connsiteY58" fmla="*/ 1981230 h 2211807"/>
              <a:gd name="connsiteX59" fmla="*/ 249604 w 12192000"/>
              <a:gd name="connsiteY59" fmla="*/ 1957297 h 2211807"/>
              <a:gd name="connsiteX60" fmla="*/ 247008 w 12192000"/>
              <a:gd name="connsiteY60" fmla="*/ 1953778 h 2211807"/>
              <a:gd name="connsiteX61" fmla="*/ 224027 w 12192000"/>
              <a:gd name="connsiteY61" fmla="*/ 1934505 h 2211807"/>
              <a:gd name="connsiteX62" fmla="*/ 26659 w 12192000"/>
              <a:gd name="connsiteY62" fmla="*/ 1861348 h 2211807"/>
              <a:gd name="connsiteX63" fmla="*/ 0 w 12192000"/>
              <a:gd name="connsiteY63" fmla="*/ 1859537 h 2211807"/>
              <a:gd name="connsiteX64" fmla="*/ 0 w 12192000"/>
              <a:gd name="connsiteY64" fmla="*/ 1757824 h 221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192000" h="2211807">
                <a:moveTo>
                  <a:pt x="8397881" y="1800203"/>
                </a:moveTo>
                <a:cubicBezTo>
                  <a:pt x="8397905" y="1800308"/>
                  <a:pt x="8397928" y="1800413"/>
                  <a:pt x="8397951" y="1800517"/>
                </a:cubicBezTo>
                <a:lnTo>
                  <a:pt x="8398480" y="1800203"/>
                </a:lnTo>
                <a:close/>
                <a:moveTo>
                  <a:pt x="3793520" y="1800203"/>
                </a:moveTo>
                <a:lnTo>
                  <a:pt x="3794049" y="1800517"/>
                </a:lnTo>
                <a:cubicBezTo>
                  <a:pt x="3794073" y="1800413"/>
                  <a:pt x="3794095" y="1800308"/>
                  <a:pt x="3794120" y="1800203"/>
                </a:cubicBezTo>
                <a:close/>
                <a:moveTo>
                  <a:pt x="0" y="0"/>
                </a:moveTo>
                <a:lnTo>
                  <a:pt x="12192000" y="0"/>
                </a:lnTo>
                <a:lnTo>
                  <a:pt x="12192000" y="1757824"/>
                </a:lnTo>
                <a:lnTo>
                  <a:pt x="12192000" y="1859537"/>
                </a:lnTo>
                <a:lnTo>
                  <a:pt x="12165341" y="1861348"/>
                </a:lnTo>
                <a:cubicBezTo>
                  <a:pt x="12101901" y="1867998"/>
                  <a:pt x="12024364" y="1886620"/>
                  <a:pt x="11967973" y="1934505"/>
                </a:cubicBezTo>
                <a:lnTo>
                  <a:pt x="11944992" y="1953778"/>
                </a:lnTo>
                <a:lnTo>
                  <a:pt x="11942396" y="1957297"/>
                </a:lnTo>
                <a:lnTo>
                  <a:pt x="11911532" y="1981230"/>
                </a:lnTo>
                <a:lnTo>
                  <a:pt x="11808711" y="2063027"/>
                </a:lnTo>
                <a:cubicBezTo>
                  <a:pt x="11687779" y="2151313"/>
                  <a:pt x="11545039" y="2219148"/>
                  <a:pt x="11291279" y="2211169"/>
                </a:cubicBezTo>
                <a:cubicBezTo>
                  <a:pt x="11100963" y="2207620"/>
                  <a:pt x="10974082" y="2115399"/>
                  <a:pt x="10847202" y="2019633"/>
                </a:cubicBezTo>
                <a:cubicBezTo>
                  <a:pt x="10727367" y="1927411"/>
                  <a:pt x="10593442" y="1831641"/>
                  <a:pt x="10424269" y="1831641"/>
                </a:cubicBezTo>
                <a:cubicBezTo>
                  <a:pt x="10290336" y="1831641"/>
                  <a:pt x="10212801" y="1902581"/>
                  <a:pt x="10128215" y="1980614"/>
                </a:cubicBezTo>
                <a:cubicBezTo>
                  <a:pt x="10008379" y="2090572"/>
                  <a:pt x="9881500" y="2204075"/>
                  <a:pt x="9564304" y="2200526"/>
                </a:cubicBezTo>
                <a:cubicBezTo>
                  <a:pt x="9321117" y="2197868"/>
                  <a:pt x="9192914" y="2131361"/>
                  <a:pt x="9096430" y="2051887"/>
                </a:cubicBezTo>
                <a:lnTo>
                  <a:pt x="9033902" y="1994333"/>
                </a:lnTo>
                <a:lnTo>
                  <a:pt x="8988988" y="1957297"/>
                </a:lnTo>
                <a:lnTo>
                  <a:pt x="8979560" y="1943702"/>
                </a:lnTo>
                <a:lnTo>
                  <a:pt x="8949396" y="1915273"/>
                </a:lnTo>
                <a:cubicBezTo>
                  <a:pt x="8890254" y="1862900"/>
                  <a:pt x="8824169" y="1821002"/>
                  <a:pt x="8718436" y="1821002"/>
                </a:cubicBezTo>
                <a:cubicBezTo>
                  <a:pt x="8598603" y="1817453"/>
                  <a:pt x="8514015" y="1891942"/>
                  <a:pt x="8429428" y="1969975"/>
                </a:cubicBezTo>
                <a:cubicBezTo>
                  <a:pt x="8288451" y="2094117"/>
                  <a:pt x="8140427" y="2232451"/>
                  <a:pt x="7752735" y="2204075"/>
                </a:cubicBezTo>
                <a:cubicBezTo>
                  <a:pt x="7386193" y="2179244"/>
                  <a:pt x="7287509" y="2065741"/>
                  <a:pt x="7195876" y="1962881"/>
                </a:cubicBezTo>
                <a:cubicBezTo>
                  <a:pt x="7139485" y="1899036"/>
                  <a:pt x="7090139" y="1838735"/>
                  <a:pt x="6956214" y="1831641"/>
                </a:cubicBezTo>
                <a:cubicBezTo>
                  <a:pt x="6829334" y="1821002"/>
                  <a:pt x="6758845" y="1891942"/>
                  <a:pt x="6674259" y="1966426"/>
                </a:cubicBezTo>
                <a:cubicBezTo>
                  <a:pt x="6644300" y="1993916"/>
                  <a:pt x="6613461" y="2022292"/>
                  <a:pt x="6578767" y="2049338"/>
                </a:cubicBezTo>
                <a:lnTo>
                  <a:pt x="6558853" y="2061917"/>
                </a:lnTo>
                <a:lnTo>
                  <a:pt x="6545011" y="2075275"/>
                </a:lnTo>
                <a:cubicBezTo>
                  <a:pt x="6465381" y="2141780"/>
                  <a:pt x="6353036" y="2194320"/>
                  <a:pt x="6109851" y="2196981"/>
                </a:cubicBezTo>
                <a:lnTo>
                  <a:pt x="6096001" y="2196466"/>
                </a:lnTo>
                <a:lnTo>
                  <a:pt x="6082151" y="2196981"/>
                </a:lnTo>
                <a:cubicBezTo>
                  <a:pt x="5838966" y="2194320"/>
                  <a:pt x="5726622" y="2141780"/>
                  <a:pt x="5646992" y="2075275"/>
                </a:cubicBezTo>
                <a:lnTo>
                  <a:pt x="5633151" y="2061916"/>
                </a:lnTo>
                <a:lnTo>
                  <a:pt x="5613236" y="2049338"/>
                </a:lnTo>
                <a:cubicBezTo>
                  <a:pt x="5578541" y="2022292"/>
                  <a:pt x="5547703" y="1993916"/>
                  <a:pt x="5517745" y="1966426"/>
                </a:cubicBezTo>
                <a:cubicBezTo>
                  <a:pt x="5433157" y="1891942"/>
                  <a:pt x="5362669" y="1821002"/>
                  <a:pt x="5235788" y="1831641"/>
                </a:cubicBezTo>
                <a:cubicBezTo>
                  <a:pt x="5101862" y="1838735"/>
                  <a:pt x="5052517" y="1899036"/>
                  <a:pt x="4996126" y="1962881"/>
                </a:cubicBezTo>
                <a:cubicBezTo>
                  <a:pt x="4904493" y="2065741"/>
                  <a:pt x="4805811" y="2179244"/>
                  <a:pt x="4439269" y="2204075"/>
                </a:cubicBezTo>
                <a:cubicBezTo>
                  <a:pt x="4051573" y="2232451"/>
                  <a:pt x="3903550" y="2094117"/>
                  <a:pt x="3762572" y="1969975"/>
                </a:cubicBezTo>
                <a:cubicBezTo>
                  <a:pt x="3677986" y="1891942"/>
                  <a:pt x="3593399" y="1817453"/>
                  <a:pt x="3473564" y="1821002"/>
                </a:cubicBezTo>
                <a:cubicBezTo>
                  <a:pt x="3367831" y="1821002"/>
                  <a:pt x="3301747" y="1862900"/>
                  <a:pt x="3242604" y="1915273"/>
                </a:cubicBezTo>
                <a:lnTo>
                  <a:pt x="3212441" y="1943702"/>
                </a:lnTo>
                <a:lnTo>
                  <a:pt x="3203012" y="1957297"/>
                </a:lnTo>
                <a:lnTo>
                  <a:pt x="3158099" y="1994333"/>
                </a:lnTo>
                <a:lnTo>
                  <a:pt x="3095570" y="2051887"/>
                </a:lnTo>
                <a:cubicBezTo>
                  <a:pt x="2999088" y="2131361"/>
                  <a:pt x="2870885" y="2197868"/>
                  <a:pt x="2627698" y="2200526"/>
                </a:cubicBezTo>
                <a:cubicBezTo>
                  <a:pt x="2310501" y="2204075"/>
                  <a:pt x="2183621" y="2090572"/>
                  <a:pt x="2063785" y="1980614"/>
                </a:cubicBezTo>
                <a:cubicBezTo>
                  <a:pt x="1979199" y="1902581"/>
                  <a:pt x="1901665" y="1831641"/>
                  <a:pt x="1767732" y="1831641"/>
                </a:cubicBezTo>
                <a:cubicBezTo>
                  <a:pt x="1598560" y="1831641"/>
                  <a:pt x="1464634" y="1927411"/>
                  <a:pt x="1344798" y="2019633"/>
                </a:cubicBezTo>
                <a:cubicBezTo>
                  <a:pt x="1217918" y="2115399"/>
                  <a:pt x="1091038" y="2207620"/>
                  <a:pt x="900721" y="2211169"/>
                </a:cubicBezTo>
                <a:cubicBezTo>
                  <a:pt x="646961" y="2219148"/>
                  <a:pt x="504221" y="2151313"/>
                  <a:pt x="383289" y="2063027"/>
                </a:cubicBezTo>
                <a:lnTo>
                  <a:pt x="280468" y="1981230"/>
                </a:lnTo>
                <a:lnTo>
                  <a:pt x="249604" y="1957297"/>
                </a:lnTo>
                <a:lnTo>
                  <a:pt x="247008" y="1953778"/>
                </a:lnTo>
                <a:lnTo>
                  <a:pt x="224027" y="1934505"/>
                </a:lnTo>
                <a:cubicBezTo>
                  <a:pt x="167637" y="1886620"/>
                  <a:pt x="90099" y="1867998"/>
                  <a:pt x="26659" y="1861348"/>
                </a:cubicBezTo>
                <a:lnTo>
                  <a:pt x="0" y="1859537"/>
                </a:lnTo>
                <a:lnTo>
                  <a:pt x="0" y="175782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800"/>
          </a:p>
        </p:txBody>
      </p:sp>
    </p:spTree>
    <p:extLst>
      <p:ext uri="{BB962C8B-B14F-4D97-AF65-F5344CB8AC3E}">
        <p14:creationId xmlns:p14="http://schemas.microsoft.com/office/powerpoint/2010/main" val="51223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750" fill="hold"/>
                                        <p:tgtEl>
                                          <p:spTgt spid="15"/>
                                        </p:tgtEl>
                                        <p:attrNameLst>
                                          <p:attrName>ppt_x</p:attrName>
                                        </p:attrNameLst>
                                      </p:cBhvr>
                                      <p:tavLst>
                                        <p:tav tm="0">
                                          <p:val>
                                            <p:strVal val="#ppt_x"/>
                                          </p:val>
                                        </p:tav>
                                        <p:tav tm="100000">
                                          <p:val>
                                            <p:strVal val="#ppt_x"/>
                                          </p:val>
                                        </p:tav>
                                      </p:tavLst>
                                    </p:anim>
                                    <p:anim calcmode="lin" valueType="num">
                                      <p:cBhvr additive="base">
                                        <p:cTn id="8" dur="750" fill="hold"/>
                                        <p:tgtEl>
                                          <p:spTgt spid="1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5_Title and Content">
    <p:bg>
      <p:bgPr>
        <a:solidFill>
          <a:schemeClr val="accent1"/>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E958EC9E-3F14-450E-9500-CDF654A46AD6}"/>
              </a:ext>
            </a:extLst>
          </p:cNvPr>
          <p:cNvSpPr/>
          <p:nvPr userDrawn="1"/>
        </p:nvSpPr>
        <p:spPr>
          <a:xfrm>
            <a:off x="-1" y="5752095"/>
            <a:ext cx="12192000" cy="1105905"/>
          </a:xfrm>
          <a:custGeom>
            <a:avLst/>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4A88D286-33BB-432A-A5E6-3B9AF3174ED5}"/>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pic>
        <p:nvPicPr>
          <p:cNvPr id="20" name="Imagen 19" descr="Logotipo&#10;&#10;El contenido generado por IA puede ser incorrecto.">
            <a:extLst>
              <a:ext uri="{FF2B5EF4-FFF2-40B4-BE49-F238E27FC236}">
                <a16:creationId xmlns:a16="http://schemas.microsoft.com/office/drawing/2014/main" id="{A3229568-CFE9-C263-9D88-DAE462D8B7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21" name="TextBox 7">
            <a:extLst>
              <a:ext uri="{FF2B5EF4-FFF2-40B4-BE49-F238E27FC236}">
                <a16:creationId xmlns:a16="http://schemas.microsoft.com/office/drawing/2014/main" id="{7BDB49E4-15BE-F72F-1F12-B1BF7F04C42F}"/>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12780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5_Title and Content">
    <p:bg>
      <p:bgPr>
        <a:solidFill>
          <a:schemeClr val="accent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0BE1C5B-722C-4D47-B5C5-1D4825AFF556}"/>
              </a:ext>
            </a:extLst>
          </p:cNvPr>
          <p:cNvSpPr/>
          <p:nvPr userDrawn="1"/>
        </p:nvSpPr>
        <p:spPr>
          <a:xfrm>
            <a:off x="-1" y="5752095"/>
            <a:ext cx="12192000" cy="1105905"/>
          </a:xfrm>
          <a:custGeom>
            <a:avLst/>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32">
            <a:extLst>
              <a:ext uri="{FF2B5EF4-FFF2-40B4-BE49-F238E27FC236}">
                <a16:creationId xmlns:a16="http://schemas.microsoft.com/office/drawing/2014/main" id="{0DA2FAAA-E96F-C2C3-4884-5874A3AEEFF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2"/>
                </a:solidFill>
                <a:latin typeface="+mj-lt"/>
                <a:ea typeface="Roboto Condensed" panose="02000000000000000000" pitchFamily="2" charset="0"/>
                <a:cs typeface="Segoe UI" panose="020B0502040204020203" pitchFamily="34" charset="0"/>
              </a:rPr>
              <a:pPr algn="ctr"/>
              <a:t>‹Nº›</a:t>
            </a:fld>
            <a:endParaRPr lang="id-ID" sz="4400" i="0">
              <a:solidFill>
                <a:schemeClr val="tx2"/>
              </a:solidFill>
              <a:latin typeface="+mj-lt"/>
              <a:ea typeface="Roboto Condensed" panose="02000000000000000000" pitchFamily="2" charset="0"/>
              <a:cs typeface="Segoe UI" panose="020B0502040204020203" pitchFamily="34" charset="0"/>
            </a:endParaRPr>
          </a:p>
        </p:txBody>
      </p:sp>
      <p:pic>
        <p:nvPicPr>
          <p:cNvPr id="4" name="Imagen 3" descr="Logotipo&#10;&#10;El contenido generado por IA puede ser incorrecto.">
            <a:extLst>
              <a:ext uri="{FF2B5EF4-FFF2-40B4-BE49-F238E27FC236}">
                <a16:creationId xmlns:a16="http://schemas.microsoft.com/office/drawing/2014/main" id="{4F6E8475-6D4C-35BB-F44B-38F7828C81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701" y="6186386"/>
            <a:ext cx="1324043" cy="276239"/>
          </a:xfrm>
          <a:prstGeom prst="rect">
            <a:avLst/>
          </a:prstGeom>
        </p:spPr>
      </p:pic>
      <p:sp>
        <p:nvSpPr>
          <p:cNvPr id="5" name="TextBox 7">
            <a:extLst>
              <a:ext uri="{FF2B5EF4-FFF2-40B4-BE49-F238E27FC236}">
                <a16:creationId xmlns:a16="http://schemas.microsoft.com/office/drawing/2014/main" id="{29D554BE-00B7-947B-6648-196C8D0032B5}"/>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tx2"/>
                </a:solidFill>
                <a:latin typeface="Segoe UI" panose="020B0502040204020203" pitchFamily="34" charset="0"/>
                <a:cs typeface="Segoe UI" panose="020B0502040204020203" pitchFamily="34" charset="0"/>
              </a:rPr>
              <a:t>#BizzSummit2026</a:t>
            </a:r>
            <a:endParaRPr lang="en-GB" sz="1100" b="0" dirty="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08584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7_Title and Content">
    <p:bg>
      <p:bgPr>
        <a:solidFill>
          <a:schemeClr val="accent4"/>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25C40A2C-1A75-42B4-A826-D4B6683EECD3}"/>
              </a:ext>
            </a:extLst>
          </p:cNvPr>
          <p:cNvSpPr/>
          <p:nvPr userDrawn="1"/>
        </p:nvSpPr>
        <p:spPr>
          <a:xfrm>
            <a:off x="-1" y="5752095"/>
            <a:ext cx="12192000" cy="1105905"/>
          </a:xfrm>
          <a:custGeom>
            <a:avLst/>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701D8835-7059-42EE-8C09-298010F7425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pic>
        <p:nvPicPr>
          <p:cNvPr id="3" name="Imagen 2" descr="Logotipo&#10;&#10;El contenido generado por IA puede ser incorrecto.">
            <a:extLst>
              <a:ext uri="{FF2B5EF4-FFF2-40B4-BE49-F238E27FC236}">
                <a16:creationId xmlns:a16="http://schemas.microsoft.com/office/drawing/2014/main" id="{807B3481-7280-435B-9BDA-A42611ACA8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A1A2E521-25F1-66D1-9E4F-68A98A499769}"/>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225977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0_Title and Content">
    <p:bg>
      <p:bgPr>
        <a:solidFill>
          <a:schemeClr val="accent1"/>
        </a:solidFill>
        <a:effectLst/>
      </p:bgPr>
    </p:bg>
    <p:spTree>
      <p:nvGrpSpPr>
        <p:cNvPr id="1" name=""/>
        <p:cNvGrpSpPr/>
        <p:nvPr/>
      </p:nvGrpSpPr>
      <p:grpSpPr>
        <a:xfrm>
          <a:off x="0" y="0"/>
          <a:ext cx="0" cy="0"/>
          <a:chOff x="0" y="0"/>
          <a:chExt cx="0" cy="0"/>
        </a:xfrm>
      </p:grpSpPr>
      <p:pic>
        <p:nvPicPr>
          <p:cNvPr id="43" name="Gráfico 42">
            <a:extLst>
              <a:ext uri="{FF2B5EF4-FFF2-40B4-BE49-F238E27FC236}">
                <a16:creationId xmlns:a16="http://schemas.microsoft.com/office/drawing/2014/main" id="{82BABB31-EFC0-5FEC-6279-07B92A8F952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74460" y="136854"/>
            <a:ext cx="758823" cy="834705"/>
          </a:xfrm>
          <a:prstGeom prst="rect">
            <a:avLst/>
          </a:prstGeom>
        </p:spPr>
      </p:pic>
      <p:pic>
        <p:nvPicPr>
          <p:cNvPr id="42" name="Gráfico 41">
            <a:extLst>
              <a:ext uri="{FF2B5EF4-FFF2-40B4-BE49-F238E27FC236}">
                <a16:creationId xmlns:a16="http://schemas.microsoft.com/office/drawing/2014/main" id="{5BD2FB50-F703-20A9-33BF-DC2B0CC8C7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143567" y="592634"/>
            <a:ext cx="758823" cy="834705"/>
          </a:xfrm>
          <a:prstGeom prst="rect">
            <a:avLst/>
          </a:prstGeom>
        </p:spPr>
      </p:pic>
      <p:pic>
        <p:nvPicPr>
          <p:cNvPr id="41" name="Gráfico 40">
            <a:extLst>
              <a:ext uri="{FF2B5EF4-FFF2-40B4-BE49-F238E27FC236}">
                <a16:creationId xmlns:a16="http://schemas.microsoft.com/office/drawing/2014/main" id="{946130A8-6F2D-0155-3AB2-75FE0DE63E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19367" y="1496539"/>
            <a:ext cx="758823" cy="834705"/>
          </a:xfrm>
          <a:prstGeom prst="rect">
            <a:avLst/>
          </a:prstGeom>
        </p:spPr>
      </p:pic>
      <p:pic>
        <p:nvPicPr>
          <p:cNvPr id="34" name="Gráfico 33">
            <a:extLst>
              <a:ext uri="{FF2B5EF4-FFF2-40B4-BE49-F238E27FC236}">
                <a16:creationId xmlns:a16="http://schemas.microsoft.com/office/drawing/2014/main" id="{6998DD76-0C5A-8F80-9901-D926DA0AC70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64089" y="2901436"/>
            <a:ext cx="758823" cy="834705"/>
          </a:xfrm>
          <a:prstGeom prst="rect">
            <a:avLst/>
          </a:prstGeom>
        </p:spPr>
      </p:pic>
      <p:pic>
        <p:nvPicPr>
          <p:cNvPr id="38" name="Gráfico 37">
            <a:extLst>
              <a:ext uri="{FF2B5EF4-FFF2-40B4-BE49-F238E27FC236}">
                <a16:creationId xmlns:a16="http://schemas.microsoft.com/office/drawing/2014/main" id="{43D2004D-CEDB-248B-A3D6-46FD49B8A36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88290" y="2062821"/>
            <a:ext cx="758823" cy="834705"/>
          </a:xfrm>
          <a:prstGeom prst="rect">
            <a:avLst/>
          </a:prstGeom>
        </p:spPr>
      </p:pic>
      <p:pic>
        <p:nvPicPr>
          <p:cNvPr id="22" name="Gráfico 21">
            <a:extLst>
              <a:ext uri="{FF2B5EF4-FFF2-40B4-BE49-F238E27FC236}">
                <a16:creationId xmlns:a16="http://schemas.microsoft.com/office/drawing/2014/main" id="{2B04BF0E-9AA3-41D4-502A-D57432CE7EA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69880" y="4875653"/>
            <a:ext cx="758823" cy="834705"/>
          </a:xfrm>
          <a:prstGeom prst="rect">
            <a:avLst/>
          </a:prstGeom>
        </p:spPr>
      </p:pic>
      <p:pic>
        <p:nvPicPr>
          <p:cNvPr id="23" name="Gráfico 22">
            <a:extLst>
              <a:ext uri="{FF2B5EF4-FFF2-40B4-BE49-F238E27FC236}">
                <a16:creationId xmlns:a16="http://schemas.microsoft.com/office/drawing/2014/main" id="{7543CBD1-D475-BDBE-76EF-ACA26EEA3F3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7" y="175948"/>
            <a:ext cx="758823" cy="834705"/>
          </a:xfrm>
          <a:prstGeom prst="rect">
            <a:avLst/>
          </a:prstGeom>
        </p:spPr>
      </p:pic>
      <p:pic>
        <p:nvPicPr>
          <p:cNvPr id="24" name="Gráfico 23">
            <a:extLst>
              <a:ext uri="{FF2B5EF4-FFF2-40B4-BE49-F238E27FC236}">
                <a16:creationId xmlns:a16="http://schemas.microsoft.com/office/drawing/2014/main" id="{871020DA-ADAB-667F-3BBB-2BDCB31BB0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7" y="1527883"/>
            <a:ext cx="758823" cy="834705"/>
          </a:xfrm>
          <a:prstGeom prst="rect">
            <a:avLst/>
          </a:prstGeom>
        </p:spPr>
      </p:pic>
      <p:pic>
        <p:nvPicPr>
          <p:cNvPr id="25" name="Gráfico 24">
            <a:extLst>
              <a:ext uri="{FF2B5EF4-FFF2-40B4-BE49-F238E27FC236}">
                <a16:creationId xmlns:a16="http://schemas.microsoft.com/office/drawing/2014/main" id="{509910C1-DBA0-7176-DC05-E2174CFFD8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6" y="2879818"/>
            <a:ext cx="758823" cy="834705"/>
          </a:xfrm>
          <a:prstGeom prst="rect">
            <a:avLst/>
          </a:prstGeom>
        </p:spPr>
      </p:pic>
      <p:pic>
        <p:nvPicPr>
          <p:cNvPr id="26" name="Gráfico 25">
            <a:extLst>
              <a:ext uri="{FF2B5EF4-FFF2-40B4-BE49-F238E27FC236}">
                <a16:creationId xmlns:a16="http://schemas.microsoft.com/office/drawing/2014/main" id="{BA6D8F69-C275-8013-3C1B-FDCC8C612B9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5" y="4182132"/>
            <a:ext cx="758823" cy="834705"/>
          </a:xfrm>
          <a:prstGeom prst="rect">
            <a:avLst/>
          </a:prstGeom>
        </p:spPr>
      </p:pic>
      <p:pic>
        <p:nvPicPr>
          <p:cNvPr id="27" name="Gráfico 26">
            <a:extLst>
              <a:ext uri="{FF2B5EF4-FFF2-40B4-BE49-F238E27FC236}">
                <a16:creationId xmlns:a16="http://schemas.microsoft.com/office/drawing/2014/main" id="{8413D9D1-9970-00A4-5D9E-A34A2C5E207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5" y="5464041"/>
            <a:ext cx="758823" cy="834705"/>
          </a:xfrm>
          <a:prstGeom prst="rect">
            <a:avLst/>
          </a:prstGeom>
        </p:spPr>
      </p:pic>
      <p:pic>
        <p:nvPicPr>
          <p:cNvPr id="28" name="Gráfico 27">
            <a:extLst>
              <a:ext uri="{FF2B5EF4-FFF2-40B4-BE49-F238E27FC236}">
                <a16:creationId xmlns:a16="http://schemas.microsoft.com/office/drawing/2014/main" id="{73C2CFE4-CDFB-BB67-0158-07A9CFA6300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80087" y="623978"/>
            <a:ext cx="758823" cy="834705"/>
          </a:xfrm>
          <a:prstGeom prst="rect">
            <a:avLst/>
          </a:prstGeom>
        </p:spPr>
      </p:pic>
      <p:pic>
        <p:nvPicPr>
          <p:cNvPr id="29" name="Gráfico 28">
            <a:extLst>
              <a:ext uri="{FF2B5EF4-FFF2-40B4-BE49-F238E27FC236}">
                <a16:creationId xmlns:a16="http://schemas.microsoft.com/office/drawing/2014/main" id="{2439A869-0973-59AF-2465-7A37754F436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80087" y="2041203"/>
            <a:ext cx="758823" cy="834705"/>
          </a:xfrm>
          <a:prstGeom prst="rect">
            <a:avLst/>
          </a:prstGeom>
        </p:spPr>
      </p:pic>
      <p:pic>
        <p:nvPicPr>
          <p:cNvPr id="30" name="Gráfico 29">
            <a:extLst>
              <a:ext uri="{FF2B5EF4-FFF2-40B4-BE49-F238E27FC236}">
                <a16:creationId xmlns:a16="http://schemas.microsoft.com/office/drawing/2014/main" id="{2EDB9B62-964A-6F6C-6670-A3F4C64DA11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69881" y="3458428"/>
            <a:ext cx="758823" cy="834705"/>
          </a:xfrm>
          <a:prstGeom prst="rect">
            <a:avLst/>
          </a:prstGeom>
        </p:spPr>
      </p:pic>
      <p:pic>
        <p:nvPicPr>
          <p:cNvPr id="21" name="Gráfico 20">
            <a:extLst>
              <a:ext uri="{FF2B5EF4-FFF2-40B4-BE49-F238E27FC236}">
                <a16:creationId xmlns:a16="http://schemas.microsoft.com/office/drawing/2014/main" id="{1736F478-4162-E03A-7795-7E197078E3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28563" y="4897271"/>
            <a:ext cx="758823" cy="834705"/>
          </a:xfrm>
          <a:prstGeom prst="rect">
            <a:avLst/>
          </a:prstGeom>
        </p:spPr>
      </p:pic>
      <p:sp>
        <p:nvSpPr>
          <p:cNvPr id="5" name="Freeform: Shape 4">
            <a:extLst>
              <a:ext uri="{FF2B5EF4-FFF2-40B4-BE49-F238E27FC236}">
                <a16:creationId xmlns:a16="http://schemas.microsoft.com/office/drawing/2014/main" id="{FA5ABEC9-A48E-4837-84A8-595077944381}"/>
              </a:ext>
            </a:extLst>
          </p:cNvPr>
          <p:cNvSpPr/>
          <p:nvPr userDrawn="1"/>
        </p:nvSpPr>
        <p:spPr>
          <a:xfrm flipV="1">
            <a:off x="1" y="0"/>
            <a:ext cx="12192000" cy="6858000"/>
          </a:xfrm>
          <a:custGeom>
            <a:avLst/>
            <a:gdLst>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3418462 w 12192000"/>
              <a:gd name="connsiteY3" fmla="*/ 1259120 h 6858000"/>
              <a:gd name="connsiteX4" fmla="*/ 3418618 w 12192000"/>
              <a:gd name="connsiteY4" fmla="*/ 1259993 h 6858000"/>
              <a:gd name="connsiteX5" fmla="*/ 3419024 w 12192000"/>
              <a:gd name="connsiteY5" fmla="*/ 1259444 h 6858000"/>
              <a:gd name="connsiteX6" fmla="*/ 7965465 w 12192000"/>
              <a:gd name="connsiteY6" fmla="*/ 0 h 6858000"/>
              <a:gd name="connsiteX7" fmla="*/ 12192000 w 12192000"/>
              <a:gd name="connsiteY7" fmla="*/ 0 h 6858000"/>
              <a:gd name="connsiteX8" fmla="*/ 12192000 w 12192000"/>
              <a:gd name="connsiteY8" fmla="*/ 6858000 h 6858000"/>
              <a:gd name="connsiteX9" fmla="*/ 11453891 w 12192000"/>
              <a:gd name="connsiteY9" fmla="*/ 6858000 h 6858000"/>
              <a:gd name="connsiteX10" fmla="*/ 11412751 w 12192000"/>
              <a:gd name="connsiteY10" fmla="*/ 6815162 h 6858000"/>
              <a:gd name="connsiteX11" fmla="*/ 11289597 w 12192000"/>
              <a:gd name="connsiteY11" fmla="*/ 6217433 h 6858000"/>
              <a:gd name="connsiteX12" fmla="*/ 11169959 w 12192000"/>
              <a:gd name="connsiteY12" fmla="*/ 5812733 h 6858000"/>
              <a:gd name="connsiteX13" fmla="*/ 10803229 w 12192000"/>
              <a:gd name="connsiteY13" fmla="*/ 5927798 h 6858000"/>
              <a:gd name="connsiteX14" fmla="*/ 10019849 w 12192000"/>
              <a:gd name="connsiteY14" fmla="*/ 6076112 h 6858000"/>
              <a:gd name="connsiteX15" fmla="*/ 9636342 w 12192000"/>
              <a:gd name="connsiteY15" fmla="*/ 5271760 h 6858000"/>
              <a:gd name="connsiteX16" fmla="*/ 9525372 w 12192000"/>
              <a:gd name="connsiteY16" fmla="*/ 4836737 h 6858000"/>
              <a:gd name="connsiteX17" fmla="*/ 9206679 w 12192000"/>
              <a:gd name="connsiteY17" fmla="*/ 4887483 h 6858000"/>
              <a:gd name="connsiteX18" fmla="*/ 9147680 w 12192000"/>
              <a:gd name="connsiteY18" fmla="*/ 4924210 h 6858000"/>
              <a:gd name="connsiteX19" fmla="*/ 9124161 w 12192000"/>
              <a:gd name="connsiteY19" fmla="*/ 4944484 h 6858000"/>
              <a:gd name="connsiteX20" fmla="*/ 9042018 w 12192000"/>
              <a:gd name="connsiteY20" fmla="*/ 4989282 h 6858000"/>
              <a:gd name="connsiteX21" fmla="*/ 8921199 w 12192000"/>
              <a:gd name="connsiteY21" fmla="*/ 5062844 h 6858000"/>
              <a:gd name="connsiteX22" fmla="*/ 8321246 w 12192000"/>
              <a:gd name="connsiteY22" fmla="*/ 5086583 h 6858000"/>
              <a:gd name="connsiteX23" fmla="*/ 8028426 w 12192000"/>
              <a:gd name="connsiteY23" fmla="*/ 4369922 h 6858000"/>
              <a:gd name="connsiteX24" fmla="*/ 7910835 w 12192000"/>
              <a:gd name="connsiteY24" fmla="*/ 3931077 h 6858000"/>
              <a:gd name="connsiteX25" fmla="*/ 7310682 w 12192000"/>
              <a:gd name="connsiteY25" fmla="*/ 4052693 h 6858000"/>
              <a:gd name="connsiteX26" fmla="*/ 6686835 w 12192000"/>
              <a:gd name="connsiteY26" fmla="*/ 4169457 h 6858000"/>
              <a:gd name="connsiteX27" fmla="*/ 6360308 w 12192000"/>
              <a:gd name="connsiteY27" fmla="*/ 3612051 h 6858000"/>
              <a:gd name="connsiteX28" fmla="*/ 6351881 w 12192000"/>
              <a:gd name="connsiteY28" fmla="*/ 3403504 h 6858000"/>
              <a:gd name="connsiteX29" fmla="*/ 6348681 w 12192000"/>
              <a:gd name="connsiteY29" fmla="*/ 3342060 h 6858000"/>
              <a:gd name="connsiteX30" fmla="*/ 6350035 w 12192000"/>
              <a:gd name="connsiteY30" fmla="*/ 3334078 h 6858000"/>
              <a:gd name="connsiteX31" fmla="*/ 6349219 w 12192000"/>
              <a:gd name="connsiteY31" fmla="*/ 3285618 h 6858000"/>
              <a:gd name="connsiteX32" fmla="*/ 6242624 w 12192000"/>
              <a:gd name="connsiteY32" fmla="*/ 3041905 h 6858000"/>
              <a:gd name="connsiteX33" fmla="*/ 6219524 w 12192000"/>
              <a:gd name="connsiteY33" fmla="*/ 3024059 h 6858000"/>
              <a:gd name="connsiteX34" fmla="*/ 6329195 w 12192000"/>
              <a:gd name="connsiteY34" fmla="*/ 2834103 h 6858000"/>
              <a:gd name="connsiteX35" fmla="*/ 0 w 12192000"/>
              <a:gd name="connsiteY35" fmla="*/ 0 h 6858000"/>
              <a:gd name="connsiteX36" fmla="*/ 7965461 w 12192000"/>
              <a:gd name="connsiteY36" fmla="*/ 0 h 6858000"/>
              <a:gd name="connsiteX37" fmla="*/ 6331536 w 12192000"/>
              <a:gd name="connsiteY37" fmla="*/ 2830043 h 6858000"/>
              <a:gd name="connsiteX38" fmla="*/ 6210400 w 12192000"/>
              <a:gd name="connsiteY38" fmla="*/ 3039855 h 6858000"/>
              <a:gd name="connsiteX39" fmla="*/ 6153762 w 12192000"/>
              <a:gd name="connsiteY39" fmla="*/ 3040629 h 6858000"/>
              <a:gd name="connsiteX40" fmla="*/ 5850888 w 12192000"/>
              <a:gd name="connsiteY40" fmla="*/ 3174553 h 6858000"/>
              <a:gd name="connsiteX41" fmla="*/ 5167421 w 12192000"/>
              <a:gd name="connsiteY41" fmla="*/ 3256896 h 6858000"/>
              <a:gd name="connsiteX42" fmla="*/ 4859578 w 12192000"/>
              <a:gd name="connsiteY42" fmla="*/ 2505059 h 6858000"/>
              <a:gd name="connsiteX43" fmla="*/ 4739941 w 12192000"/>
              <a:gd name="connsiteY43" fmla="*/ 2100360 h 6858000"/>
              <a:gd name="connsiteX44" fmla="*/ 4373210 w 12192000"/>
              <a:gd name="connsiteY44" fmla="*/ 2215424 h 6858000"/>
              <a:gd name="connsiteX45" fmla="*/ 3589832 w 12192000"/>
              <a:gd name="connsiteY45" fmla="*/ 2363739 h 6858000"/>
              <a:gd name="connsiteX46" fmla="*/ 3206324 w 12192000"/>
              <a:gd name="connsiteY46" fmla="*/ 1559387 h 6858000"/>
              <a:gd name="connsiteX47" fmla="*/ 3095355 w 12192000"/>
              <a:gd name="connsiteY47" fmla="*/ 1124364 h 6858000"/>
              <a:gd name="connsiteX48" fmla="*/ 2776662 w 12192000"/>
              <a:gd name="connsiteY48" fmla="*/ 1175111 h 6858000"/>
              <a:gd name="connsiteX49" fmla="*/ 2717662 w 12192000"/>
              <a:gd name="connsiteY49" fmla="*/ 1211837 h 6858000"/>
              <a:gd name="connsiteX50" fmla="*/ 2694143 w 12192000"/>
              <a:gd name="connsiteY50" fmla="*/ 1232111 h 6858000"/>
              <a:gd name="connsiteX51" fmla="*/ 2612003 w 12192000"/>
              <a:gd name="connsiteY51" fmla="*/ 1276911 h 6858000"/>
              <a:gd name="connsiteX52" fmla="*/ 2491182 w 12192000"/>
              <a:gd name="connsiteY52" fmla="*/ 1350471 h 6858000"/>
              <a:gd name="connsiteX53" fmla="*/ 1891229 w 12192000"/>
              <a:gd name="connsiteY53" fmla="*/ 1374211 h 6858000"/>
              <a:gd name="connsiteX54" fmla="*/ 1598408 w 12192000"/>
              <a:gd name="connsiteY54" fmla="*/ 657549 h 6858000"/>
              <a:gd name="connsiteX55" fmla="*/ 1480818 w 12192000"/>
              <a:gd name="connsiteY55" fmla="*/ 218704 h 6858000"/>
              <a:gd name="connsiteX56" fmla="*/ 880664 w 12192000"/>
              <a:gd name="connsiteY56" fmla="*/ 340320 h 6858000"/>
              <a:gd name="connsiteX57" fmla="*/ 256820 w 12192000"/>
              <a:gd name="connsiteY57" fmla="*/ 457086 h 6858000"/>
              <a:gd name="connsiteX58" fmla="*/ 7821 w 12192000"/>
              <a:gd name="connsiteY58" fmla="*/ 218775 h 6858000"/>
              <a:gd name="connsiteX59" fmla="*/ 0 w 12192000"/>
              <a:gd name="connsiteY59" fmla="*/ 200305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2624 w 12192000"/>
              <a:gd name="connsiteY34" fmla="*/ 3041905 h 6858000"/>
              <a:gd name="connsiteX35" fmla="*/ 6207618 w 12192000"/>
              <a:gd name="connsiteY35" fmla="*/ 3043109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37861 w 12192000"/>
              <a:gd name="connsiteY34" fmla="*/ 3046668 h 6858000"/>
              <a:gd name="connsiteX35" fmla="*/ 6207618 w 12192000"/>
              <a:gd name="connsiteY35" fmla="*/ 3043109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2192000" h="6858000">
                <a:moveTo>
                  <a:pt x="9848479" y="4971492"/>
                </a:moveTo>
                <a:lnTo>
                  <a:pt x="9848637" y="4972367"/>
                </a:lnTo>
                <a:lnTo>
                  <a:pt x="9849043" y="4971818"/>
                </a:lnTo>
                <a:lnTo>
                  <a:pt x="9848479" y="4971492"/>
                </a:lnTo>
                <a:close/>
                <a:moveTo>
                  <a:pt x="3418462" y="1259120"/>
                </a:moveTo>
                <a:lnTo>
                  <a:pt x="3418618" y="1259993"/>
                </a:lnTo>
                <a:lnTo>
                  <a:pt x="3419024" y="1259444"/>
                </a:lnTo>
                <a:lnTo>
                  <a:pt x="3418462" y="1259120"/>
                </a:lnTo>
                <a:close/>
                <a:moveTo>
                  <a:pt x="7965465" y="0"/>
                </a:moveTo>
                <a:lnTo>
                  <a:pt x="12192000" y="0"/>
                </a:lnTo>
                <a:lnTo>
                  <a:pt x="12192000" y="6858000"/>
                </a:lnTo>
                <a:lnTo>
                  <a:pt x="11453891" y="6858000"/>
                </a:lnTo>
                <a:lnTo>
                  <a:pt x="11412751" y="6815162"/>
                </a:lnTo>
                <a:cubicBezTo>
                  <a:pt x="11279527" y="6642192"/>
                  <a:pt x="11285140" y="6420212"/>
                  <a:pt x="11289597" y="6217433"/>
                </a:cubicBezTo>
                <a:cubicBezTo>
                  <a:pt x="11290419" y="6032434"/>
                  <a:pt x="11300666" y="5861703"/>
                  <a:pt x="11169959" y="5812733"/>
                </a:cubicBezTo>
                <a:cubicBezTo>
                  <a:pt x="11036454" y="5753316"/>
                  <a:pt x="10925062" y="5839160"/>
                  <a:pt x="10803229" y="5927798"/>
                </a:cubicBezTo>
                <a:cubicBezTo>
                  <a:pt x="10606207" y="6070182"/>
                  <a:pt x="10391084" y="6228612"/>
                  <a:pt x="10019849" y="6076112"/>
                </a:cubicBezTo>
                <a:cubicBezTo>
                  <a:pt x="9624919" y="5918754"/>
                  <a:pt x="9634971" y="5580093"/>
                  <a:pt x="9636342" y="5271760"/>
                </a:cubicBezTo>
                <a:cubicBezTo>
                  <a:pt x="9640988" y="5080134"/>
                  <a:pt x="9641813" y="4895127"/>
                  <a:pt x="9525372" y="4836737"/>
                </a:cubicBezTo>
                <a:cubicBezTo>
                  <a:pt x="9426009" y="4779369"/>
                  <a:pt x="9318729" y="4821762"/>
                  <a:pt x="9206679" y="4887483"/>
                </a:cubicBezTo>
                <a:lnTo>
                  <a:pt x="9147680" y="4924210"/>
                </a:lnTo>
                <a:lnTo>
                  <a:pt x="9124161" y="4944484"/>
                </a:lnTo>
                <a:lnTo>
                  <a:pt x="9042018" y="4989282"/>
                </a:lnTo>
                <a:lnTo>
                  <a:pt x="8921199" y="5062844"/>
                </a:lnTo>
                <a:cubicBezTo>
                  <a:pt x="8744839" y="5158918"/>
                  <a:pt x="8552648" y="5213563"/>
                  <a:pt x="8321246" y="5086583"/>
                </a:cubicBezTo>
                <a:cubicBezTo>
                  <a:pt x="8019331" y="4921112"/>
                  <a:pt x="8022479" y="4640295"/>
                  <a:pt x="8028426" y="4369922"/>
                </a:cubicBezTo>
                <a:cubicBezTo>
                  <a:pt x="8033074" y="4178294"/>
                  <a:pt x="8036699" y="4003744"/>
                  <a:pt x="7910835" y="3931077"/>
                </a:cubicBezTo>
                <a:cubicBezTo>
                  <a:pt x="7751855" y="3839289"/>
                  <a:pt x="7522735" y="3945483"/>
                  <a:pt x="7310682" y="4052693"/>
                </a:cubicBezTo>
                <a:cubicBezTo>
                  <a:pt x="7088187" y="4162702"/>
                  <a:pt x="6869515" y="4266090"/>
                  <a:pt x="6686835" y="4169457"/>
                </a:cubicBezTo>
                <a:cubicBezTo>
                  <a:pt x="6439760" y="4046679"/>
                  <a:pt x="6378761" y="3842546"/>
                  <a:pt x="6360308" y="3612051"/>
                </a:cubicBezTo>
                <a:lnTo>
                  <a:pt x="6351881" y="3403504"/>
                </a:lnTo>
                <a:lnTo>
                  <a:pt x="6348681" y="3342060"/>
                </a:lnTo>
                <a:lnTo>
                  <a:pt x="6350035" y="3334078"/>
                </a:lnTo>
                <a:lnTo>
                  <a:pt x="6349219" y="3285618"/>
                </a:lnTo>
                <a:cubicBezTo>
                  <a:pt x="6347858" y="3165593"/>
                  <a:pt x="6290309" y="3093509"/>
                  <a:pt x="6237861" y="3046668"/>
                </a:cubicBezTo>
                <a:lnTo>
                  <a:pt x="6207618" y="3043109"/>
                </a:lnTo>
                <a:cubicBezTo>
                  <a:pt x="6244175" y="2979790"/>
                  <a:pt x="6292638" y="2897422"/>
                  <a:pt x="6329195" y="2834103"/>
                </a:cubicBezTo>
                <a:lnTo>
                  <a:pt x="7965465" y="0"/>
                </a:lnTo>
                <a:close/>
                <a:moveTo>
                  <a:pt x="0" y="0"/>
                </a:moveTo>
                <a:lnTo>
                  <a:pt x="7965461" y="0"/>
                </a:lnTo>
                <a:lnTo>
                  <a:pt x="6331536" y="2830043"/>
                </a:lnTo>
                <a:lnTo>
                  <a:pt x="6210400" y="3039855"/>
                </a:lnTo>
                <a:lnTo>
                  <a:pt x="6153762" y="3040629"/>
                </a:lnTo>
                <a:cubicBezTo>
                  <a:pt x="6034881" y="3053073"/>
                  <a:pt x="5940096" y="3115652"/>
                  <a:pt x="5850888" y="3174553"/>
                </a:cubicBezTo>
                <a:cubicBezTo>
                  <a:pt x="5661517" y="3303686"/>
                  <a:pt x="5475961" y="3426194"/>
                  <a:pt x="5167421" y="3256896"/>
                </a:cubicBezTo>
                <a:cubicBezTo>
                  <a:pt x="4845636" y="3079939"/>
                  <a:pt x="4853635" y="2775431"/>
                  <a:pt x="4859578" y="2505059"/>
                </a:cubicBezTo>
                <a:cubicBezTo>
                  <a:pt x="4860401" y="2320061"/>
                  <a:pt x="4870650" y="2149331"/>
                  <a:pt x="4739941" y="2100360"/>
                </a:cubicBezTo>
                <a:cubicBezTo>
                  <a:pt x="4606435" y="2040942"/>
                  <a:pt x="4495042" y="2126786"/>
                  <a:pt x="4373210" y="2215424"/>
                </a:cubicBezTo>
                <a:cubicBezTo>
                  <a:pt x="4176188" y="2357808"/>
                  <a:pt x="3961067" y="2516240"/>
                  <a:pt x="3589832" y="2363739"/>
                </a:cubicBezTo>
                <a:cubicBezTo>
                  <a:pt x="3194902" y="2206382"/>
                  <a:pt x="3204954" y="1867721"/>
                  <a:pt x="3206324" y="1559387"/>
                </a:cubicBezTo>
                <a:cubicBezTo>
                  <a:pt x="3210971" y="1367762"/>
                  <a:pt x="3211796" y="1182755"/>
                  <a:pt x="3095355" y="1124364"/>
                </a:cubicBezTo>
                <a:cubicBezTo>
                  <a:pt x="2995992" y="1066997"/>
                  <a:pt x="2888711" y="1109389"/>
                  <a:pt x="2776662" y="1175111"/>
                </a:cubicBezTo>
                <a:lnTo>
                  <a:pt x="2717662" y="1211837"/>
                </a:lnTo>
                <a:lnTo>
                  <a:pt x="2694143" y="1232111"/>
                </a:lnTo>
                <a:lnTo>
                  <a:pt x="2612003" y="1276911"/>
                </a:lnTo>
                <a:lnTo>
                  <a:pt x="2491182" y="1350471"/>
                </a:lnTo>
                <a:cubicBezTo>
                  <a:pt x="2314822" y="1446546"/>
                  <a:pt x="2122633" y="1501192"/>
                  <a:pt x="1891229" y="1374211"/>
                </a:cubicBezTo>
                <a:cubicBezTo>
                  <a:pt x="1589315" y="1208740"/>
                  <a:pt x="1592463" y="927924"/>
                  <a:pt x="1598408" y="657549"/>
                </a:cubicBezTo>
                <a:cubicBezTo>
                  <a:pt x="1603056" y="465922"/>
                  <a:pt x="1606681" y="291372"/>
                  <a:pt x="1480818" y="218704"/>
                </a:cubicBezTo>
                <a:cubicBezTo>
                  <a:pt x="1321837" y="126917"/>
                  <a:pt x="1092718" y="233111"/>
                  <a:pt x="880664" y="340320"/>
                </a:cubicBezTo>
                <a:cubicBezTo>
                  <a:pt x="658169" y="450330"/>
                  <a:pt x="439497" y="553718"/>
                  <a:pt x="256820" y="457086"/>
                </a:cubicBezTo>
                <a:cubicBezTo>
                  <a:pt x="133281" y="395697"/>
                  <a:pt x="56262" y="313968"/>
                  <a:pt x="7821" y="218775"/>
                </a:cubicBezTo>
                <a:lnTo>
                  <a:pt x="0" y="20030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0" name="Group 9">
            <a:extLst>
              <a:ext uri="{FF2B5EF4-FFF2-40B4-BE49-F238E27FC236}">
                <a16:creationId xmlns:a16="http://schemas.microsoft.com/office/drawing/2014/main" id="{5FBCDB4F-0EF1-4F5A-921F-48067437B317}"/>
              </a:ext>
            </a:extLst>
          </p:cNvPr>
          <p:cNvGrpSpPr/>
          <p:nvPr userDrawn="1"/>
        </p:nvGrpSpPr>
        <p:grpSpPr>
          <a:xfrm>
            <a:off x="2305770" y="910846"/>
            <a:ext cx="9886231" cy="5947154"/>
            <a:chOff x="2305770" y="910846"/>
            <a:chExt cx="9886231" cy="5947154"/>
          </a:xfrm>
        </p:grpSpPr>
        <p:sp>
          <p:nvSpPr>
            <p:cNvPr id="6" name="Freeform: Shape 5">
              <a:extLst>
                <a:ext uri="{FF2B5EF4-FFF2-40B4-BE49-F238E27FC236}">
                  <a16:creationId xmlns:a16="http://schemas.microsoft.com/office/drawing/2014/main" id="{8580BE83-7345-4E7B-8A5A-25943CBB1F75}"/>
                </a:ext>
              </a:extLst>
            </p:cNvPr>
            <p:cNvSpPr/>
            <p:nvPr userDrawn="1"/>
          </p:nvSpPr>
          <p:spPr>
            <a:xfrm>
              <a:off x="2305770" y="910846"/>
              <a:ext cx="9886231" cy="5947154"/>
            </a:xfrm>
            <a:custGeom>
              <a:avLst/>
              <a:gdLst>
                <a:gd name="connsiteX0" fmla="*/ 3506461 w 9886230"/>
                <a:gd name="connsiteY0" fmla="*/ 5598007 h 5947154"/>
                <a:gd name="connsiteX1" fmla="*/ 3506868 w 9886230"/>
                <a:gd name="connsiteY1" fmla="*/ 5598556 h 5947154"/>
                <a:gd name="connsiteX2" fmla="*/ 3506305 w 9886230"/>
                <a:gd name="connsiteY2" fmla="*/ 5598880 h 5947154"/>
                <a:gd name="connsiteX3" fmla="*/ 1814508 w 9886230"/>
                <a:gd name="connsiteY3" fmla="*/ 5598007 h 5947154"/>
                <a:gd name="connsiteX4" fmla="*/ 1814352 w 9886230"/>
                <a:gd name="connsiteY4" fmla="*/ 5598880 h 5947154"/>
                <a:gd name="connsiteX5" fmla="*/ 1814914 w 9886230"/>
                <a:gd name="connsiteY5" fmla="*/ 5598556 h 5947154"/>
                <a:gd name="connsiteX6" fmla="*/ 3865223 w 9886230"/>
                <a:gd name="connsiteY6" fmla="*/ 3518710 h 5947154"/>
                <a:gd name="connsiteX7" fmla="*/ 4246778 w 9886230"/>
                <a:gd name="connsiteY7" fmla="*/ 3683447 h 5947154"/>
                <a:gd name="connsiteX8" fmla="*/ 4549652 w 9886230"/>
                <a:gd name="connsiteY8" fmla="*/ 3817371 h 5947154"/>
                <a:gd name="connsiteX9" fmla="*/ 4606290 w 9886230"/>
                <a:gd name="connsiteY9" fmla="*/ 3818145 h 5947154"/>
                <a:gd name="connsiteX10" fmla="*/ 4727426 w 9886230"/>
                <a:gd name="connsiteY10" fmla="*/ 4027957 h 5947154"/>
                <a:gd name="connsiteX11" fmla="*/ 4947436 w 9886230"/>
                <a:gd name="connsiteY11" fmla="*/ 4409025 h 5947154"/>
                <a:gd name="connsiteX12" fmla="*/ 4947456 w 9886230"/>
                <a:gd name="connsiteY12" fmla="*/ 4487335 h 5947154"/>
                <a:gd name="connsiteX13" fmla="*/ 4827784 w 9886230"/>
                <a:gd name="connsiteY13" fmla="*/ 4757640 h 5947154"/>
                <a:gd name="connsiteX14" fmla="*/ 4461053 w 9886230"/>
                <a:gd name="connsiteY14" fmla="*/ 4642576 h 5947154"/>
                <a:gd name="connsiteX15" fmla="*/ 3677675 w 9886230"/>
                <a:gd name="connsiteY15" fmla="*/ 4494261 h 5947154"/>
                <a:gd name="connsiteX16" fmla="*/ 3294167 w 9886230"/>
                <a:gd name="connsiteY16" fmla="*/ 5298613 h 5947154"/>
                <a:gd name="connsiteX17" fmla="*/ 3183199 w 9886230"/>
                <a:gd name="connsiteY17" fmla="*/ 5733636 h 5947154"/>
                <a:gd name="connsiteX18" fmla="*/ 2864505 w 9886230"/>
                <a:gd name="connsiteY18" fmla="*/ 5682889 h 5947154"/>
                <a:gd name="connsiteX19" fmla="*/ 2805505 w 9886230"/>
                <a:gd name="connsiteY19" fmla="*/ 5646163 h 5947154"/>
                <a:gd name="connsiteX20" fmla="*/ 2781986 w 9886230"/>
                <a:gd name="connsiteY20" fmla="*/ 5625889 h 5947154"/>
                <a:gd name="connsiteX21" fmla="*/ 2699847 w 9886230"/>
                <a:gd name="connsiteY21" fmla="*/ 5581089 h 5947154"/>
                <a:gd name="connsiteX22" fmla="*/ 2579026 w 9886230"/>
                <a:gd name="connsiteY22" fmla="*/ 5507529 h 5947154"/>
                <a:gd name="connsiteX23" fmla="*/ 1979073 w 9886230"/>
                <a:gd name="connsiteY23" fmla="*/ 5483789 h 5947154"/>
                <a:gd name="connsiteX24" fmla="*/ 1696683 w 9886230"/>
                <a:gd name="connsiteY24" fmla="*/ 5898508 h 5947154"/>
                <a:gd name="connsiteX25" fmla="*/ 1691953 w 9886230"/>
                <a:gd name="connsiteY25" fmla="*/ 5947154 h 5947154"/>
                <a:gd name="connsiteX26" fmla="*/ 0 w 9886230"/>
                <a:gd name="connsiteY26" fmla="*/ 5947154 h 5947154"/>
                <a:gd name="connsiteX27" fmla="*/ 4730 w 9886230"/>
                <a:gd name="connsiteY27" fmla="*/ 5898508 h 5947154"/>
                <a:gd name="connsiteX28" fmla="*/ 287119 w 9886230"/>
                <a:gd name="connsiteY28" fmla="*/ 5483789 h 5947154"/>
                <a:gd name="connsiteX29" fmla="*/ 887072 w 9886230"/>
                <a:gd name="connsiteY29" fmla="*/ 5507529 h 5947154"/>
                <a:gd name="connsiteX30" fmla="*/ 1007893 w 9886230"/>
                <a:gd name="connsiteY30" fmla="*/ 5581089 h 5947154"/>
                <a:gd name="connsiteX31" fmla="*/ 1090033 w 9886230"/>
                <a:gd name="connsiteY31" fmla="*/ 5625889 h 5947154"/>
                <a:gd name="connsiteX32" fmla="*/ 1113552 w 9886230"/>
                <a:gd name="connsiteY32" fmla="*/ 5646163 h 5947154"/>
                <a:gd name="connsiteX33" fmla="*/ 1172552 w 9886230"/>
                <a:gd name="connsiteY33" fmla="*/ 5682889 h 5947154"/>
                <a:gd name="connsiteX34" fmla="*/ 1491245 w 9886230"/>
                <a:gd name="connsiteY34" fmla="*/ 5733636 h 5947154"/>
                <a:gd name="connsiteX35" fmla="*/ 1602214 w 9886230"/>
                <a:gd name="connsiteY35" fmla="*/ 5298613 h 5947154"/>
                <a:gd name="connsiteX36" fmla="*/ 1985722 w 9886230"/>
                <a:gd name="connsiteY36" fmla="*/ 4494261 h 5947154"/>
                <a:gd name="connsiteX37" fmla="*/ 2769101 w 9886230"/>
                <a:gd name="connsiteY37" fmla="*/ 4642576 h 5947154"/>
                <a:gd name="connsiteX38" fmla="*/ 3135832 w 9886230"/>
                <a:gd name="connsiteY38" fmla="*/ 4757640 h 5947154"/>
                <a:gd name="connsiteX39" fmla="*/ 3255469 w 9886230"/>
                <a:gd name="connsiteY39" fmla="*/ 4352941 h 5947154"/>
                <a:gd name="connsiteX40" fmla="*/ 3563312 w 9886230"/>
                <a:gd name="connsiteY40" fmla="*/ 3601104 h 5947154"/>
                <a:gd name="connsiteX41" fmla="*/ 3865223 w 9886230"/>
                <a:gd name="connsiteY41" fmla="*/ 3518710 h 5947154"/>
                <a:gd name="connsiteX42" fmla="*/ 8244527 w 9886230"/>
                <a:gd name="connsiteY42" fmla="*/ 1885633 h 5947154"/>
                <a:gd name="connsiteX43" fmla="*/ 8244369 w 9886230"/>
                <a:gd name="connsiteY43" fmla="*/ 1886508 h 5947154"/>
                <a:gd name="connsiteX44" fmla="*/ 8244933 w 9886230"/>
                <a:gd name="connsiteY44" fmla="*/ 1886182 h 5947154"/>
                <a:gd name="connsiteX45" fmla="*/ 9849781 w 9886230"/>
                <a:gd name="connsiteY45" fmla="*/ 0 h 5947154"/>
                <a:gd name="connsiteX46" fmla="*/ 9886230 w 9886230"/>
                <a:gd name="connsiteY46" fmla="*/ 0 h 5947154"/>
                <a:gd name="connsiteX47" fmla="*/ 9886230 w 9886230"/>
                <a:gd name="connsiteY47" fmla="*/ 926156 h 5947154"/>
                <a:gd name="connsiteX48" fmla="*/ 9880965 w 9886230"/>
                <a:gd name="connsiteY48" fmla="*/ 930594 h 5947154"/>
                <a:gd name="connsiteX49" fmla="*/ 9724185 w 9886230"/>
                <a:gd name="connsiteY49" fmla="*/ 1586240 h 5947154"/>
                <a:gd name="connsiteX50" fmla="*/ 9613215 w 9886230"/>
                <a:gd name="connsiteY50" fmla="*/ 2021263 h 5947154"/>
                <a:gd name="connsiteX51" fmla="*/ 9294522 w 9886230"/>
                <a:gd name="connsiteY51" fmla="*/ 1970517 h 5947154"/>
                <a:gd name="connsiteX52" fmla="*/ 9235523 w 9886230"/>
                <a:gd name="connsiteY52" fmla="*/ 1933790 h 5947154"/>
                <a:gd name="connsiteX53" fmla="*/ 9212004 w 9886230"/>
                <a:gd name="connsiteY53" fmla="*/ 1913516 h 5947154"/>
                <a:gd name="connsiteX54" fmla="*/ 9129861 w 9886230"/>
                <a:gd name="connsiteY54" fmla="*/ 1868718 h 5947154"/>
                <a:gd name="connsiteX55" fmla="*/ 9009042 w 9886230"/>
                <a:gd name="connsiteY55" fmla="*/ 1795156 h 5947154"/>
                <a:gd name="connsiteX56" fmla="*/ 8409089 w 9886230"/>
                <a:gd name="connsiteY56" fmla="*/ 1771417 h 5947154"/>
                <a:gd name="connsiteX57" fmla="*/ 8116269 w 9886230"/>
                <a:gd name="connsiteY57" fmla="*/ 2488078 h 5947154"/>
                <a:gd name="connsiteX58" fmla="*/ 7998678 w 9886230"/>
                <a:gd name="connsiteY58" fmla="*/ 2926923 h 5947154"/>
                <a:gd name="connsiteX59" fmla="*/ 7398525 w 9886230"/>
                <a:gd name="connsiteY59" fmla="*/ 2805307 h 5947154"/>
                <a:gd name="connsiteX60" fmla="*/ 6774678 w 9886230"/>
                <a:gd name="connsiteY60" fmla="*/ 2688543 h 5947154"/>
                <a:gd name="connsiteX61" fmla="*/ 6448151 w 9886230"/>
                <a:gd name="connsiteY61" fmla="*/ 3245949 h 5947154"/>
                <a:gd name="connsiteX62" fmla="*/ 6439724 w 9886230"/>
                <a:gd name="connsiteY62" fmla="*/ 3454496 h 5947154"/>
                <a:gd name="connsiteX63" fmla="*/ 6436524 w 9886230"/>
                <a:gd name="connsiteY63" fmla="*/ 3515940 h 5947154"/>
                <a:gd name="connsiteX64" fmla="*/ 6437878 w 9886230"/>
                <a:gd name="connsiteY64" fmla="*/ 3523922 h 5947154"/>
                <a:gd name="connsiteX65" fmla="*/ 6437062 w 9886230"/>
                <a:gd name="connsiteY65" fmla="*/ 3572382 h 5947154"/>
                <a:gd name="connsiteX66" fmla="*/ 6330467 w 9886230"/>
                <a:gd name="connsiteY66" fmla="*/ 3816095 h 5947154"/>
                <a:gd name="connsiteX67" fmla="*/ 6307367 w 9886230"/>
                <a:gd name="connsiteY67" fmla="*/ 3833941 h 5947154"/>
                <a:gd name="connsiteX68" fmla="*/ 6417038 w 9886230"/>
                <a:gd name="connsiteY68" fmla="*/ 4023897 h 5947154"/>
                <a:gd name="connsiteX69" fmla="*/ 7527431 w 9886230"/>
                <a:gd name="connsiteY69" fmla="*/ 5947154 h 5947154"/>
                <a:gd name="connsiteX70" fmla="*/ 7527427 w 9886230"/>
                <a:gd name="connsiteY70" fmla="*/ 5947154 h 5947154"/>
                <a:gd name="connsiteX71" fmla="*/ 6419379 w 9886230"/>
                <a:gd name="connsiteY71" fmla="*/ 4027957 h 5947154"/>
                <a:gd name="connsiteX72" fmla="*/ 6298243 w 9886230"/>
                <a:gd name="connsiteY72" fmla="*/ 3818145 h 5947154"/>
                <a:gd name="connsiteX73" fmla="*/ 6241605 w 9886230"/>
                <a:gd name="connsiteY73" fmla="*/ 3817371 h 5947154"/>
                <a:gd name="connsiteX74" fmla="*/ 5938731 w 9886230"/>
                <a:gd name="connsiteY74" fmla="*/ 3683447 h 5947154"/>
                <a:gd name="connsiteX75" fmla="*/ 5255265 w 9886230"/>
                <a:gd name="connsiteY75" fmla="*/ 3601104 h 5947154"/>
                <a:gd name="connsiteX76" fmla="*/ 4947421 w 9886230"/>
                <a:gd name="connsiteY76" fmla="*/ 4352941 h 5947154"/>
                <a:gd name="connsiteX77" fmla="*/ 4947436 w 9886230"/>
                <a:gd name="connsiteY77" fmla="*/ 4409019 h 5947154"/>
                <a:gd name="connsiteX78" fmla="*/ 4725086 w 9886230"/>
                <a:gd name="connsiteY78" fmla="*/ 4023897 h 5947154"/>
                <a:gd name="connsiteX79" fmla="*/ 4615415 w 9886230"/>
                <a:gd name="connsiteY79" fmla="*/ 3833941 h 5947154"/>
                <a:gd name="connsiteX80" fmla="*/ 4638514 w 9886230"/>
                <a:gd name="connsiteY80" fmla="*/ 3816095 h 5947154"/>
                <a:gd name="connsiteX81" fmla="*/ 4745110 w 9886230"/>
                <a:gd name="connsiteY81" fmla="*/ 3572382 h 5947154"/>
                <a:gd name="connsiteX82" fmla="*/ 4745925 w 9886230"/>
                <a:gd name="connsiteY82" fmla="*/ 3523922 h 5947154"/>
                <a:gd name="connsiteX83" fmla="*/ 4744571 w 9886230"/>
                <a:gd name="connsiteY83" fmla="*/ 3515940 h 5947154"/>
                <a:gd name="connsiteX84" fmla="*/ 4747772 w 9886230"/>
                <a:gd name="connsiteY84" fmla="*/ 3454496 h 5947154"/>
                <a:gd name="connsiteX85" fmla="*/ 4756198 w 9886230"/>
                <a:gd name="connsiteY85" fmla="*/ 3245949 h 5947154"/>
                <a:gd name="connsiteX86" fmla="*/ 5082726 w 9886230"/>
                <a:gd name="connsiteY86" fmla="*/ 2688543 h 5947154"/>
                <a:gd name="connsiteX87" fmla="*/ 5706572 w 9886230"/>
                <a:gd name="connsiteY87" fmla="*/ 2805307 h 5947154"/>
                <a:gd name="connsiteX88" fmla="*/ 6306725 w 9886230"/>
                <a:gd name="connsiteY88" fmla="*/ 2926923 h 5947154"/>
                <a:gd name="connsiteX89" fmla="*/ 6424316 w 9886230"/>
                <a:gd name="connsiteY89" fmla="*/ 2488078 h 5947154"/>
                <a:gd name="connsiteX90" fmla="*/ 6717136 w 9886230"/>
                <a:gd name="connsiteY90" fmla="*/ 1771417 h 5947154"/>
                <a:gd name="connsiteX91" fmla="*/ 7317089 w 9886230"/>
                <a:gd name="connsiteY91" fmla="*/ 1795156 h 5947154"/>
                <a:gd name="connsiteX92" fmla="*/ 7437908 w 9886230"/>
                <a:gd name="connsiteY92" fmla="*/ 1868718 h 5947154"/>
                <a:gd name="connsiteX93" fmla="*/ 7520051 w 9886230"/>
                <a:gd name="connsiteY93" fmla="*/ 1913516 h 5947154"/>
                <a:gd name="connsiteX94" fmla="*/ 7543570 w 9886230"/>
                <a:gd name="connsiteY94" fmla="*/ 1933790 h 5947154"/>
                <a:gd name="connsiteX95" fmla="*/ 7602569 w 9886230"/>
                <a:gd name="connsiteY95" fmla="*/ 1970517 h 5947154"/>
                <a:gd name="connsiteX96" fmla="*/ 7921262 w 9886230"/>
                <a:gd name="connsiteY96" fmla="*/ 2021263 h 5947154"/>
                <a:gd name="connsiteX97" fmla="*/ 8032232 w 9886230"/>
                <a:gd name="connsiteY97" fmla="*/ 1586240 h 5947154"/>
                <a:gd name="connsiteX98" fmla="*/ 8415739 w 9886230"/>
                <a:gd name="connsiteY98" fmla="*/ 781888 h 5947154"/>
                <a:gd name="connsiteX99" fmla="*/ 9199119 w 9886230"/>
                <a:gd name="connsiteY99" fmla="*/ 930202 h 5947154"/>
                <a:gd name="connsiteX100" fmla="*/ 9565849 w 9886230"/>
                <a:gd name="connsiteY100" fmla="*/ 1045267 h 5947154"/>
                <a:gd name="connsiteX101" fmla="*/ 9685487 w 9886230"/>
                <a:gd name="connsiteY101" fmla="*/ 640567 h 5947154"/>
                <a:gd name="connsiteX102" fmla="*/ 9808641 w 9886230"/>
                <a:gd name="connsiteY102" fmla="*/ 42838 h 59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886230" h="5947154">
                  <a:moveTo>
                    <a:pt x="3506461" y="5598007"/>
                  </a:moveTo>
                  <a:lnTo>
                    <a:pt x="3506868" y="5598556"/>
                  </a:lnTo>
                  <a:lnTo>
                    <a:pt x="3506305" y="5598880"/>
                  </a:lnTo>
                  <a:close/>
                  <a:moveTo>
                    <a:pt x="1814508" y="5598007"/>
                  </a:moveTo>
                  <a:lnTo>
                    <a:pt x="1814352" y="5598880"/>
                  </a:lnTo>
                  <a:lnTo>
                    <a:pt x="1814914" y="5598556"/>
                  </a:lnTo>
                  <a:close/>
                  <a:moveTo>
                    <a:pt x="3865223" y="3518710"/>
                  </a:moveTo>
                  <a:cubicBezTo>
                    <a:pt x="4011555" y="3524619"/>
                    <a:pt x="4128422" y="3602739"/>
                    <a:pt x="4246778" y="3683447"/>
                  </a:cubicBezTo>
                  <a:cubicBezTo>
                    <a:pt x="4335986" y="3742348"/>
                    <a:pt x="4430771" y="3804927"/>
                    <a:pt x="4549652" y="3817371"/>
                  </a:cubicBezTo>
                  <a:lnTo>
                    <a:pt x="4606290" y="3818145"/>
                  </a:lnTo>
                  <a:lnTo>
                    <a:pt x="4727426" y="4027957"/>
                  </a:lnTo>
                  <a:lnTo>
                    <a:pt x="4947436" y="4409025"/>
                  </a:lnTo>
                  <a:lnTo>
                    <a:pt x="4947456" y="4487335"/>
                  </a:lnTo>
                  <a:cubicBezTo>
                    <a:pt x="4944559" y="4615694"/>
                    <a:pt x="4925816" y="4720911"/>
                    <a:pt x="4827784" y="4757640"/>
                  </a:cubicBezTo>
                  <a:cubicBezTo>
                    <a:pt x="4694278" y="4817058"/>
                    <a:pt x="4582885" y="4731214"/>
                    <a:pt x="4461053" y="4642576"/>
                  </a:cubicBezTo>
                  <a:cubicBezTo>
                    <a:pt x="4264031" y="4500192"/>
                    <a:pt x="4048910" y="4341760"/>
                    <a:pt x="3677675" y="4494261"/>
                  </a:cubicBezTo>
                  <a:cubicBezTo>
                    <a:pt x="3282746" y="4651618"/>
                    <a:pt x="3292798" y="4990279"/>
                    <a:pt x="3294167" y="5298613"/>
                  </a:cubicBezTo>
                  <a:cubicBezTo>
                    <a:pt x="3298814" y="5490238"/>
                    <a:pt x="3299640" y="5675245"/>
                    <a:pt x="3183199" y="5733636"/>
                  </a:cubicBezTo>
                  <a:cubicBezTo>
                    <a:pt x="3083835" y="5791003"/>
                    <a:pt x="2976554" y="5748611"/>
                    <a:pt x="2864505" y="5682889"/>
                  </a:cubicBezTo>
                  <a:lnTo>
                    <a:pt x="2805505" y="5646163"/>
                  </a:lnTo>
                  <a:lnTo>
                    <a:pt x="2781986" y="5625889"/>
                  </a:lnTo>
                  <a:lnTo>
                    <a:pt x="2699847" y="5581089"/>
                  </a:lnTo>
                  <a:lnTo>
                    <a:pt x="2579026" y="5507529"/>
                  </a:lnTo>
                  <a:cubicBezTo>
                    <a:pt x="2402667" y="5411454"/>
                    <a:pt x="2210476" y="5356808"/>
                    <a:pt x="1979073" y="5483789"/>
                  </a:cubicBezTo>
                  <a:cubicBezTo>
                    <a:pt x="1790376" y="5587209"/>
                    <a:pt x="1720845" y="5735685"/>
                    <a:pt x="1696683" y="5898508"/>
                  </a:cubicBezTo>
                  <a:lnTo>
                    <a:pt x="1691953" y="5947154"/>
                  </a:lnTo>
                  <a:lnTo>
                    <a:pt x="0" y="5947154"/>
                  </a:lnTo>
                  <a:lnTo>
                    <a:pt x="4730" y="5898508"/>
                  </a:lnTo>
                  <a:cubicBezTo>
                    <a:pt x="28892" y="5735685"/>
                    <a:pt x="98423" y="5587209"/>
                    <a:pt x="287119" y="5483789"/>
                  </a:cubicBezTo>
                  <a:cubicBezTo>
                    <a:pt x="518523" y="5356808"/>
                    <a:pt x="710712" y="5411454"/>
                    <a:pt x="887072" y="5507529"/>
                  </a:cubicBezTo>
                  <a:lnTo>
                    <a:pt x="1007893" y="5581089"/>
                  </a:lnTo>
                  <a:lnTo>
                    <a:pt x="1090033" y="5625889"/>
                  </a:lnTo>
                  <a:lnTo>
                    <a:pt x="1113552" y="5646163"/>
                  </a:lnTo>
                  <a:lnTo>
                    <a:pt x="1172552" y="5682889"/>
                  </a:lnTo>
                  <a:cubicBezTo>
                    <a:pt x="1284601" y="5748611"/>
                    <a:pt x="1391882" y="5791003"/>
                    <a:pt x="1491245" y="5733636"/>
                  </a:cubicBezTo>
                  <a:cubicBezTo>
                    <a:pt x="1607686" y="5675245"/>
                    <a:pt x="1606861" y="5490238"/>
                    <a:pt x="1602214" y="5298613"/>
                  </a:cubicBezTo>
                  <a:cubicBezTo>
                    <a:pt x="1600844" y="4990279"/>
                    <a:pt x="1590792" y="4651618"/>
                    <a:pt x="1985722" y="4494261"/>
                  </a:cubicBezTo>
                  <a:cubicBezTo>
                    <a:pt x="2356958" y="4341760"/>
                    <a:pt x="2572078" y="4500192"/>
                    <a:pt x="2769101" y="4642576"/>
                  </a:cubicBezTo>
                  <a:cubicBezTo>
                    <a:pt x="2890932" y="4731214"/>
                    <a:pt x="3002326" y="4817058"/>
                    <a:pt x="3135832" y="4757640"/>
                  </a:cubicBezTo>
                  <a:cubicBezTo>
                    <a:pt x="3266541" y="4708669"/>
                    <a:pt x="3256292" y="4537939"/>
                    <a:pt x="3255469" y="4352941"/>
                  </a:cubicBezTo>
                  <a:cubicBezTo>
                    <a:pt x="3249526" y="4082569"/>
                    <a:pt x="3241526" y="3778061"/>
                    <a:pt x="3563312" y="3601104"/>
                  </a:cubicBezTo>
                  <a:cubicBezTo>
                    <a:pt x="3679014" y="3537617"/>
                    <a:pt x="3777423" y="3515166"/>
                    <a:pt x="3865223" y="3518710"/>
                  </a:cubicBezTo>
                  <a:close/>
                  <a:moveTo>
                    <a:pt x="8244527" y="1885633"/>
                  </a:moveTo>
                  <a:lnTo>
                    <a:pt x="8244369" y="1886508"/>
                  </a:lnTo>
                  <a:lnTo>
                    <a:pt x="8244933" y="1886182"/>
                  </a:lnTo>
                  <a:close/>
                  <a:moveTo>
                    <a:pt x="9849781" y="0"/>
                  </a:moveTo>
                  <a:lnTo>
                    <a:pt x="9886230" y="0"/>
                  </a:lnTo>
                  <a:lnTo>
                    <a:pt x="9886230" y="926156"/>
                  </a:lnTo>
                  <a:lnTo>
                    <a:pt x="9880965" y="930594"/>
                  </a:lnTo>
                  <a:cubicBezTo>
                    <a:pt x="9717245" y="1106681"/>
                    <a:pt x="9723157" y="1354990"/>
                    <a:pt x="9724185" y="1586240"/>
                  </a:cubicBezTo>
                  <a:cubicBezTo>
                    <a:pt x="9728831" y="1777866"/>
                    <a:pt x="9729656" y="1962873"/>
                    <a:pt x="9613215" y="2021263"/>
                  </a:cubicBezTo>
                  <a:cubicBezTo>
                    <a:pt x="9513852" y="2078631"/>
                    <a:pt x="9406572" y="2036238"/>
                    <a:pt x="9294522" y="1970517"/>
                  </a:cubicBezTo>
                  <a:lnTo>
                    <a:pt x="9235523" y="1933790"/>
                  </a:lnTo>
                  <a:lnTo>
                    <a:pt x="9212004" y="1913516"/>
                  </a:lnTo>
                  <a:lnTo>
                    <a:pt x="9129861" y="1868718"/>
                  </a:lnTo>
                  <a:lnTo>
                    <a:pt x="9009042" y="1795156"/>
                  </a:lnTo>
                  <a:cubicBezTo>
                    <a:pt x="8832682" y="1699082"/>
                    <a:pt x="8640491" y="1644437"/>
                    <a:pt x="8409089" y="1771417"/>
                  </a:cubicBezTo>
                  <a:cubicBezTo>
                    <a:pt x="8107174" y="1936888"/>
                    <a:pt x="8110322" y="2217705"/>
                    <a:pt x="8116269" y="2488078"/>
                  </a:cubicBezTo>
                  <a:cubicBezTo>
                    <a:pt x="8120917" y="2679706"/>
                    <a:pt x="8124542" y="2854256"/>
                    <a:pt x="7998678" y="2926923"/>
                  </a:cubicBezTo>
                  <a:cubicBezTo>
                    <a:pt x="7839698" y="3018711"/>
                    <a:pt x="7610578" y="2912517"/>
                    <a:pt x="7398525" y="2805307"/>
                  </a:cubicBezTo>
                  <a:cubicBezTo>
                    <a:pt x="7176030" y="2695298"/>
                    <a:pt x="6957358" y="2591910"/>
                    <a:pt x="6774678" y="2688543"/>
                  </a:cubicBezTo>
                  <a:cubicBezTo>
                    <a:pt x="6527603" y="2811321"/>
                    <a:pt x="6466604" y="3015454"/>
                    <a:pt x="6448151" y="3245949"/>
                  </a:cubicBezTo>
                  <a:lnTo>
                    <a:pt x="6439724" y="3454496"/>
                  </a:lnTo>
                  <a:lnTo>
                    <a:pt x="6436524" y="3515940"/>
                  </a:lnTo>
                  <a:lnTo>
                    <a:pt x="6437878" y="3523922"/>
                  </a:lnTo>
                  <a:lnTo>
                    <a:pt x="6437062" y="3572382"/>
                  </a:lnTo>
                  <a:cubicBezTo>
                    <a:pt x="6435701" y="3692407"/>
                    <a:pt x="6382915" y="3769254"/>
                    <a:pt x="6330467" y="3816095"/>
                  </a:cubicBezTo>
                  <a:lnTo>
                    <a:pt x="6307367" y="3833941"/>
                  </a:lnTo>
                  <a:lnTo>
                    <a:pt x="6417038" y="4023897"/>
                  </a:lnTo>
                  <a:lnTo>
                    <a:pt x="7527431" y="5947154"/>
                  </a:lnTo>
                  <a:lnTo>
                    <a:pt x="7527427" y="5947154"/>
                  </a:lnTo>
                  <a:lnTo>
                    <a:pt x="6419379" y="4027957"/>
                  </a:lnTo>
                  <a:lnTo>
                    <a:pt x="6298243" y="3818145"/>
                  </a:lnTo>
                  <a:lnTo>
                    <a:pt x="6241605" y="3817371"/>
                  </a:lnTo>
                  <a:cubicBezTo>
                    <a:pt x="6122724" y="3804927"/>
                    <a:pt x="6027939" y="3742348"/>
                    <a:pt x="5938731" y="3683447"/>
                  </a:cubicBezTo>
                  <a:cubicBezTo>
                    <a:pt x="5749360" y="3554314"/>
                    <a:pt x="5563804" y="3431806"/>
                    <a:pt x="5255265" y="3601104"/>
                  </a:cubicBezTo>
                  <a:cubicBezTo>
                    <a:pt x="4933480" y="3778061"/>
                    <a:pt x="4941478" y="4082569"/>
                    <a:pt x="4947421" y="4352941"/>
                  </a:cubicBezTo>
                  <a:lnTo>
                    <a:pt x="4947436" y="4409019"/>
                  </a:lnTo>
                  <a:lnTo>
                    <a:pt x="4725086" y="4023897"/>
                  </a:lnTo>
                  <a:lnTo>
                    <a:pt x="4615415" y="3833941"/>
                  </a:lnTo>
                  <a:lnTo>
                    <a:pt x="4638514" y="3816095"/>
                  </a:lnTo>
                  <a:cubicBezTo>
                    <a:pt x="4690962" y="3769254"/>
                    <a:pt x="4743748" y="3692407"/>
                    <a:pt x="4745110" y="3572382"/>
                  </a:cubicBezTo>
                  <a:lnTo>
                    <a:pt x="4745925" y="3523922"/>
                  </a:lnTo>
                  <a:lnTo>
                    <a:pt x="4744571" y="3515940"/>
                  </a:lnTo>
                  <a:lnTo>
                    <a:pt x="4747772" y="3454496"/>
                  </a:lnTo>
                  <a:lnTo>
                    <a:pt x="4756198" y="3245949"/>
                  </a:lnTo>
                  <a:cubicBezTo>
                    <a:pt x="4774652" y="3015454"/>
                    <a:pt x="4835651" y="2811321"/>
                    <a:pt x="5082726" y="2688543"/>
                  </a:cubicBezTo>
                  <a:cubicBezTo>
                    <a:pt x="5265406" y="2591910"/>
                    <a:pt x="5484077" y="2695298"/>
                    <a:pt x="5706572" y="2805307"/>
                  </a:cubicBezTo>
                  <a:cubicBezTo>
                    <a:pt x="5918625" y="2912517"/>
                    <a:pt x="6147745" y="3018711"/>
                    <a:pt x="6306725" y="2926923"/>
                  </a:cubicBezTo>
                  <a:cubicBezTo>
                    <a:pt x="6432589" y="2854256"/>
                    <a:pt x="6428964" y="2679706"/>
                    <a:pt x="6424316" y="2488078"/>
                  </a:cubicBezTo>
                  <a:cubicBezTo>
                    <a:pt x="6418369" y="2217705"/>
                    <a:pt x="6415221" y="1936888"/>
                    <a:pt x="6717136" y="1771417"/>
                  </a:cubicBezTo>
                  <a:cubicBezTo>
                    <a:pt x="6948538" y="1644437"/>
                    <a:pt x="7140729" y="1699082"/>
                    <a:pt x="7317089" y="1795156"/>
                  </a:cubicBezTo>
                  <a:lnTo>
                    <a:pt x="7437908" y="1868718"/>
                  </a:lnTo>
                  <a:lnTo>
                    <a:pt x="7520051" y="1913516"/>
                  </a:lnTo>
                  <a:lnTo>
                    <a:pt x="7543570" y="1933790"/>
                  </a:lnTo>
                  <a:lnTo>
                    <a:pt x="7602569" y="1970517"/>
                  </a:lnTo>
                  <a:cubicBezTo>
                    <a:pt x="7714619" y="2036238"/>
                    <a:pt x="7821899" y="2078631"/>
                    <a:pt x="7921262" y="2021263"/>
                  </a:cubicBezTo>
                  <a:cubicBezTo>
                    <a:pt x="8037703" y="1962873"/>
                    <a:pt x="8036878" y="1777866"/>
                    <a:pt x="8032232" y="1586240"/>
                  </a:cubicBezTo>
                  <a:cubicBezTo>
                    <a:pt x="8030861" y="1277907"/>
                    <a:pt x="8020809" y="939246"/>
                    <a:pt x="8415739" y="781888"/>
                  </a:cubicBezTo>
                  <a:cubicBezTo>
                    <a:pt x="8786974" y="629388"/>
                    <a:pt x="9002097" y="787818"/>
                    <a:pt x="9199119" y="930202"/>
                  </a:cubicBezTo>
                  <a:cubicBezTo>
                    <a:pt x="9320952" y="1018840"/>
                    <a:pt x="9432344" y="1104684"/>
                    <a:pt x="9565849" y="1045267"/>
                  </a:cubicBezTo>
                  <a:cubicBezTo>
                    <a:pt x="9696556" y="996297"/>
                    <a:pt x="9686309" y="825566"/>
                    <a:pt x="9685487" y="640567"/>
                  </a:cubicBezTo>
                  <a:cubicBezTo>
                    <a:pt x="9681030" y="437788"/>
                    <a:pt x="9675417" y="215808"/>
                    <a:pt x="9808641" y="4283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Freeform: Shape 6">
              <a:extLst>
                <a:ext uri="{FF2B5EF4-FFF2-40B4-BE49-F238E27FC236}">
                  <a16:creationId xmlns:a16="http://schemas.microsoft.com/office/drawing/2014/main" id="{51995021-51F4-4090-995F-F9F62C5A08EE}"/>
                </a:ext>
              </a:extLst>
            </p:cNvPr>
            <p:cNvSpPr/>
            <p:nvPr userDrawn="1"/>
          </p:nvSpPr>
          <p:spPr>
            <a:xfrm>
              <a:off x="6706674" y="3561016"/>
              <a:ext cx="5485327" cy="3296984"/>
            </a:xfrm>
            <a:custGeom>
              <a:avLst/>
              <a:gdLst>
                <a:gd name="connsiteX0" fmla="*/ 3503552 w 5485326"/>
                <a:gd name="connsiteY0" fmla="*/ 2947837 h 3296984"/>
                <a:gd name="connsiteX1" fmla="*/ 3503959 w 5485326"/>
                <a:gd name="connsiteY1" fmla="*/ 2948386 h 3296984"/>
                <a:gd name="connsiteX2" fmla="*/ 3503396 w 5485326"/>
                <a:gd name="connsiteY2" fmla="*/ 2948710 h 3296984"/>
                <a:gd name="connsiteX3" fmla="*/ 1811599 w 5485326"/>
                <a:gd name="connsiteY3" fmla="*/ 2947837 h 3296984"/>
                <a:gd name="connsiteX4" fmla="*/ 1811443 w 5485326"/>
                <a:gd name="connsiteY4" fmla="*/ 2948710 h 3296984"/>
                <a:gd name="connsiteX5" fmla="*/ 1812005 w 5485326"/>
                <a:gd name="connsiteY5" fmla="*/ 2948386 h 3296984"/>
                <a:gd name="connsiteX6" fmla="*/ 3862313 w 5485326"/>
                <a:gd name="connsiteY6" fmla="*/ 868540 h 3296984"/>
                <a:gd name="connsiteX7" fmla="*/ 4243869 w 5485326"/>
                <a:gd name="connsiteY7" fmla="*/ 1033277 h 3296984"/>
                <a:gd name="connsiteX8" fmla="*/ 4546743 w 5485326"/>
                <a:gd name="connsiteY8" fmla="*/ 1167201 h 3296984"/>
                <a:gd name="connsiteX9" fmla="*/ 4603381 w 5485326"/>
                <a:gd name="connsiteY9" fmla="*/ 1167975 h 3296984"/>
                <a:gd name="connsiteX10" fmla="*/ 4724517 w 5485326"/>
                <a:gd name="connsiteY10" fmla="*/ 1377787 h 3296984"/>
                <a:gd name="connsiteX11" fmla="*/ 4944527 w 5485326"/>
                <a:gd name="connsiteY11" fmla="*/ 1758855 h 3296984"/>
                <a:gd name="connsiteX12" fmla="*/ 4944547 w 5485326"/>
                <a:gd name="connsiteY12" fmla="*/ 1837165 h 3296984"/>
                <a:gd name="connsiteX13" fmla="*/ 4824875 w 5485326"/>
                <a:gd name="connsiteY13" fmla="*/ 2107470 h 3296984"/>
                <a:gd name="connsiteX14" fmla="*/ 4458144 w 5485326"/>
                <a:gd name="connsiteY14" fmla="*/ 1992406 h 3296984"/>
                <a:gd name="connsiteX15" fmla="*/ 3674766 w 5485326"/>
                <a:gd name="connsiteY15" fmla="*/ 1844091 h 3296984"/>
                <a:gd name="connsiteX16" fmla="*/ 3291258 w 5485326"/>
                <a:gd name="connsiteY16" fmla="*/ 2648443 h 3296984"/>
                <a:gd name="connsiteX17" fmla="*/ 3180290 w 5485326"/>
                <a:gd name="connsiteY17" fmla="*/ 3083466 h 3296984"/>
                <a:gd name="connsiteX18" fmla="*/ 2861596 w 5485326"/>
                <a:gd name="connsiteY18" fmla="*/ 3032719 h 3296984"/>
                <a:gd name="connsiteX19" fmla="*/ 2802596 w 5485326"/>
                <a:gd name="connsiteY19" fmla="*/ 2995993 h 3296984"/>
                <a:gd name="connsiteX20" fmla="*/ 2779077 w 5485326"/>
                <a:gd name="connsiteY20" fmla="*/ 2975719 h 3296984"/>
                <a:gd name="connsiteX21" fmla="*/ 2696938 w 5485326"/>
                <a:gd name="connsiteY21" fmla="*/ 2930919 h 3296984"/>
                <a:gd name="connsiteX22" fmla="*/ 2576117 w 5485326"/>
                <a:gd name="connsiteY22" fmla="*/ 2857359 h 3296984"/>
                <a:gd name="connsiteX23" fmla="*/ 1976163 w 5485326"/>
                <a:gd name="connsiteY23" fmla="*/ 2833619 h 3296984"/>
                <a:gd name="connsiteX24" fmla="*/ 1714306 w 5485326"/>
                <a:gd name="connsiteY24" fmla="*/ 3152611 h 3296984"/>
                <a:gd name="connsiteX25" fmla="*/ 1691953 w 5485326"/>
                <a:gd name="connsiteY25" fmla="*/ 3296984 h 3296984"/>
                <a:gd name="connsiteX26" fmla="*/ 0 w 5485326"/>
                <a:gd name="connsiteY26" fmla="*/ 3296984 h 3296984"/>
                <a:gd name="connsiteX27" fmla="*/ 22353 w 5485326"/>
                <a:gd name="connsiteY27" fmla="*/ 3152611 h 3296984"/>
                <a:gd name="connsiteX28" fmla="*/ 284210 w 5485326"/>
                <a:gd name="connsiteY28" fmla="*/ 2833619 h 3296984"/>
                <a:gd name="connsiteX29" fmla="*/ 884163 w 5485326"/>
                <a:gd name="connsiteY29" fmla="*/ 2857359 h 3296984"/>
                <a:gd name="connsiteX30" fmla="*/ 1004984 w 5485326"/>
                <a:gd name="connsiteY30" fmla="*/ 2930919 h 3296984"/>
                <a:gd name="connsiteX31" fmla="*/ 1087124 w 5485326"/>
                <a:gd name="connsiteY31" fmla="*/ 2975719 h 3296984"/>
                <a:gd name="connsiteX32" fmla="*/ 1110643 w 5485326"/>
                <a:gd name="connsiteY32" fmla="*/ 2995993 h 3296984"/>
                <a:gd name="connsiteX33" fmla="*/ 1169643 w 5485326"/>
                <a:gd name="connsiteY33" fmla="*/ 3032719 h 3296984"/>
                <a:gd name="connsiteX34" fmla="*/ 1488337 w 5485326"/>
                <a:gd name="connsiteY34" fmla="*/ 3083466 h 3296984"/>
                <a:gd name="connsiteX35" fmla="*/ 1599305 w 5485326"/>
                <a:gd name="connsiteY35" fmla="*/ 2648443 h 3296984"/>
                <a:gd name="connsiteX36" fmla="*/ 1982813 w 5485326"/>
                <a:gd name="connsiteY36" fmla="*/ 1844091 h 3296984"/>
                <a:gd name="connsiteX37" fmla="*/ 2766192 w 5485326"/>
                <a:gd name="connsiteY37" fmla="*/ 1992406 h 3296984"/>
                <a:gd name="connsiteX38" fmla="*/ 3132922 w 5485326"/>
                <a:gd name="connsiteY38" fmla="*/ 2107470 h 3296984"/>
                <a:gd name="connsiteX39" fmla="*/ 3252560 w 5485326"/>
                <a:gd name="connsiteY39" fmla="*/ 1702771 h 3296984"/>
                <a:gd name="connsiteX40" fmla="*/ 3560402 w 5485326"/>
                <a:gd name="connsiteY40" fmla="*/ 950934 h 3296984"/>
                <a:gd name="connsiteX41" fmla="*/ 3862313 w 5485326"/>
                <a:gd name="connsiteY41" fmla="*/ 868540 h 3296984"/>
                <a:gd name="connsiteX42" fmla="*/ 5223073 w 5485326"/>
                <a:gd name="connsiteY42" fmla="*/ 381 h 3296984"/>
                <a:gd name="connsiteX43" fmla="*/ 5456666 w 5485326"/>
                <a:gd name="connsiteY43" fmla="*/ 44369 h 3296984"/>
                <a:gd name="connsiteX44" fmla="*/ 5485326 w 5485326"/>
                <a:gd name="connsiteY44" fmla="*/ 55829 h 3296984"/>
                <a:gd name="connsiteX45" fmla="*/ 5485326 w 5485326"/>
                <a:gd name="connsiteY45" fmla="*/ 872815 h 3296984"/>
                <a:gd name="connsiteX46" fmla="*/ 5462682 w 5485326"/>
                <a:gd name="connsiteY46" fmla="*/ 874218 h 3296984"/>
                <a:gd name="connsiteX47" fmla="*/ 5252356 w 5485326"/>
                <a:gd name="connsiteY47" fmla="*/ 950934 h 3296984"/>
                <a:gd name="connsiteX48" fmla="*/ 4944512 w 5485326"/>
                <a:gd name="connsiteY48" fmla="*/ 1702771 h 3296984"/>
                <a:gd name="connsiteX49" fmla="*/ 4944527 w 5485326"/>
                <a:gd name="connsiteY49" fmla="*/ 1758849 h 3296984"/>
                <a:gd name="connsiteX50" fmla="*/ 4722177 w 5485326"/>
                <a:gd name="connsiteY50" fmla="*/ 1373727 h 3296984"/>
                <a:gd name="connsiteX51" fmla="*/ 4612506 w 5485326"/>
                <a:gd name="connsiteY51" fmla="*/ 1183771 h 3296984"/>
                <a:gd name="connsiteX52" fmla="*/ 4635605 w 5485326"/>
                <a:gd name="connsiteY52" fmla="*/ 1165925 h 3296984"/>
                <a:gd name="connsiteX53" fmla="*/ 4742201 w 5485326"/>
                <a:gd name="connsiteY53" fmla="*/ 922212 h 3296984"/>
                <a:gd name="connsiteX54" fmla="*/ 4743016 w 5485326"/>
                <a:gd name="connsiteY54" fmla="*/ 873752 h 3296984"/>
                <a:gd name="connsiteX55" fmla="*/ 4741662 w 5485326"/>
                <a:gd name="connsiteY55" fmla="*/ 865770 h 3296984"/>
                <a:gd name="connsiteX56" fmla="*/ 4744863 w 5485326"/>
                <a:gd name="connsiteY56" fmla="*/ 804326 h 3296984"/>
                <a:gd name="connsiteX57" fmla="*/ 4753289 w 5485326"/>
                <a:gd name="connsiteY57" fmla="*/ 595779 h 3296984"/>
                <a:gd name="connsiteX58" fmla="*/ 5079817 w 5485326"/>
                <a:gd name="connsiteY58" fmla="*/ 38373 h 3296984"/>
                <a:gd name="connsiteX59" fmla="*/ 5223073 w 5485326"/>
                <a:gd name="connsiteY59" fmla="*/ 381 h 329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485326" h="3296984">
                  <a:moveTo>
                    <a:pt x="3503552" y="2947837"/>
                  </a:moveTo>
                  <a:lnTo>
                    <a:pt x="3503959" y="2948386"/>
                  </a:lnTo>
                  <a:lnTo>
                    <a:pt x="3503396" y="2948710"/>
                  </a:lnTo>
                  <a:close/>
                  <a:moveTo>
                    <a:pt x="1811599" y="2947837"/>
                  </a:moveTo>
                  <a:lnTo>
                    <a:pt x="1811443" y="2948710"/>
                  </a:lnTo>
                  <a:lnTo>
                    <a:pt x="1812005" y="2948386"/>
                  </a:lnTo>
                  <a:close/>
                  <a:moveTo>
                    <a:pt x="3862313" y="868540"/>
                  </a:moveTo>
                  <a:cubicBezTo>
                    <a:pt x="4008646" y="874449"/>
                    <a:pt x="4125513" y="952569"/>
                    <a:pt x="4243869" y="1033277"/>
                  </a:cubicBezTo>
                  <a:cubicBezTo>
                    <a:pt x="4333077" y="1092178"/>
                    <a:pt x="4427862" y="1154757"/>
                    <a:pt x="4546743" y="1167201"/>
                  </a:cubicBezTo>
                  <a:lnTo>
                    <a:pt x="4603381" y="1167975"/>
                  </a:lnTo>
                  <a:lnTo>
                    <a:pt x="4724517" y="1377787"/>
                  </a:lnTo>
                  <a:lnTo>
                    <a:pt x="4944527" y="1758855"/>
                  </a:lnTo>
                  <a:lnTo>
                    <a:pt x="4944547" y="1837165"/>
                  </a:lnTo>
                  <a:cubicBezTo>
                    <a:pt x="4941650" y="1965524"/>
                    <a:pt x="4922907" y="2070741"/>
                    <a:pt x="4824875" y="2107470"/>
                  </a:cubicBezTo>
                  <a:cubicBezTo>
                    <a:pt x="4691369" y="2166888"/>
                    <a:pt x="4579976" y="2081044"/>
                    <a:pt x="4458144" y="1992406"/>
                  </a:cubicBezTo>
                  <a:cubicBezTo>
                    <a:pt x="4261122" y="1850022"/>
                    <a:pt x="4046001" y="1691590"/>
                    <a:pt x="3674766" y="1844091"/>
                  </a:cubicBezTo>
                  <a:cubicBezTo>
                    <a:pt x="3279837" y="2001448"/>
                    <a:pt x="3289888" y="2340109"/>
                    <a:pt x="3291258" y="2648443"/>
                  </a:cubicBezTo>
                  <a:cubicBezTo>
                    <a:pt x="3295905" y="2840068"/>
                    <a:pt x="3296731" y="3025075"/>
                    <a:pt x="3180290" y="3083466"/>
                  </a:cubicBezTo>
                  <a:cubicBezTo>
                    <a:pt x="3080926" y="3140833"/>
                    <a:pt x="2973645" y="3098441"/>
                    <a:pt x="2861596" y="3032719"/>
                  </a:cubicBezTo>
                  <a:lnTo>
                    <a:pt x="2802596" y="2995993"/>
                  </a:lnTo>
                  <a:lnTo>
                    <a:pt x="2779077" y="2975719"/>
                  </a:lnTo>
                  <a:lnTo>
                    <a:pt x="2696938" y="2930919"/>
                  </a:lnTo>
                  <a:lnTo>
                    <a:pt x="2576117" y="2857359"/>
                  </a:lnTo>
                  <a:cubicBezTo>
                    <a:pt x="2399757" y="2761284"/>
                    <a:pt x="2207567" y="2706638"/>
                    <a:pt x="1976163" y="2833619"/>
                  </a:cubicBezTo>
                  <a:cubicBezTo>
                    <a:pt x="1825206" y="2916355"/>
                    <a:pt x="1750515" y="3027926"/>
                    <a:pt x="1714306" y="3152611"/>
                  </a:cubicBezTo>
                  <a:lnTo>
                    <a:pt x="1691953" y="3296984"/>
                  </a:lnTo>
                  <a:lnTo>
                    <a:pt x="0" y="3296984"/>
                  </a:lnTo>
                  <a:lnTo>
                    <a:pt x="22353" y="3152611"/>
                  </a:lnTo>
                  <a:cubicBezTo>
                    <a:pt x="58562" y="3027926"/>
                    <a:pt x="133253" y="2916355"/>
                    <a:pt x="284210" y="2833619"/>
                  </a:cubicBezTo>
                  <a:cubicBezTo>
                    <a:pt x="515615" y="2706638"/>
                    <a:pt x="707804" y="2761284"/>
                    <a:pt x="884163" y="2857359"/>
                  </a:cubicBezTo>
                  <a:lnTo>
                    <a:pt x="1004984" y="2930919"/>
                  </a:lnTo>
                  <a:lnTo>
                    <a:pt x="1087124" y="2975719"/>
                  </a:lnTo>
                  <a:lnTo>
                    <a:pt x="1110643" y="2995993"/>
                  </a:lnTo>
                  <a:lnTo>
                    <a:pt x="1169643" y="3032719"/>
                  </a:lnTo>
                  <a:cubicBezTo>
                    <a:pt x="1281693" y="3098441"/>
                    <a:pt x="1388973" y="3140833"/>
                    <a:pt x="1488337" y="3083466"/>
                  </a:cubicBezTo>
                  <a:cubicBezTo>
                    <a:pt x="1604778" y="3025075"/>
                    <a:pt x="1603952" y="2840068"/>
                    <a:pt x="1599305" y="2648443"/>
                  </a:cubicBezTo>
                  <a:cubicBezTo>
                    <a:pt x="1597935" y="2340109"/>
                    <a:pt x="1587883" y="2001448"/>
                    <a:pt x="1982813" y="1844091"/>
                  </a:cubicBezTo>
                  <a:cubicBezTo>
                    <a:pt x="2354048" y="1691590"/>
                    <a:pt x="2569169" y="1850022"/>
                    <a:pt x="2766192" y="1992406"/>
                  </a:cubicBezTo>
                  <a:cubicBezTo>
                    <a:pt x="2888023" y="2081044"/>
                    <a:pt x="2999417" y="2166888"/>
                    <a:pt x="3132922" y="2107470"/>
                  </a:cubicBezTo>
                  <a:cubicBezTo>
                    <a:pt x="3263632" y="2058499"/>
                    <a:pt x="3253383" y="1887769"/>
                    <a:pt x="3252560" y="1702771"/>
                  </a:cubicBezTo>
                  <a:cubicBezTo>
                    <a:pt x="3246616" y="1432399"/>
                    <a:pt x="3238617" y="1127891"/>
                    <a:pt x="3560402" y="950934"/>
                  </a:cubicBezTo>
                  <a:cubicBezTo>
                    <a:pt x="3676105" y="887447"/>
                    <a:pt x="3774513" y="864996"/>
                    <a:pt x="3862313" y="868540"/>
                  </a:cubicBezTo>
                  <a:close/>
                  <a:moveTo>
                    <a:pt x="5223073" y="381"/>
                  </a:moveTo>
                  <a:cubicBezTo>
                    <a:pt x="5297572" y="-2886"/>
                    <a:pt x="5376002" y="15177"/>
                    <a:pt x="5456666" y="44369"/>
                  </a:cubicBezTo>
                  <a:lnTo>
                    <a:pt x="5485326" y="55829"/>
                  </a:lnTo>
                  <a:lnTo>
                    <a:pt x="5485326" y="872815"/>
                  </a:lnTo>
                  <a:lnTo>
                    <a:pt x="5462682" y="874218"/>
                  </a:lnTo>
                  <a:cubicBezTo>
                    <a:pt x="5398939" y="884523"/>
                    <a:pt x="5329491" y="908610"/>
                    <a:pt x="5252356" y="950934"/>
                  </a:cubicBezTo>
                  <a:cubicBezTo>
                    <a:pt x="4930571" y="1127891"/>
                    <a:pt x="4938569" y="1432399"/>
                    <a:pt x="4944512" y="1702771"/>
                  </a:cubicBezTo>
                  <a:lnTo>
                    <a:pt x="4944527" y="1758849"/>
                  </a:lnTo>
                  <a:lnTo>
                    <a:pt x="4722177" y="1373727"/>
                  </a:lnTo>
                  <a:lnTo>
                    <a:pt x="4612506" y="1183771"/>
                  </a:lnTo>
                  <a:lnTo>
                    <a:pt x="4635605" y="1165925"/>
                  </a:lnTo>
                  <a:cubicBezTo>
                    <a:pt x="4688053" y="1119084"/>
                    <a:pt x="4740839" y="1042237"/>
                    <a:pt x="4742201" y="922212"/>
                  </a:cubicBezTo>
                  <a:lnTo>
                    <a:pt x="4743016" y="873752"/>
                  </a:lnTo>
                  <a:lnTo>
                    <a:pt x="4741662" y="865770"/>
                  </a:lnTo>
                  <a:lnTo>
                    <a:pt x="4744863" y="804326"/>
                  </a:lnTo>
                  <a:lnTo>
                    <a:pt x="4753289" y="595779"/>
                  </a:lnTo>
                  <a:cubicBezTo>
                    <a:pt x="4771743" y="365284"/>
                    <a:pt x="4832742" y="161151"/>
                    <a:pt x="5079817" y="38373"/>
                  </a:cubicBezTo>
                  <a:cubicBezTo>
                    <a:pt x="5125487" y="14215"/>
                    <a:pt x="5173406" y="2558"/>
                    <a:pt x="5223073" y="381"/>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Freeform: Shape 7">
              <a:extLst>
                <a:ext uri="{FF2B5EF4-FFF2-40B4-BE49-F238E27FC236}">
                  <a16:creationId xmlns:a16="http://schemas.microsoft.com/office/drawing/2014/main" id="{F6E4FD22-7B0E-4EF3-8EB2-9063E40E46F8}"/>
                </a:ext>
              </a:extLst>
            </p:cNvPr>
            <p:cNvSpPr/>
            <p:nvPr userDrawn="1"/>
          </p:nvSpPr>
          <p:spPr>
            <a:xfrm>
              <a:off x="11502472" y="6320364"/>
              <a:ext cx="689528" cy="537636"/>
            </a:xfrm>
            <a:custGeom>
              <a:avLst/>
              <a:gdLst>
                <a:gd name="connsiteX0" fmla="*/ 529229 w 689528"/>
                <a:gd name="connsiteY0" fmla="*/ 648 h 537636"/>
                <a:gd name="connsiteX1" fmla="*/ 677847 w 689528"/>
                <a:gd name="connsiteY1" fmla="*/ 14798 h 537636"/>
                <a:gd name="connsiteX2" fmla="*/ 689528 w 689528"/>
                <a:gd name="connsiteY2" fmla="*/ 18286 h 537636"/>
                <a:gd name="connsiteX3" fmla="*/ 689528 w 689528"/>
                <a:gd name="connsiteY3" fmla="*/ 537636 h 537636"/>
                <a:gd name="connsiteX4" fmla="*/ 0 w 689528"/>
                <a:gd name="connsiteY4" fmla="*/ 537636 h 537636"/>
                <a:gd name="connsiteX5" fmla="*/ 22353 w 689528"/>
                <a:gd name="connsiteY5" fmla="*/ 393263 h 537636"/>
                <a:gd name="connsiteX6" fmla="*/ 284210 w 689528"/>
                <a:gd name="connsiteY6" fmla="*/ 74271 h 537636"/>
                <a:gd name="connsiteX7" fmla="*/ 529229 w 689528"/>
                <a:gd name="connsiteY7" fmla="*/ 648 h 537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9528" h="537636">
                  <a:moveTo>
                    <a:pt x="529229" y="648"/>
                  </a:moveTo>
                  <a:cubicBezTo>
                    <a:pt x="580549" y="-1971"/>
                    <a:pt x="629967" y="3476"/>
                    <a:pt x="677847" y="14798"/>
                  </a:cubicBezTo>
                  <a:lnTo>
                    <a:pt x="689528" y="18286"/>
                  </a:lnTo>
                  <a:lnTo>
                    <a:pt x="689528" y="537636"/>
                  </a:lnTo>
                  <a:lnTo>
                    <a:pt x="0" y="537636"/>
                  </a:lnTo>
                  <a:lnTo>
                    <a:pt x="22353" y="393263"/>
                  </a:lnTo>
                  <a:cubicBezTo>
                    <a:pt x="58562" y="268578"/>
                    <a:pt x="133253" y="157007"/>
                    <a:pt x="284210" y="74271"/>
                  </a:cubicBezTo>
                  <a:cubicBezTo>
                    <a:pt x="370987" y="26653"/>
                    <a:pt x="452248" y="4577"/>
                    <a:pt x="529229" y="64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
        <p:nvSpPr>
          <p:cNvPr id="9" name="Picture Placeholder 6">
            <a:extLst>
              <a:ext uri="{FF2B5EF4-FFF2-40B4-BE49-F238E27FC236}">
                <a16:creationId xmlns:a16="http://schemas.microsoft.com/office/drawing/2014/main" id="{90BCE6B3-FD7D-41B8-A057-BE4FB7C5824D}"/>
              </a:ext>
            </a:extLst>
          </p:cNvPr>
          <p:cNvSpPr>
            <a:spLocks noGrp="1"/>
          </p:cNvSpPr>
          <p:nvPr>
            <p:ph type="pic" sz="quarter" idx="10" hasCustomPrompt="1"/>
          </p:nvPr>
        </p:nvSpPr>
        <p:spPr>
          <a:xfrm>
            <a:off x="3720547" y="1200849"/>
            <a:ext cx="4750911" cy="4456302"/>
          </a:xfrm>
          <a:custGeom>
            <a:avLst/>
            <a:gdLst>
              <a:gd name="connsiteX0" fmla="*/ 0 w 4750911"/>
              <a:gd name="connsiteY0" fmla="*/ 0 h 4456302"/>
              <a:gd name="connsiteX1" fmla="*/ 4750911 w 4750911"/>
              <a:gd name="connsiteY1" fmla="*/ 0 h 4456302"/>
              <a:gd name="connsiteX2" fmla="*/ 4750911 w 4750911"/>
              <a:gd name="connsiteY2" fmla="*/ 4456302 h 4456302"/>
              <a:gd name="connsiteX3" fmla="*/ 0 w 4750911"/>
              <a:gd name="connsiteY3" fmla="*/ 4456302 h 4456302"/>
            </a:gdLst>
            <a:ahLst/>
            <a:cxnLst>
              <a:cxn ang="0">
                <a:pos x="connsiteX0" y="connsiteY0"/>
              </a:cxn>
              <a:cxn ang="0">
                <a:pos x="connsiteX1" y="connsiteY1"/>
              </a:cxn>
              <a:cxn ang="0">
                <a:pos x="connsiteX2" y="connsiteY2"/>
              </a:cxn>
              <a:cxn ang="0">
                <a:pos x="connsiteX3" y="connsiteY3"/>
              </a:cxn>
            </a:cxnLst>
            <a:rect l="l" t="t" r="r" b="b"/>
            <a:pathLst>
              <a:path w="4750911" h="4456302">
                <a:moveTo>
                  <a:pt x="0" y="0"/>
                </a:moveTo>
                <a:lnTo>
                  <a:pt x="4750911" y="0"/>
                </a:lnTo>
                <a:lnTo>
                  <a:pt x="4750911" y="4456302"/>
                </a:lnTo>
                <a:lnTo>
                  <a:pt x="0" y="4456302"/>
                </a:lnTo>
                <a:close/>
              </a:path>
            </a:pathLst>
          </a:custGeom>
          <a:noFill/>
          <a:effectLst>
            <a:outerShdw blurRad="952500" dist="876300" dir="5400000" sx="87000" sy="87000" algn="t" rotWithShape="0">
              <a:prstClr val="black">
                <a:alpha val="17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pic>
        <p:nvPicPr>
          <p:cNvPr id="13" name="Gráfico 12">
            <a:extLst>
              <a:ext uri="{FF2B5EF4-FFF2-40B4-BE49-F238E27FC236}">
                <a16:creationId xmlns:a16="http://schemas.microsoft.com/office/drawing/2014/main" id="{75F0AF44-B42E-3C52-8C03-A11A69831F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70" y="197566"/>
            <a:ext cx="758823" cy="834705"/>
          </a:xfrm>
          <a:prstGeom prst="rect">
            <a:avLst/>
          </a:prstGeom>
        </p:spPr>
      </p:pic>
      <p:pic>
        <p:nvPicPr>
          <p:cNvPr id="14" name="Gráfico 13">
            <a:extLst>
              <a:ext uri="{FF2B5EF4-FFF2-40B4-BE49-F238E27FC236}">
                <a16:creationId xmlns:a16="http://schemas.microsoft.com/office/drawing/2014/main" id="{FB59185F-7D37-14F7-3896-DDE196E940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70" y="1549501"/>
            <a:ext cx="758823" cy="834705"/>
          </a:xfrm>
          <a:prstGeom prst="rect">
            <a:avLst/>
          </a:prstGeom>
        </p:spPr>
      </p:pic>
      <p:pic>
        <p:nvPicPr>
          <p:cNvPr id="15" name="Gráfico 14">
            <a:extLst>
              <a:ext uri="{FF2B5EF4-FFF2-40B4-BE49-F238E27FC236}">
                <a16:creationId xmlns:a16="http://schemas.microsoft.com/office/drawing/2014/main" id="{2C153148-F729-9184-522A-004178D7F0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69" y="2901436"/>
            <a:ext cx="758823" cy="834705"/>
          </a:xfrm>
          <a:prstGeom prst="rect">
            <a:avLst/>
          </a:prstGeom>
        </p:spPr>
      </p:pic>
      <p:pic>
        <p:nvPicPr>
          <p:cNvPr id="16" name="Gráfico 15">
            <a:extLst>
              <a:ext uri="{FF2B5EF4-FFF2-40B4-BE49-F238E27FC236}">
                <a16:creationId xmlns:a16="http://schemas.microsoft.com/office/drawing/2014/main" id="{A318CB18-8B61-B1B9-21A7-2ADA60A175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68" y="4203750"/>
            <a:ext cx="758823" cy="834705"/>
          </a:xfrm>
          <a:prstGeom prst="rect">
            <a:avLst/>
          </a:prstGeom>
        </p:spPr>
      </p:pic>
      <p:pic>
        <p:nvPicPr>
          <p:cNvPr id="17" name="Gráfico 16">
            <a:extLst>
              <a:ext uri="{FF2B5EF4-FFF2-40B4-BE49-F238E27FC236}">
                <a16:creationId xmlns:a16="http://schemas.microsoft.com/office/drawing/2014/main" id="{C1E6A4A5-0046-3A58-AABA-186FC23554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68" y="5485659"/>
            <a:ext cx="758823" cy="834705"/>
          </a:xfrm>
          <a:prstGeom prst="rect">
            <a:avLst/>
          </a:prstGeom>
        </p:spPr>
      </p:pic>
      <p:pic>
        <p:nvPicPr>
          <p:cNvPr id="18" name="Gráfico 17">
            <a:extLst>
              <a:ext uri="{FF2B5EF4-FFF2-40B4-BE49-F238E27FC236}">
                <a16:creationId xmlns:a16="http://schemas.microsoft.com/office/drawing/2014/main" id="{6A5EC787-0553-9313-5FB7-E0A5C23D65D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38770" y="645596"/>
            <a:ext cx="758823" cy="834705"/>
          </a:xfrm>
          <a:prstGeom prst="rect">
            <a:avLst/>
          </a:prstGeom>
        </p:spPr>
      </p:pic>
      <p:pic>
        <p:nvPicPr>
          <p:cNvPr id="19" name="Gráfico 18">
            <a:extLst>
              <a:ext uri="{FF2B5EF4-FFF2-40B4-BE49-F238E27FC236}">
                <a16:creationId xmlns:a16="http://schemas.microsoft.com/office/drawing/2014/main" id="{DCB6C434-A2A0-515A-7FAF-077563D054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38770" y="2062821"/>
            <a:ext cx="758823" cy="834705"/>
          </a:xfrm>
          <a:prstGeom prst="rect">
            <a:avLst/>
          </a:prstGeom>
        </p:spPr>
      </p:pic>
      <p:pic>
        <p:nvPicPr>
          <p:cNvPr id="20" name="Gráfico 19">
            <a:extLst>
              <a:ext uri="{FF2B5EF4-FFF2-40B4-BE49-F238E27FC236}">
                <a16:creationId xmlns:a16="http://schemas.microsoft.com/office/drawing/2014/main" id="{71496317-951A-FC98-67EE-2D683E8924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28564" y="3480046"/>
            <a:ext cx="758823" cy="834705"/>
          </a:xfrm>
          <a:prstGeom prst="rect">
            <a:avLst/>
          </a:prstGeom>
        </p:spPr>
      </p:pic>
      <p:pic>
        <p:nvPicPr>
          <p:cNvPr id="32" name="Gráfico 31">
            <a:extLst>
              <a:ext uri="{FF2B5EF4-FFF2-40B4-BE49-F238E27FC236}">
                <a16:creationId xmlns:a16="http://schemas.microsoft.com/office/drawing/2014/main" id="{BA3A446B-3BD4-C5FF-8841-83CC5783F71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64090" y="197566"/>
            <a:ext cx="758823" cy="834705"/>
          </a:xfrm>
          <a:prstGeom prst="rect">
            <a:avLst/>
          </a:prstGeom>
        </p:spPr>
      </p:pic>
      <p:pic>
        <p:nvPicPr>
          <p:cNvPr id="33" name="Gráfico 32">
            <a:extLst>
              <a:ext uri="{FF2B5EF4-FFF2-40B4-BE49-F238E27FC236}">
                <a16:creationId xmlns:a16="http://schemas.microsoft.com/office/drawing/2014/main" id="{CC0BCE4C-433F-3570-2F90-472EDD8904E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64090" y="1549501"/>
            <a:ext cx="758823" cy="834705"/>
          </a:xfrm>
          <a:prstGeom prst="rect">
            <a:avLst/>
          </a:prstGeom>
        </p:spPr>
      </p:pic>
      <p:pic>
        <p:nvPicPr>
          <p:cNvPr id="37" name="Gráfico 36">
            <a:extLst>
              <a:ext uri="{FF2B5EF4-FFF2-40B4-BE49-F238E27FC236}">
                <a16:creationId xmlns:a16="http://schemas.microsoft.com/office/drawing/2014/main" id="{FBD61C56-DE59-CFB4-C02C-E6F360092C7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88290" y="645596"/>
            <a:ext cx="758823" cy="834705"/>
          </a:xfrm>
          <a:prstGeom prst="rect">
            <a:avLst/>
          </a:prstGeom>
        </p:spPr>
      </p:pic>
      <p:pic>
        <p:nvPicPr>
          <p:cNvPr id="40" name="Gráfico 39">
            <a:extLst>
              <a:ext uri="{FF2B5EF4-FFF2-40B4-BE49-F238E27FC236}">
                <a16:creationId xmlns:a16="http://schemas.microsoft.com/office/drawing/2014/main" id="{4DD09EFB-B721-E4D7-955A-D527D3F4AF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19367" y="144604"/>
            <a:ext cx="758823" cy="834705"/>
          </a:xfrm>
          <a:prstGeom prst="rect">
            <a:avLst/>
          </a:prstGeom>
        </p:spPr>
      </p:pic>
    </p:spTree>
    <p:extLst>
      <p:ext uri="{BB962C8B-B14F-4D97-AF65-F5344CB8AC3E}">
        <p14:creationId xmlns:p14="http://schemas.microsoft.com/office/powerpoint/2010/main" val="73473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1+#ppt_w/2"/>
                                          </p:val>
                                        </p:tav>
                                        <p:tav tm="100000">
                                          <p:val>
                                            <p:strVal val="#ppt_x"/>
                                          </p:val>
                                        </p:tav>
                                      </p:tavLst>
                                    </p:anim>
                                    <p:anim calcmode="lin" valueType="num">
                                      <p:cBhvr additive="base">
                                        <p:cTn id="8" dur="10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250" fill="hold"/>
                                        <p:tgtEl>
                                          <p:spTgt spid="9"/>
                                        </p:tgtEl>
                                        <p:attrNameLst>
                                          <p:attrName>ppt_x</p:attrName>
                                        </p:attrNameLst>
                                      </p:cBhvr>
                                      <p:tavLst>
                                        <p:tav tm="0">
                                          <p:val>
                                            <p:strVal val="#ppt_x"/>
                                          </p:val>
                                        </p:tav>
                                        <p:tav tm="100000">
                                          <p:val>
                                            <p:strVal val="#ppt_x"/>
                                          </p:val>
                                        </p:tav>
                                      </p:tavLst>
                                    </p:anim>
                                    <p:anim calcmode="lin" valueType="num">
                                      <p:cBhvr additive="base">
                                        <p:cTn id="12" dur="12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1_Title and Content">
    <p:bg>
      <p:bgPr>
        <a:solidFill>
          <a:schemeClr val="accent4"/>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2E50E38C-5C54-4DC0-81A3-D7A5EF9F99B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grpSp>
        <p:nvGrpSpPr>
          <p:cNvPr id="19" name="Group 18">
            <a:extLst>
              <a:ext uri="{FF2B5EF4-FFF2-40B4-BE49-F238E27FC236}">
                <a16:creationId xmlns:a16="http://schemas.microsoft.com/office/drawing/2014/main" id="{750471F3-6FB8-4957-9A2A-2DC6F6A78373}"/>
              </a:ext>
            </a:extLst>
          </p:cNvPr>
          <p:cNvGrpSpPr/>
          <p:nvPr userDrawn="1"/>
        </p:nvGrpSpPr>
        <p:grpSpPr>
          <a:xfrm>
            <a:off x="9610762" y="6336040"/>
            <a:ext cx="1826059" cy="261610"/>
            <a:chOff x="9610761" y="6336040"/>
            <a:chExt cx="1826059" cy="261610"/>
          </a:xfrm>
        </p:grpSpPr>
        <p:sp>
          <p:nvSpPr>
            <p:cNvPr id="20" name="TextBox 19">
              <a:extLst>
                <a:ext uri="{FF2B5EF4-FFF2-40B4-BE49-F238E27FC236}">
                  <a16:creationId xmlns:a16="http://schemas.microsoft.com/office/drawing/2014/main" id="{B5398836-987A-4C13-942A-0924196C8EA8}"/>
                </a:ext>
              </a:extLst>
            </p:cNvPr>
            <p:cNvSpPr txBox="1"/>
            <p:nvPr/>
          </p:nvSpPr>
          <p:spPr>
            <a:xfrm>
              <a:off x="9610761" y="6336040"/>
              <a:ext cx="848309" cy="261610"/>
            </a:xfrm>
            <a:prstGeom prst="rect">
              <a:avLst/>
            </a:prstGeom>
            <a:noFill/>
          </p:spPr>
          <p:txBody>
            <a:bodyPr wrap="none" rtlCol="0">
              <a:spAutoFit/>
            </a:bodyPr>
            <a:lstStyle/>
            <a:p>
              <a:r>
                <a:rPr lang="en-US" sz="1100">
                  <a:solidFill>
                    <a:schemeClr val="bg1"/>
                  </a:solidFill>
                  <a:latin typeface="+mj-lt"/>
                </a:rPr>
                <a:t>Find us on</a:t>
              </a:r>
              <a:endParaRPr lang="en-GB" sz="1100" b="1">
                <a:solidFill>
                  <a:schemeClr val="bg1"/>
                </a:solidFill>
                <a:latin typeface="+mj-lt"/>
              </a:endParaRPr>
            </a:p>
          </p:txBody>
        </p:sp>
        <p:grpSp>
          <p:nvGrpSpPr>
            <p:cNvPr id="22" name="Group 21">
              <a:extLst>
                <a:ext uri="{FF2B5EF4-FFF2-40B4-BE49-F238E27FC236}">
                  <a16:creationId xmlns:a16="http://schemas.microsoft.com/office/drawing/2014/main" id="{B15DA9C8-B4B5-4572-9F58-4B984D569811}"/>
                </a:ext>
              </a:extLst>
            </p:cNvPr>
            <p:cNvGrpSpPr/>
            <p:nvPr/>
          </p:nvGrpSpPr>
          <p:grpSpPr>
            <a:xfrm>
              <a:off x="10556608" y="6396171"/>
              <a:ext cx="880212" cy="141333"/>
              <a:chOff x="3707677" y="6319154"/>
              <a:chExt cx="1077507" cy="173012"/>
            </a:xfrm>
          </p:grpSpPr>
          <p:sp>
            <p:nvSpPr>
              <p:cNvPr id="23" name="Freeform: Shape 22">
                <a:extLst>
                  <a:ext uri="{FF2B5EF4-FFF2-40B4-BE49-F238E27FC236}">
                    <a16:creationId xmlns:a16="http://schemas.microsoft.com/office/drawing/2014/main" id="{BFC2F70A-BB9D-49D5-9920-B91FF3661937}"/>
                  </a:ext>
                </a:extLst>
              </p:cNvPr>
              <p:cNvSpPr/>
              <p:nvPr/>
            </p:nvSpPr>
            <p:spPr>
              <a:xfrm>
                <a:off x="3707677" y="6319154"/>
                <a:ext cx="173012" cy="173012"/>
              </a:xfrm>
              <a:custGeom>
                <a:avLst/>
                <a:gdLst>
                  <a:gd name="connsiteX0" fmla="*/ 6505575 w 6505575"/>
                  <a:gd name="connsiteY0" fmla="*/ 3252788 h 6505575"/>
                  <a:gd name="connsiteX1" fmla="*/ 3252788 w 6505575"/>
                  <a:gd name="connsiteY1" fmla="*/ 0 h 6505575"/>
                  <a:gd name="connsiteX2" fmla="*/ 0 w 6505575"/>
                  <a:gd name="connsiteY2" fmla="*/ 3252788 h 6505575"/>
                  <a:gd name="connsiteX3" fmla="*/ 3252788 w 6505575"/>
                  <a:gd name="connsiteY3" fmla="*/ 6505575 h 6505575"/>
                  <a:gd name="connsiteX4" fmla="*/ 3309966 w 6505575"/>
                  <a:gd name="connsiteY4" fmla="*/ 6504831 h 6505575"/>
                  <a:gd name="connsiteX5" fmla="*/ 3309966 w 6505575"/>
                  <a:gd name="connsiteY5" fmla="*/ 3972673 h 6505575"/>
                  <a:gd name="connsiteX6" fmla="*/ 2611124 w 6505575"/>
                  <a:gd name="connsiteY6" fmla="*/ 3972673 h 6505575"/>
                  <a:gd name="connsiteX7" fmla="*/ 2611124 w 6505575"/>
                  <a:gd name="connsiteY7" fmla="*/ 3158236 h 6505575"/>
                  <a:gd name="connsiteX8" fmla="*/ 3309966 w 6505575"/>
                  <a:gd name="connsiteY8" fmla="*/ 3158236 h 6505575"/>
                  <a:gd name="connsiteX9" fmla="*/ 3309966 w 6505575"/>
                  <a:gd name="connsiteY9" fmla="*/ 2558910 h 6505575"/>
                  <a:gd name="connsiteX10" fmla="*/ 4354306 w 6505575"/>
                  <a:gd name="connsiteY10" fmla="*/ 1485534 h 6505575"/>
                  <a:gd name="connsiteX11" fmla="*/ 4980831 w 6505575"/>
                  <a:gd name="connsiteY11" fmla="*/ 1517547 h 6505575"/>
                  <a:gd name="connsiteX12" fmla="*/ 4980831 w 6505575"/>
                  <a:gd name="connsiteY12" fmla="*/ 2243985 h 6505575"/>
                  <a:gd name="connsiteX13" fmla="*/ 4553287 w 6505575"/>
                  <a:gd name="connsiteY13" fmla="*/ 2243985 h 6505575"/>
                  <a:gd name="connsiteX14" fmla="*/ 4150659 w 6505575"/>
                  <a:gd name="connsiteY14" fmla="*/ 2639515 h 6505575"/>
                  <a:gd name="connsiteX15" fmla="*/ 4150659 w 6505575"/>
                  <a:gd name="connsiteY15" fmla="*/ 3158236 h 6505575"/>
                  <a:gd name="connsiteX16" fmla="*/ 4957206 w 6505575"/>
                  <a:gd name="connsiteY16" fmla="*/ 3158236 h 6505575"/>
                  <a:gd name="connsiteX17" fmla="*/ 4852082 w 6505575"/>
                  <a:gd name="connsiteY17" fmla="*/ 3972673 h 6505575"/>
                  <a:gd name="connsiteX18" fmla="*/ 4150659 w 6505575"/>
                  <a:gd name="connsiteY18" fmla="*/ 3972673 h 6505575"/>
                  <a:gd name="connsiteX19" fmla="*/ 4150659 w 6505575"/>
                  <a:gd name="connsiteY19" fmla="*/ 6379903 h 6505575"/>
                  <a:gd name="connsiteX20" fmla="*/ 6505575 w 6505575"/>
                  <a:gd name="connsiteY20" fmla="*/ 3252788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05575" h="6505575">
                    <a:moveTo>
                      <a:pt x="6505575" y="3252788"/>
                    </a:moveTo>
                    <a:cubicBezTo>
                      <a:pt x="6505575" y="1456597"/>
                      <a:pt x="5048978" y="0"/>
                      <a:pt x="3252788" y="0"/>
                    </a:cubicBezTo>
                    <a:cubicBezTo>
                      <a:pt x="1456597" y="0"/>
                      <a:pt x="0" y="1456597"/>
                      <a:pt x="0" y="3252788"/>
                    </a:cubicBezTo>
                    <a:cubicBezTo>
                      <a:pt x="0" y="5048978"/>
                      <a:pt x="1456597" y="6505575"/>
                      <a:pt x="3252788" y="6505575"/>
                    </a:cubicBezTo>
                    <a:cubicBezTo>
                      <a:pt x="3271897" y="6505575"/>
                      <a:pt x="3290906" y="6505178"/>
                      <a:pt x="3309966" y="6504831"/>
                    </a:cubicBezTo>
                    <a:lnTo>
                      <a:pt x="3309966" y="3972673"/>
                    </a:lnTo>
                    <a:lnTo>
                      <a:pt x="2611124" y="3972673"/>
                    </a:lnTo>
                    <a:lnTo>
                      <a:pt x="2611124" y="3158236"/>
                    </a:lnTo>
                    <a:lnTo>
                      <a:pt x="3309966" y="3158236"/>
                    </a:lnTo>
                    <a:lnTo>
                      <a:pt x="3309966" y="2558910"/>
                    </a:lnTo>
                    <a:cubicBezTo>
                      <a:pt x="3309966" y="1863841"/>
                      <a:pt x="3734283" y="1485534"/>
                      <a:pt x="4354306" y="1485534"/>
                    </a:cubicBezTo>
                    <a:cubicBezTo>
                      <a:pt x="4651214" y="1485534"/>
                      <a:pt x="4906430" y="1507670"/>
                      <a:pt x="4980831" y="1517547"/>
                    </a:cubicBezTo>
                    <a:lnTo>
                      <a:pt x="4980831" y="2243985"/>
                    </a:lnTo>
                    <a:lnTo>
                      <a:pt x="4553287" y="2243985"/>
                    </a:lnTo>
                    <a:cubicBezTo>
                      <a:pt x="4215977" y="2243985"/>
                      <a:pt x="4150659" y="2404301"/>
                      <a:pt x="4150659" y="2639515"/>
                    </a:cubicBezTo>
                    <a:lnTo>
                      <a:pt x="4150659" y="3158236"/>
                    </a:lnTo>
                    <a:lnTo>
                      <a:pt x="4957206" y="3158236"/>
                    </a:lnTo>
                    <a:lnTo>
                      <a:pt x="4852082" y="3972673"/>
                    </a:lnTo>
                    <a:lnTo>
                      <a:pt x="4150659" y="3972673"/>
                    </a:lnTo>
                    <a:lnTo>
                      <a:pt x="4150659" y="6379903"/>
                    </a:lnTo>
                    <a:cubicBezTo>
                      <a:pt x="5510273" y="5990130"/>
                      <a:pt x="6505575" y="4737527"/>
                      <a:pt x="6505575" y="3252788"/>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sp>
            <p:nvSpPr>
              <p:cNvPr id="24" name="Graphic 39">
                <a:extLst>
                  <a:ext uri="{FF2B5EF4-FFF2-40B4-BE49-F238E27FC236}">
                    <a16:creationId xmlns:a16="http://schemas.microsoft.com/office/drawing/2014/main" id="{4A635E53-30B5-49D6-AA04-5F38A16BC28D}"/>
                  </a:ext>
                </a:extLst>
              </p:cNvPr>
              <p:cNvSpPr/>
              <p:nvPr/>
            </p:nvSpPr>
            <p:spPr>
              <a:xfrm>
                <a:off x="4310675" y="6319154"/>
                <a:ext cx="173012" cy="173012"/>
              </a:xfrm>
              <a:custGeom>
                <a:avLst/>
                <a:gdLst>
                  <a:gd name="connsiteX0" fmla="*/ 3252788 w 6505575"/>
                  <a:gd name="connsiteY0" fmla="*/ 0 h 6505575"/>
                  <a:gd name="connsiteX1" fmla="*/ 0 w 6505575"/>
                  <a:gd name="connsiteY1" fmla="*/ 3252788 h 6505575"/>
                  <a:gd name="connsiteX2" fmla="*/ 3252788 w 6505575"/>
                  <a:gd name="connsiteY2" fmla="*/ 6505575 h 6505575"/>
                  <a:gd name="connsiteX3" fmla="*/ 6505575 w 6505575"/>
                  <a:gd name="connsiteY3" fmla="*/ 3252788 h 6505575"/>
                  <a:gd name="connsiteX4" fmla="*/ 3252788 w 6505575"/>
                  <a:gd name="connsiteY4" fmla="*/ 0 h 6505575"/>
                  <a:gd name="connsiteX5" fmla="*/ 4737974 w 6505575"/>
                  <a:gd name="connsiteY5" fmla="*/ 2536178 h 6505575"/>
                  <a:gd name="connsiteX6" fmla="*/ 4740108 w 6505575"/>
                  <a:gd name="connsiteY6" fmla="*/ 2632665 h 6505575"/>
                  <a:gd name="connsiteX7" fmla="*/ 2615840 w 6505575"/>
                  <a:gd name="connsiteY7" fmla="*/ 4756934 h 6505575"/>
                  <a:gd name="connsiteX8" fmla="*/ 2615889 w 6505575"/>
                  <a:gd name="connsiteY8" fmla="*/ 4756934 h 6505575"/>
                  <a:gd name="connsiteX9" fmla="*/ 2615840 w 6505575"/>
                  <a:gd name="connsiteY9" fmla="*/ 4756934 h 6505575"/>
                  <a:gd name="connsiteX10" fmla="*/ 1471438 w 6505575"/>
                  <a:gd name="connsiteY10" fmla="*/ 4421560 h 6505575"/>
                  <a:gd name="connsiteX11" fmla="*/ 1649523 w 6505575"/>
                  <a:gd name="connsiteY11" fmla="*/ 4431884 h 6505575"/>
                  <a:gd name="connsiteX12" fmla="*/ 2576828 w 6505575"/>
                  <a:gd name="connsiteY12" fmla="*/ 4112293 h 6505575"/>
                  <a:gd name="connsiteX13" fmla="*/ 1879327 w 6505575"/>
                  <a:gd name="connsiteY13" fmla="*/ 3593721 h 6505575"/>
                  <a:gd name="connsiteX14" fmla="*/ 2019641 w 6505575"/>
                  <a:gd name="connsiteY14" fmla="*/ 3607221 h 6505575"/>
                  <a:gd name="connsiteX15" fmla="*/ 2216537 w 6505575"/>
                  <a:gd name="connsiteY15" fmla="*/ 3580915 h 6505575"/>
                  <a:gd name="connsiteX16" fmla="*/ 1617559 w 6505575"/>
                  <a:gd name="connsiteY16" fmla="*/ 2849068 h 6505575"/>
                  <a:gd name="connsiteX17" fmla="*/ 1617658 w 6505575"/>
                  <a:gd name="connsiteY17" fmla="*/ 2839538 h 6505575"/>
                  <a:gd name="connsiteX18" fmla="*/ 1955812 w 6505575"/>
                  <a:gd name="connsiteY18" fmla="*/ 2932899 h 6505575"/>
                  <a:gd name="connsiteX19" fmla="*/ 1623565 w 6505575"/>
                  <a:gd name="connsiteY19" fmla="*/ 2311437 h 6505575"/>
                  <a:gd name="connsiteX20" fmla="*/ 1724668 w 6505575"/>
                  <a:gd name="connsiteY20" fmla="*/ 1936157 h 6505575"/>
                  <a:gd name="connsiteX21" fmla="*/ 3263608 w 6505575"/>
                  <a:gd name="connsiteY21" fmla="*/ 2716248 h 6505575"/>
                  <a:gd name="connsiteX22" fmla="*/ 3244201 w 6505575"/>
                  <a:gd name="connsiteY22" fmla="*/ 2546005 h 6505575"/>
                  <a:gd name="connsiteX23" fmla="*/ 3990889 w 6505575"/>
                  <a:gd name="connsiteY23" fmla="*/ 1799466 h 6505575"/>
                  <a:gd name="connsiteX24" fmla="*/ 4535866 w 6505575"/>
                  <a:gd name="connsiteY24" fmla="*/ 2035375 h 6505575"/>
                  <a:gd name="connsiteX25" fmla="*/ 5009966 w 6505575"/>
                  <a:gd name="connsiteY25" fmla="*/ 1854162 h 6505575"/>
                  <a:gd name="connsiteX26" fmla="*/ 4681640 w 6505575"/>
                  <a:gd name="connsiteY26" fmla="*/ 2267114 h 6505575"/>
                  <a:gd name="connsiteX27" fmla="*/ 5110375 w 6505575"/>
                  <a:gd name="connsiteY27" fmla="*/ 2149532 h 6505575"/>
                  <a:gd name="connsiteX28" fmla="*/ 4737974 w 6505575"/>
                  <a:gd name="connsiteY28" fmla="*/ 2536178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505575" h="6505575">
                    <a:moveTo>
                      <a:pt x="3252788" y="0"/>
                    </a:moveTo>
                    <a:cubicBezTo>
                      <a:pt x="1456597" y="0"/>
                      <a:pt x="0" y="1456597"/>
                      <a:pt x="0" y="3252788"/>
                    </a:cubicBezTo>
                    <a:cubicBezTo>
                      <a:pt x="0" y="5048978"/>
                      <a:pt x="1456597" y="6505575"/>
                      <a:pt x="3252788" y="6505575"/>
                    </a:cubicBezTo>
                    <a:cubicBezTo>
                      <a:pt x="5048978" y="6505575"/>
                      <a:pt x="6505575" y="5048978"/>
                      <a:pt x="6505575" y="3252788"/>
                    </a:cubicBezTo>
                    <a:cubicBezTo>
                      <a:pt x="6505575" y="1456597"/>
                      <a:pt x="5048978" y="0"/>
                      <a:pt x="3252788" y="0"/>
                    </a:cubicBezTo>
                    <a:close/>
                    <a:moveTo>
                      <a:pt x="4737974" y="2536178"/>
                    </a:moveTo>
                    <a:cubicBezTo>
                      <a:pt x="4739413" y="2568191"/>
                      <a:pt x="4740108" y="2600354"/>
                      <a:pt x="4740108" y="2632665"/>
                    </a:cubicBezTo>
                    <a:cubicBezTo>
                      <a:pt x="4740108" y="3619232"/>
                      <a:pt x="3989152" y="4756884"/>
                      <a:pt x="2615840" y="4756934"/>
                    </a:cubicBezTo>
                    <a:lnTo>
                      <a:pt x="2615889" y="4756934"/>
                    </a:lnTo>
                    <a:lnTo>
                      <a:pt x="2615840" y="4756934"/>
                    </a:lnTo>
                    <a:cubicBezTo>
                      <a:pt x="2194202" y="4756934"/>
                      <a:pt x="1801849" y="4633346"/>
                      <a:pt x="1471438" y="4421560"/>
                    </a:cubicBezTo>
                    <a:cubicBezTo>
                      <a:pt x="1529856" y="4428459"/>
                      <a:pt x="1589318" y="4431884"/>
                      <a:pt x="1649523" y="4431884"/>
                    </a:cubicBezTo>
                    <a:cubicBezTo>
                      <a:pt x="1999341" y="4431884"/>
                      <a:pt x="2321264" y="4312564"/>
                      <a:pt x="2576828" y="4112293"/>
                    </a:cubicBezTo>
                    <a:cubicBezTo>
                      <a:pt x="2249990" y="4106237"/>
                      <a:pt x="1974425" y="3890381"/>
                      <a:pt x="1879327" y="3593721"/>
                    </a:cubicBezTo>
                    <a:cubicBezTo>
                      <a:pt x="1924841" y="3602456"/>
                      <a:pt x="1971645" y="3607221"/>
                      <a:pt x="2019641" y="3607221"/>
                    </a:cubicBezTo>
                    <a:cubicBezTo>
                      <a:pt x="2087788" y="3607221"/>
                      <a:pt x="2153800" y="3598039"/>
                      <a:pt x="2216537" y="3580915"/>
                    </a:cubicBezTo>
                    <a:cubicBezTo>
                      <a:pt x="1874909" y="3512520"/>
                      <a:pt x="1617559" y="3210599"/>
                      <a:pt x="1617559" y="2849068"/>
                    </a:cubicBezTo>
                    <a:cubicBezTo>
                      <a:pt x="1617559" y="2845693"/>
                      <a:pt x="1617559" y="2842665"/>
                      <a:pt x="1617658" y="2839538"/>
                    </a:cubicBezTo>
                    <a:cubicBezTo>
                      <a:pt x="1718266" y="2895475"/>
                      <a:pt x="1833316" y="2929127"/>
                      <a:pt x="1955812" y="2932899"/>
                    </a:cubicBezTo>
                    <a:cubicBezTo>
                      <a:pt x="1755342" y="2799137"/>
                      <a:pt x="1623565" y="2570475"/>
                      <a:pt x="1623565" y="2311437"/>
                    </a:cubicBezTo>
                    <a:cubicBezTo>
                      <a:pt x="1623565" y="2174647"/>
                      <a:pt x="1660542" y="2046493"/>
                      <a:pt x="1724668" y="1936157"/>
                    </a:cubicBezTo>
                    <a:cubicBezTo>
                      <a:pt x="2092850" y="2387922"/>
                      <a:pt x="2643089" y="2685029"/>
                      <a:pt x="3263608" y="2716248"/>
                    </a:cubicBezTo>
                    <a:cubicBezTo>
                      <a:pt x="3250802" y="2661552"/>
                      <a:pt x="3244201" y="2604573"/>
                      <a:pt x="3244201" y="2546005"/>
                    </a:cubicBezTo>
                    <a:cubicBezTo>
                      <a:pt x="3244201" y="2133848"/>
                      <a:pt x="3578583" y="1799466"/>
                      <a:pt x="3990889" y="1799466"/>
                    </a:cubicBezTo>
                    <a:cubicBezTo>
                      <a:pt x="4205654" y="1799466"/>
                      <a:pt x="4399622" y="1890246"/>
                      <a:pt x="4535866" y="2035375"/>
                    </a:cubicBezTo>
                    <a:cubicBezTo>
                      <a:pt x="4705960" y="2001822"/>
                      <a:pt x="4865681" y="1939681"/>
                      <a:pt x="5009966" y="1854162"/>
                    </a:cubicBezTo>
                    <a:cubicBezTo>
                      <a:pt x="4954128" y="2028426"/>
                      <a:pt x="4835802" y="2174647"/>
                      <a:pt x="4681640" y="2267114"/>
                    </a:cubicBezTo>
                    <a:cubicBezTo>
                      <a:pt x="4832675" y="2249047"/>
                      <a:pt x="4976612" y="2208993"/>
                      <a:pt x="5110375" y="2149532"/>
                    </a:cubicBezTo>
                    <a:cubicBezTo>
                      <a:pt x="5010462" y="2299277"/>
                      <a:pt x="4883748" y="2430806"/>
                      <a:pt x="4737974" y="2536178"/>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sp>
            <p:nvSpPr>
              <p:cNvPr id="25" name="Freeform: Shape 24">
                <a:extLst>
                  <a:ext uri="{FF2B5EF4-FFF2-40B4-BE49-F238E27FC236}">
                    <a16:creationId xmlns:a16="http://schemas.microsoft.com/office/drawing/2014/main" id="{29550256-CE3C-4469-ABEC-4EBDA5B9012B}"/>
                  </a:ext>
                </a:extLst>
              </p:cNvPr>
              <p:cNvSpPr/>
              <p:nvPr/>
            </p:nvSpPr>
            <p:spPr>
              <a:xfrm>
                <a:off x="4612172" y="6319154"/>
                <a:ext cx="173012" cy="173012"/>
              </a:xfrm>
              <a:custGeom>
                <a:avLst/>
                <a:gdLst>
                  <a:gd name="connsiteX0" fmla="*/ 2847628 w 6505575"/>
                  <a:gd name="connsiteY0" fmla="*/ 2643386 h 6505575"/>
                  <a:gd name="connsiteX1" fmla="*/ 3905718 w 6505575"/>
                  <a:gd name="connsiteY1" fmla="*/ 3252787 h 6505575"/>
                  <a:gd name="connsiteX2" fmla="*/ 2847628 w 6505575"/>
                  <a:gd name="connsiteY2" fmla="*/ 3862189 h 6505575"/>
                  <a:gd name="connsiteX3" fmla="*/ 3252788 w 6505575"/>
                  <a:gd name="connsiteY3" fmla="*/ 1829693 h 6505575"/>
                  <a:gd name="connsiteX4" fmla="*/ 1662279 w 6505575"/>
                  <a:gd name="connsiteY4" fmla="*/ 1913425 h 6505575"/>
                  <a:gd name="connsiteX5" fmla="*/ 1303974 w 6505575"/>
                  <a:gd name="connsiteY5" fmla="*/ 2275055 h 6505575"/>
                  <a:gd name="connsiteX6" fmla="*/ 1220242 w 6505575"/>
                  <a:gd name="connsiteY6" fmla="*/ 3252788 h 6505575"/>
                  <a:gd name="connsiteX7" fmla="*/ 1303974 w 6505575"/>
                  <a:gd name="connsiteY7" fmla="*/ 4230520 h 6505575"/>
                  <a:gd name="connsiteX8" fmla="*/ 1662279 w 6505575"/>
                  <a:gd name="connsiteY8" fmla="*/ 4588825 h 6505575"/>
                  <a:gd name="connsiteX9" fmla="*/ 3252788 w 6505575"/>
                  <a:gd name="connsiteY9" fmla="*/ 4675882 h 6505575"/>
                  <a:gd name="connsiteX10" fmla="*/ 4843296 w 6505575"/>
                  <a:gd name="connsiteY10" fmla="*/ 4592150 h 6505575"/>
                  <a:gd name="connsiteX11" fmla="*/ 5201601 w 6505575"/>
                  <a:gd name="connsiteY11" fmla="*/ 4233895 h 6505575"/>
                  <a:gd name="connsiteX12" fmla="*/ 5285284 w 6505575"/>
                  <a:gd name="connsiteY12" fmla="*/ 3256113 h 6505575"/>
                  <a:gd name="connsiteX13" fmla="*/ 5201601 w 6505575"/>
                  <a:gd name="connsiteY13" fmla="*/ 2275055 h 6505575"/>
                  <a:gd name="connsiteX14" fmla="*/ 4843296 w 6505575"/>
                  <a:gd name="connsiteY14" fmla="*/ 1916750 h 6505575"/>
                  <a:gd name="connsiteX15" fmla="*/ 3252788 w 6505575"/>
                  <a:gd name="connsiteY15" fmla="*/ 1829693 h 6505575"/>
                  <a:gd name="connsiteX16" fmla="*/ 3252788 w 6505575"/>
                  <a:gd name="connsiteY16" fmla="*/ 0 h 6505575"/>
                  <a:gd name="connsiteX17" fmla="*/ 6505575 w 6505575"/>
                  <a:gd name="connsiteY17" fmla="*/ 3252788 h 6505575"/>
                  <a:gd name="connsiteX18" fmla="*/ 3252788 w 6505575"/>
                  <a:gd name="connsiteY18" fmla="*/ 6505575 h 6505575"/>
                  <a:gd name="connsiteX19" fmla="*/ 0 w 6505575"/>
                  <a:gd name="connsiteY19" fmla="*/ 3252788 h 6505575"/>
                  <a:gd name="connsiteX20" fmla="*/ 3252788 w 6505575"/>
                  <a:gd name="connsiteY20" fmla="*/ 0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05575" h="6505575">
                    <a:moveTo>
                      <a:pt x="2847628" y="2643386"/>
                    </a:moveTo>
                    <a:lnTo>
                      <a:pt x="3905718" y="3252787"/>
                    </a:lnTo>
                    <a:lnTo>
                      <a:pt x="2847628" y="3862189"/>
                    </a:lnTo>
                    <a:close/>
                    <a:moveTo>
                      <a:pt x="3252788" y="1829693"/>
                    </a:moveTo>
                    <a:cubicBezTo>
                      <a:pt x="3252788" y="1829693"/>
                      <a:pt x="1980381" y="1829693"/>
                      <a:pt x="1662279" y="1913425"/>
                    </a:cubicBezTo>
                    <a:cubicBezTo>
                      <a:pt x="1491490" y="1960279"/>
                      <a:pt x="1350828" y="2100941"/>
                      <a:pt x="1303974" y="2275055"/>
                    </a:cubicBezTo>
                    <a:cubicBezTo>
                      <a:pt x="1220242" y="2593157"/>
                      <a:pt x="1220242" y="3252788"/>
                      <a:pt x="1220242" y="3252788"/>
                    </a:cubicBezTo>
                    <a:cubicBezTo>
                      <a:pt x="1220242" y="3252788"/>
                      <a:pt x="1220242" y="3915793"/>
                      <a:pt x="1303974" y="4230520"/>
                    </a:cubicBezTo>
                    <a:cubicBezTo>
                      <a:pt x="1350878" y="4404635"/>
                      <a:pt x="1488164" y="4541971"/>
                      <a:pt x="1662279" y="4588825"/>
                    </a:cubicBezTo>
                    <a:cubicBezTo>
                      <a:pt x="1983706" y="4675882"/>
                      <a:pt x="3252788" y="4675882"/>
                      <a:pt x="3252788" y="4675882"/>
                    </a:cubicBezTo>
                    <a:cubicBezTo>
                      <a:pt x="3252788" y="4675882"/>
                      <a:pt x="4525195" y="4675882"/>
                      <a:pt x="4843296" y="4592150"/>
                    </a:cubicBezTo>
                    <a:cubicBezTo>
                      <a:pt x="5017411" y="4545296"/>
                      <a:pt x="5154698" y="4408010"/>
                      <a:pt x="5201601" y="4233895"/>
                    </a:cubicBezTo>
                    <a:cubicBezTo>
                      <a:pt x="5285284" y="3915793"/>
                      <a:pt x="5285284" y="3256113"/>
                      <a:pt x="5285284" y="3256113"/>
                    </a:cubicBezTo>
                    <a:cubicBezTo>
                      <a:pt x="5285284" y="3256113"/>
                      <a:pt x="5288659" y="2593157"/>
                      <a:pt x="5201601" y="2275055"/>
                    </a:cubicBezTo>
                    <a:cubicBezTo>
                      <a:pt x="5154698" y="2100941"/>
                      <a:pt x="5017411" y="1963604"/>
                      <a:pt x="4843296" y="1916750"/>
                    </a:cubicBezTo>
                    <a:cubicBezTo>
                      <a:pt x="4525195" y="1829693"/>
                      <a:pt x="3252788" y="1829693"/>
                      <a:pt x="3252788" y="1829693"/>
                    </a:cubicBezTo>
                    <a:close/>
                    <a:moveTo>
                      <a:pt x="3252788" y="0"/>
                    </a:moveTo>
                    <a:cubicBezTo>
                      <a:pt x="5048978" y="0"/>
                      <a:pt x="6505575" y="1456597"/>
                      <a:pt x="6505575" y="3252788"/>
                    </a:cubicBezTo>
                    <a:cubicBezTo>
                      <a:pt x="6505575" y="5048978"/>
                      <a:pt x="5048978" y="6505575"/>
                      <a:pt x="3252788" y="6505575"/>
                    </a:cubicBezTo>
                    <a:cubicBezTo>
                      <a:pt x="1456597" y="6505575"/>
                      <a:pt x="0" y="5048978"/>
                      <a:pt x="0" y="3252788"/>
                    </a:cubicBezTo>
                    <a:cubicBezTo>
                      <a:pt x="0" y="1456597"/>
                      <a:pt x="1456597" y="0"/>
                      <a:pt x="3252788" y="0"/>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sp>
            <p:nvSpPr>
              <p:cNvPr id="26" name="Freeform: Shape 25">
                <a:extLst>
                  <a:ext uri="{FF2B5EF4-FFF2-40B4-BE49-F238E27FC236}">
                    <a16:creationId xmlns:a16="http://schemas.microsoft.com/office/drawing/2014/main" id="{82089D39-BCEC-474F-83CE-68C9CB38CF88}"/>
                  </a:ext>
                </a:extLst>
              </p:cNvPr>
              <p:cNvSpPr/>
              <p:nvPr/>
            </p:nvSpPr>
            <p:spPr>
              <a:xfrm>
                <a:off x="4009175" y="6319154"/>
                <a:ext cx="173012" cy="173012"/>
              </a:xfrm>
              <a:custGeom>
                <a:avLst/>
                <a:gdLst>
                  <a:gd name="connsiteX0" fmla="*/ 3252789 w 6505575"/>
                  <a:gd name="connsiteY0" fmla="*/ 2630184 h 6505575"/>
                  <a:gd name="connsiteX1" fmla="*/ 3875393 w 6505575"/>
                  <a:gd name="connsiteY1" fmla="*/ 3252789 h 6505575"/>
                  <a:gd name="connsiteX2" fmla="*/ 3252789 w 6505575"/>
                  <a:gd name="connsiteY2" fmla="*/ 3875393 h 6505575"/>
                  <a:gd name="connsiteX3" fmla="*/ 2630184 w 6505575"/>
                  <a:gd name="connsiteY3" fmla="*/ 3252789 h 6505575"/>
                  <a:gd name="connsiteX4" fmla="*/ 3252789 w 6505575"/>
                  <a:gd name="connsiteY4" fmla="*/ 2630184 h 6505575"/>
                  <a:gd name="connsiteX5" fmla="*/ 3252788 w 6505575"/>
                  <a:gd name="connsiteY5" fmla="*/ 2293668 h 6505575"/>
                  <a:gd name="connsiteX6" fmla="*/ 2293619 w 6505575"/>
                  <a:gd name="connsiteY6" fmla="*/ 3252787 h 6505575"/>
                  <a:gd name="connsiteX7" fmla="*/ 3252788 w 6505575"/>
                  <a:gd name="connsiteY7" fmla="*/ 4211907 h 6505575"/>
                  <a:gd name="connsiteX8" fmla="*/ 4211908 w 6505575"/>
                  <a:gd name="connsiteY8" fmla="*/ 3252787 h 6505575"/>
                  <a:gd name="connsiteX9" fmla="*/ 3252788 w 6505575"/>
                  <a:gd name="connsiteY9" fmla="*/ 2293668 h 6505575"/>
                  <a:gd name="connsiteX10" fmla="*/ 4249828 w 6505575"/>
                  <a:gd name="connsiteY10" fmla="*/ 2031602 h 6505575"/>
                  <a:gd name="connsiteX11" fmla="*/ 4025682 w 6505575"/>
                  <a:gd name="connsiteY11" fmla="*/ 2255747 h 6505575"/>
                  <a:gd name="connsiteX12" fmla="*/ 4249828 w 6505575"/>
                  <a:gd name="connsiteY12" fmla="*/ 2479893 h 6505575"/>
                  <a:gd name="connsiteX13" fmla="*/ 4473973 w 6505575"/>
                  <a:gd name="connsiteY13" fmla="*/ 2255747 h 6505575"/>
                  <a:gd name="connsiteX14" fmla="*/ 4249828 w 6505575"/>
                  <a:gd name="connsiteY14" fmla="*/ 2031602 h 6505575"/>
                  <a:gd name="connsiteX15" fmla="*/ 3252788 w 6505575"/>
                  <a:gd name="connsiteY15" fmla="*/ 1721541 h 6505575"/>
                  <a:gd name="connsiteX16" fmla="*/ 4007566 w 6505575"/>
                  <a:gd name="connsiteY16" fmla="*/ 1732460 h 6505575"/>
                  <a:gd name="connsiteX17" fmla="*/ 4354356 w 6505575"/>
                  <a:gd name="connsiteY17" fmla="*/ 1796736 h 6505575"/>
                  <a:gd name="connsiteX18" fmla="*/ 4569121 w 6505575"/>
                  <a:gd name="connsiteY18" fmla="*/ 1936454 h 6505575"/>
                  <a:gd name="connsiteX19" fmla="*/ 4708839 w 6505575"/>
                  <a:gd name="connsiteY19" fmla="*/ 2151219 h 6505575"/>
                  <a:gd name="connsiteX20" fmla="*/ 4773164 w 6505575"/>
                  <a:gd name="connsiteY20" fmla="*/ 2498059 h 6505575"/>
                  <a:gd name="connsiteX21" fmla="*/ 4784034 w 6505575"/>
                  <a:gd name="connsiteY21" fmla="*/ 3252837 h 6505575"/>
                  <a:gd name="connsiteX22" fmla="*/ 4773164 w 6505575"/>
                  <a:gd name="connsiteY22" fmla="*/ 4007615 h 6505575"/>
                  <a:gd name="connsiteX23" fmla="*/ 4708839 w 6505575"/>
                  <a:gd name="connsiteY23" fmla="*/ 4354405 h 6505575"/>
                  <a:gd name="connsiteX24" fmla="*/ 4354356 w 6505575"/>
                  <a:gd name="connsiteY24" fmla="*/ 4708888 h 6505575"/>
                  <a:gd name="connsiteX25" fmla="*/ 4007516 w 6505575"/>
                  <a:gd name="connsiteY25" fmla="*/ 4773213 h 6505575"/>
                  <a:gd name="connsiteX26" fmla="*/ 3252738 w 6505575"/>
                  <a:gd name="connsiteY26" fmla="*/ 4784083 h 6505575"/>
                  <a:gd name="connsiteX27" fmla="*/ 2498010 w 6505575"/>
                  <a:gd name="connsiteY27" fmla="*/ 4773213 h 6505575"/>
                  <a:gd name="connsiteX28" fmla="*/ 2151170 w 6505575"/>
                  <a:gd name="connsiteY28" fmla="*/ 4708888 h 6505575"/>
                  <a:gd name="connsiteX29" fmla="*/ 1936405 w 6505575"/>
                  <a:gd name="connsiteY29" fmla="*/ 4569170 h 6505575"/>
                  <a:gd name="connsiteX30" fmla="*/ 1796687 w 6505575"/>
                  <a:gd name="connsiteY30" fmla="*/ 4354405 h 6505575"/>
                  <a:gd name="connsiteX31" fmla="*/ 1732411 w 6505575"/>
                  <a:gd name="connsiteY31" fmla="*/ 4007615 h 6505575"/>
                  <a:gd name="connsiteX32" fmla="*/ 1721492 w 6505575"/>
                  <a:gd name="connsiteY32" fmla="*/ 3252837 h 6505575"/>
                  <a:gd name="connsiteX33" fmla="*/ 1732411 w 6505575"/>
                  <a:gd name="connsiteY33" fmla="*/ 2498059 h 6505575"/>
                  <a:gd name="connsiteX34" fmla="*/ 1796687 w 6505575"/>
                  <a:gd name="connsiteY34" fmla="*/ 2151219 h 6505575"/>
                  <a:gd name="connsiteX35" fmla="*/ 1936455 w 6505575"/>
                  <a:gd name="connsiteY35" fmla="*/ 1936454 h 6505575"/>
                  <a:gd name="connsiteX36" fmla="*/ 2151220 w 6505575"/>
                  <a:gd name="connsiteY36" fmla="*/ 1796736 h 6505575"/>
                  <a:gd name="connsiteX37" fmla="*/ 2498010 w 6505575"/>
                  <a:gd name="connsiteY37" fmla="*/ 1732411 h 6505575"/>
                  <a:gd name="connsiteX38" fmla="*/ 3252788 w 6505575"/>
                  <a:gd name="connsiteY38" fmla="*/ 1721541 h 6505575"/>
                  <a:gd name="connsiteX39" fmla="*/ 3252788 w 6505575"/>
                  <a:gd name="connsiteY39" fmla="*/ 1384976 h 6505575"/>
                  <a:gd name="connsiteX40" fmla="*/ 2482722 w 6505575"/>
                  <a:gd name="connsiteY40" fmla="*/ 1396243 h 6505575"/>
                  <a:gd name="connsiteX41" fmla="*/ 2029319 w 6505575"/>
                  <a:gd name="connsiteY41" fmla="*/ 1483052 h 6505575"/>
                  <a:gd name="connsiteX42" fmla="*/ 1698511 w 6505575"/>
                  <a:gd name="connsiteY42" fmla="*/ 1698511 h 6505575"/>
                  <a:gd name="connsiteX43" fmla="*/ 1483002 w 6505575"/>
                  <a:gd name="connsiteY43" fmla="*/ 2029319 h 6505575"/>
                  <a:gd name="connsiteX44" fmla="*/ 1396243 w 6505575"/>
                  <a:gd name="connsiteY44" fmla="*/ 2482722 h 6505575"/>
                  <a:gd name="connsiteX45" fmla="*/ 1384976 w 6505575"/>
                  <a:gd name="connsiteY45" fmla="*/ 3252788 h 6505575"/>
                  <a:gd name="connsiteX46" fmla="*/ 1396292 w 6505575"/>
                  <a:gd name="connsiteY46" fmla="*/ 4022903 h 6505575"/>
                  <a:gd name="connsiteX47" fmla="*/ 1483102 w 6505575"/>
                  <a:gd name="connsiteY47" fmla="*/ 4476256 h 6505575"/>
                  <a:gd name="connsiteX48" fmla="*/ 1698511 w 6505575"/>
                  <a:gd name="connsiteY48" fmla="*/ 4807064 h 6505575"/>
                  <a:gd name="connsiteX49" fmla="*/ 2029369 w 6505575"/>
                  <a:gd name="connsiteY49" fmla="*/ 5022523 h 6505575"/>
                  <a:gd name="connsiteX50" fmla="*/ 2482722 w 6505575"/>
                  <a:gd name="connsiteY50" fmla="*/ 5109332 h 6505575"/>
                  <a:gd name="connsiteX51" fmla="*/ 3252837 w 6505575"/>
                  <a:gd name="connsiteY51" fmla="*/ 5120599 h 6505575"/>
                  <a:gd name="connsiteX52" fmla="*/ 4022903 w 6505575"/>
                  <a:gd name="connsiteY52" fmla="*/ 5109332 h 6505575"/>
                  <a:gd name="connsiteX53" fmla="*/ 4476256 w 6505575"/>
                  <a:gd name="connsiteY53" fmla="*/ 5022523 h 6505575"/>
                  <a:gd name="connsiteX54" fmla="*/ 5022523 w 6505575"/>
                  <a:gd name="connsiteY54" fmla="*/ 4476256 h 6505575"/>
                  <a:gd name="connsiteX55" fmla="*/ 5109332 w 6505575"/>
                  <a:gd name="connsiteY55" fmla="*/ 4022853 h 6505575"/>
                  <a:gd name="connsiteX56" fmla="*/ 5120599 w 6505575"/>
                  <a:gd name="connsiteY56" fmla="*/ 3252788 h 6505575"/>
                  <a:gd name="connsiteX57" fmla="*/ 5109382 w 6505575"/>
                  <a:gd name="connsiteY57" fmla="*/ 2482722 h 6505575"/>
                  <a:gd name="connsiteX58" fmla="*/ 5022523 w 6505575"/>
                  <a:gd name="connsiteY58" fmla="*/ 2029319 h 6505575"/>
                  <a:gd name="connsiteX59" fmla="*/ 4807114 w 6505575"/>
                  <a:gd name="connsiteY59" fmla="*/ 1698511 h 6505575"/>
                  <a:gd name="connsiteX60" fmla="*/ 4476256 w 6505575"/>
                  <a:gd name="connsiteY60" fmla="*/ 1483002 h 6505575"/>
                  <a:gd name="connsiteX61" fmla="*/ 4022853 w 6505575"/>
                  <a:gd name="connsiteY61" fmla="*/ 1396292 h 6505575"/>
                  <a:gd name="connsiteX62" fmla="*/ 3252788 w 6505575"/>
                  <a:gd name="connsiteY62" fmla="*/ 1384976 h 6505575"/>
                  <a:gd name="connsiteX63" fmla="*/ 3252788 w 6505575"/>
                  <a:gd name="connsiteY63" fmla="*/ 0 h 6505575"/>
                  <a:gd name="connsiteX64" fmla="*/ 6505575 w 6505575"/>
                  <a:gd name="connsiteY64" fmla="*/ 3252788 h 6505575"/>
                  <a:gd name="connsiteX65" fmla="*/ 3252788 w 6505575"/>
                  <a:gd name="connsiteY65" fmla="*/ 6505575 h 6505575"/>
                  <a:gd name="connsiteX66" fmla="*/ 0 w 6505575"/>
                  <a:gd name="connsiteY66" fmla="*/ 3252788 h 6505575"/>
                  <a:gd name="connsiteX67" fmla="*/ 3252788 w 6505575"/>
                  <a:gd name="connsiteY67" fmla="*/ 0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05575" h="6505575">
                    <a:moveTo>
                      <a:pt x="3252789" y="2630184"/>
                    </a:moveTo>
                    <a:cubicBezTo>
                      <a:pt x="3596650" y="2630184"/>
                      <a:pt x="3875393" y="2908927"/>
                      <a:pt x="3875393" y="3252789"/>
                    </a:cubicBezTo>
                    <a:cubicBezTo>
                      <a:pt x="3875393" y="3596650"/>
                      <a:pt x="3596650" y="3875393"/>
                      <a:pt x="3252789" y="3875393"/>
                    </a:cubicBezTo>
                    <a:cubicBezTo>
                      <a:pt x="2908926" y="3875393"/>
                      <a:pt x="2630184" y="3596650"/>
                      <a:pt x="2630184" y="3252789"/>
                    </a:cubicBezTo>
                    <a:cubicBezTo>
                      <a:pt x="2630184" y="2908927"/>
                      <a:pt x="2908926" y="2630184"/>
                      <a:pt x="3252789" y="2630184"/>
                    </a:cubicBezTo>
                    <a:close/>
                    <a:moveTo>
                      <a:pt x="3252788" y="2293668"/>
                    </a:moveTo>
                    <a:cubicBezTo>
                      <a:pt x="2723048" y="2293668"/>
                      <a:pt x="2293619" y="2723048"/>
                      <a:pt x="2293619" y="3252787"/>
                    </a:cubicBezTo>
                    <a:cubicBezTo>
                      <a:pt x="2293619" y="3782527"/>
                      <a:pt x="2723048" y="4211907"/>
                      <a:pt x="3252788" y="4211907"/>
                    </a:cubicBezTo>
                    <a:cubicBezTo>
                      <a:pt x="3782478" y="4211907"/>
                      <a:pt x="4211908" y="3782527"/>
                      <a:pt x="4211908" y="3252787"/>
                    </a:cubicBezTo>
                    <a:cubicBezTo>
                      <a:pt x="4211908" y="2723048"/>
                      <a:pt x="3782478" y="2293668"/>
                      <a:pt x="3252788" y="2293668"/>
                    </a:cubicBezTo>
                    <a:close/>
                    <a:moveTo>
                      <a:pt x="4249828" y="2031602"/>
                    </a:moveTo>
                    <a:cubicBezTo>
                      <a:pt x="4126041" y="2031602"/>
                      <a:pt x="4025682" y="2131961"/>
                      <a:pt x="4025682" y="2255747"/>
                    </a:cubicBezTo>
                    <a:cubicBezTo>
                      <a:pt x="4025682" y="2379534"/>
                      <a:pt x="4126041" y="2479893"/>
                      <a:pt x="4249828" y="2479893"/>
                    </a:cubicBezTo>
                    <a:cubicBezTo>
                      <a:pt x="4373614" y="2479893"/>
                      <a:pt x="4473923" y="2379534"/>
                      <a:pt x="4473973" y="2255747"/>
                    </a:cubicBezTo>
                    <a:cubicBezTo>
                      <a:pt x="4473973" y="2131961"/>
                      <a:pt x="4373614" y="2031602"/>
                      <a:pt x="4249828" y="2031602"/>
                    </a:cubicBezTo>
                    <a:close/>
                    <a:moveTo>
                      <a:pt x="3252788" y="1721541"/>
                    </a:moveTo>
                    <a:cubicBezTo>
                      <a:pt x="3751506" y="1721541"/>
                      <a:pt x="3810570" y="1723477"/>
                      <a:pt x="4007566" y="1732460"/>
                    </a:cubicBezTo>
                    <a:cubicBezTo>
                      <a:pt x="4189672" y="1740749"/>
                      <a:pt x="4288542" y="1771175"/>
                      <a:pt x="4354356" y="1796736"/>
                    </a:cubicBezTo>
                    <a:cubicBezTo>
                      <a:pt x="4435507" y="1826665"/>
                      <a:pt x="4508865" y="1874412"/>
                      <a:pt x="4569121" y="1936454"/>
                    </a:cubicBezTo>
                    <a:cubicBezTo>
                      <a:pt x="4631163" y="1996710"/>
                      <a:pt x="4678910" y="2070118"/>
                      <a:pt x="4708839" y="2151219"/>
                    </a:cubicBezTo>
                    <a:cubicBezTo>
                      <a:pt x="4734450" y="2217033"/>
                      <a:pt x="4764875" y="2315953"/>
                      <a:pt x="4773164" y="2498059"/>
                    </a:cubicBezTo>
                    <a:cubicBezTo>
                      <a:pt x="4782148" y="2695005"/>
                      <a:pt x="4784034" y="2754069"/>
                      <a:pt x="4784034" y="3252837"/>
                    </a:cubicBezTo>
                    <a:cubicBezTo>
                      <a:pt x="4784034" y="3751555"/>
                      <a:pt x="4782148" y="3810619"/>
                      <a:pt x="4773164" y="4007615"/>
                    </a:cubicBezTo>
                    <a:cubicBezTo>
                      <a:pt x="4764826" y="4189721"/>
                      <a:pt x="4734400" y="4288591"/>
                      <a:pt x="4708839" y="4354405"/>
                    </a:cubicBezTo>
                    <a:cubicBezTo>
                      <a:pt x="4646003" y="4517302"/>
                      <a:pt x="4517253" y="4646052"/>
                      <a:pt x="4354356" y="4708888"/>
                    </a:cubicBezTo>
                    <a:cubicBezTo>
                      <a:pt x="4288542" y="4734499"/>
                      <a:pt x="4189622" y="4764924"/>
                      <a:pt x="4007516" y="4773213"/>
                    </a:cubicBezTo>
                    <a:cubicBezTo>
                      <a:pt x="3810620" y="4782197"/>
                      <a:pt x="3751556" y="4784083"/>
                      <a:pt x="3252738" y="4784083"/>
                    </a:cubicBezTo>
                    <a:cubicBezTo>
                      <a:pt x="2753970" y="4784083"/>
                      <a:pt x="2694956" y="4782197"/>
                      <a:pt x="2498010" y="4773213"/>
                    </a:cubicBezTo>
                    <a:cubicBezTo>
                      <a:pt x="2315904" y="4764924"/>
                      <a:pt x="2216984" y="4734499"/>
                      <a:pt x="2151170" y="4708888"/>
                    </a:cubicBezTo>
                    <a:cubicBezTo>
                      <a:pt x="2070019" y="4678959"/>
                      <a:pt x="1996661" y="4631212"/>
                      <a:pt x="1936405" y="4569170"/>
                    </a:cubicBezTo>
                    <a:cubicBezTo>
                      <a:pt x="1874363" y="4508914"/>
                      <a:pt x="1826666" y="4435556"/>
                      <a:pt x="1796687" y="4354405"/>
                    </a:cubicBezTo>
                    <a:cubicBezTo>
                      <a:pt x="1771126" y="4288591"/>
                      <a:pt x="1740700" y="4189721"/>
                      <a:pt x="1732411" y="4007615"/>
                    </a:cubicBezTo>
                    <a:cubicBezTo>
                      <a:pt x="1723428" y="3810619"/>
                      <a:pt x="1721492" y="3751555"/>
                      <a:pt x="1721492" y="3252837"/>
                    </a:cubicBezTo>
                    <a:cubicBezTo>
                      <a:pt x="1721492" y="2754069"/>
                      <a:pt x="1723428" y="2695005"/>
                      <a:pt x="1732411" y="2498059"/>
                    </a:cubicBezTo>
                    <a:cubicBezTo>
                      <a:pt x="1740700" y="2315953"/>
                      <a:pt x="1771126" y="2217033"/>
                      <a:pt x="1796687" y="2151219"/>
                    </a:cubicBezTo>
                    <a:cubicBezTo>
                      <a:pt x="1826666" y="2070068"/>
                      <a:pt x="1874413" y="1996710"/>
                      <a:pt x="1936455" y="1936454"/>
                    </a:cubicBezTo>
                    <a:cubicBezTo>
                      <a:pt x="1996661" y="1874412"/>
                      <a:pt x="2070069" y="1826665"/>
                      <a:pt x="2151220" y="1796736"/>
                    </a:cubicBezTo>
                    <a:cubicBezTo>
                      <a:pt x="2216984" y="1771175"/>
                      <a:pt x="2315904" y="1740749"/>
                      <a:pt x="2498010" y="1732411"/>
                    </a:cubicBezTo>
                    <a:cubicBezTo>
                      <a:pt x="2694956" y="1723427"/>
                      <a:pt x="2754020" y="1721541"/>
                      <a:pt x="3252788" y="1721541"/>
                    </a:cubicBezTo>
                    <a:close/>
                    <a:moveTo>
                      <a:pt x="3252788" y="1384976"/>
                    </a:moveTo>
                    <a:cubicBezTo>
                      <a:pt x="2745532" y="1384976"/>
                      <a:pt x="2681902" y="1387160"/>
                      <a:pt x="2482722" y="1396243"/>
                    </a:cubicBezTo>
                    <a:cubicBezTo>
                      <a:pt x="2283890" y="1405326"/>
                      <a:pt x="2148142" y="1436893"/>
                      <a:pt x="2029319" y="1483052"/>
                    </a:cubicBezTo>
                    <a:cubicBezTo>
                      <a:pt x="1904689" y="1529956"/>
                      <a:pt x="1791773" y="1603463"/>
                      <a:pt x="1698511" y="1698511"/>
                    </a:cubicBezTo>
                    <a:cubicBezTo>
                      <a:pt x="1603463" y="1791773"/>
                      <a:pt x="1529906" y="1904689"/>
                      <a:pt x="1483002" y="2029319"/>
                    </a:cubicBezTo>
                    <a:cubicBezTo>
                      <a:pt x="1436843" y="2148142"/>
                      <a:pt x="1405276" y="2283890"/>
                      <a:pt x="1396243" y="2482722"/>
                    </a:cubicBezTo>
                    <a:cubicBezTo>
                      <a:pt x="1387110" y="2681902"/>
                      <a:pt x="1384976" y="2745532"/>
                      <a:pt x="1384976" y="3252788"/>
                    </a:cubicBezTo>
                    <a:cubicBezTo>
                      <a:pt x="1384976" y="3760043"/>
                      <a:pt x="1387110" y="3823673"/>
                      <a:pt x="1396292" y="4022903"/>
                    </a:cubicBezTo>
                    <a:cubicBezTo>
                      <a:pt x="1405326" y="4221685"/>
                      <a:pt x="1436942" y="4357483"/>
                      <a:pt x="1483102" y="4476256"/>
                    </a:cubicBezTo>
                    <a:cubicBezTo>
                      <a:pt x="1530005" y="4600886"/>
                      <a:pt x="1603513" y="4713802"/>
                      <a:pt x="1698511" y="4807064"/>
                    </a:cubicBezTo>
                    <a:cubicBezTo>
                      <a:pt x="1791823" y="4902112"/>
                      <a:pt x="1904689" y="4975620"/>
                      <a:pt x="2029369" y="5022523"/>
                    </a:cubicBezTo>
                    <a:cubicBezTo>
                      <a:pt x="2148142" y="5068683"/>
                      <a:pt x="2283940" y="5100250"/>
                      <a:pt x="2482722" y="5109332"/>
                    </a:cubicBezTo>
                    <a:cubicBezTo>
                      <a:pt x="2681952" y="5118415"/>
                      <a:pt x="2745532" y="5120599"/>
                      <a:pt x="3252837" y="5120599"/>
                    </a:cubicBezTo>
                    <a:cubicBezTo>
                      <a:pt x="3760093" y="5120599"/>
                      <a:pt x="3823723" y="5118415"/>
                      <a:pt x="4022903" y="5109332"/>
                    </a:cubicBezTo>
                    <a:cubicBezTo>
                      <a:pt x="4221685" y="5100250"/>
                      <a:pt x="4357483" y="5068683"/>
                      <a:pt x="4476256" y="5022523"/>
                    </a:cubicBezTo>
                    <a:cubicBezTo>
                      <a:pt x="4727154" y="4925490"/>
                      <a:pt x="4925490" y="4727154"/>
                      <a:pt x="5022523" y="4476256"/>
                    </a:cubicBezTo>
                    <a:cubicBezTo>
                      <a:pt x="5068683" y="4357433"/>
                      <a:pt x="5100299" y="4221685"/>
                      <a:pt x="5109332" y="4022853"/>
                    </a:cubicBezTo>
                    <a:cubicBezTo>
                      <a:pt x="5118465" y="3823673"/>
                      <a:pt x="5120599" y="3760043"/>
                      <a:pt x="5120599" y="3252788"/>
                    </a:cubicBezTo>
                    <a:cubicBezTo>
                      <a:pt x="5120599" y="2745532"/>
                      <a:pt x="5118465" y="2681902"/>
                      <a:pt x="5109382" y="2482722"/>
                    </a:cubicBezTo>
                    <a:cubicBezTo>
                      <a:pt x="5100299" y="2283890"/>
                      <a:pt x="5068732" y="2148142"/>
                      <a:pt x="5022523" y="2029319"/>
                    </a:cubicBezTo>
                    <a:cubicBezTo>
                      <a:pt x="4975669" y="1904689"/>
                      <a:pt x="4902112" y="1791823"/>
                      <a:pt x="4807114" y="1698511"/>
                    </a:cubicBezTo>
                    <a:cubicBezTo>
                      <a:pt x="4713802" y="1603463"/>
                      <a:pt x="4600886" y="1529906"/>
                      <a:pt x="4476256" y="1483002"/>
                    </a:cubicBezTo>
                    <a:cubicBezTo>
                      <a:pt x="4357433" y="1436893"/>
                      <a:pt x="4221685" y="1405326"/>
                      <a:pt x="4022853" y="1396292"/>
                    </a:cubicBezTo>
                    <a:cubicBezTo>
                      <a:pt x="3823673" y="1387160"/>
                      <a:pt x="3760043" y="1384976"/>
                      <a:pt x="3252788" y="1384976"/>
                    </a:cubicBezTo>
                    <a:close/>
                    <a:moveTo>
                      <a:pt x="3252788" y="0"/>
                    </a:moveTo>
                    <a:cubicBezTo>
                      <a:pt x="5048978" y="0"/>
                      <a:pt x="6505575" y="1456597"/>
                      <a:pt x="6505575" y="3252788"/>
                    </a:cubicBezTo>
                    <a:cubicBezTo>
                      <a:pt x="6505575" y="5048978"/>
                      <a:pt x="5048978" y="6505575"/>
                      <a:pt x="3252788" y="6505575"/>
                    </a:cubicBezTo>
                    <a:cubicBezTo>
                      <a:pt x="1456597" y="6505575"/>
                      <a:pt x="0" y="5048978"/>
                      <a:pt x="0" y="3252788"/>
                    </a:cubicBezTo>
                    <a:cubicBezTo>
                      <a:pt x="0" y="1456597"/>
                      <a:pt x="1456597" y="0"/>
                      <a:pt x="3252788" y="0"/>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grpSp>
      </p:grpSp>
      <p:sp>
        <p:nvSpPr>
          <p:cNvPr id="28" name="Freeform: Shape 27">
            <a:extLst>
              <a:ext uri="{FF2B5EF4-FFF2-40B4-BE49-F238E27FC236}">
                <a16:creationId xmlns:a16="http://schemas.microsoft.com/office/drawing/2014/main" id="{1C834DB5-B6AC-4BA7-8D75-38FF27FFABF7}"/>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6" name="Picture Placeholder 5">
            <a:extLst>
              <a:ext uri="{FF2B5EF4-FFF2-40B4-BE49-F238E27FC236}">
                <a16:creationId xmlns:a16="http://schemas.microsoft.com/office/drawing/2014/main" id="{9449ACE3-BDB2-401E-BB7A-F2AFC09EBA5D}"/>
              </a:ext>
            </a:extLst>
          </p:cNvPr>
          <p:cNvSpPr>
            <a:spLocks noGrp="1"/>
          </p:cNvSpPr>
          <p:nvPr>
            <p:ph type="pic" sz="quarter" idx="10" hasCustomPrompt="1"/>
          </p:nvPr>
        </p:nvSpPr>
        <p:spPr>
          <a:xfrm>
            <a:off x="0" y="0"/>
            <a:ext cx="12192000" cy="3850012"/>
          </a:xfrm>
          <a:custGeom>
            <a:avLst/>
            <a:gdLst>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1" name="Picture Placeholder 20">
            <a:extLst>
              <a:ext uri="{FF2B5EF4-FFF2-40B4-BE49-F238E27FC236}">
                <a16:creationId xmlns:a16="http://schemas.microsoft.com/office/drawing/2014/main" id="{06179823-D602-4EAB-8985-29DA9177B294}"/>
              </a:ext>
            </a:extLst>
          </p:cNvPr>
          <p:cNvSpPr>
            <a:spLocks noGrp="1"/>
          </p:cNvSpPr>
          <p:nvPr>
            <p:ph type="pic" sz="quarter" idx="11" hasCustomPrompt="1"/>
          </p:nvPr>
        </p:nvSpPr>
        <p:spPr>
          <a:xfrm>
            <a:off x="5455657" y="0"/>
            <a:ext cx="5279231" cy="6858000"/>
          </a:xfrm>
          <a:custGeom>
            <a:avLst/>
            <a:gdLst>
              <a:gd name="connsiteX0" fmla="*/ 0 w 5279231"/>
              <a:gd name="connsiteY0" fmla="*/ 0 h 6858000"/>
              <a:gd name="connsiteX1" fmla="*/ 5279231 w 5279231"/>
              <a:gd name="connsiteY1" fmla="*/ 0 h 6858000"/>
              <a:gd name="connsiteX2" fmla="*/ 5279231 w 5279231"/>
              <a:gd name="connsiteY2" fmla="*/ 6858000 h 6858000"/>
              <a:gd name="connsiteX3" fmla="*/ 0 w 527923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279231" h="6858000">
                <a:moveTo>
                  <a:pt x="0" y="0"/>
                </a:moveTo>
                <a:lnTo>
                  <a:pt x="5279231" y="0"/>
                </a:lnTo>
                <a:lnTo>
                  <a:pt x="5279231" y="6858000"/>
                </a:lnTo>
                <a:lnTo>
                  <a:pt x="0" y="6858000"/>
                </a:lnTo>
                <a:close/>
              </a:path>
            </a:pathLst>
          </a:custGeom>
          <a:noFill/>
          <a:effectLst>
            <a:outerShdw blurRad="1041400" dist="571500" dir="5400000" sx="88000" sy="88000" algn="t" rotWithShape="0">
              <a:prstClr val="black">
                <a:alpha val="4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TextBox 13">
            <a:extLst>
              <a:ext uri="{FF2B5EF4-FFF2-40B4-BE49-F238E27FC236}">
                <a16:creationId xmlns:a16="http://schemas.microsoft.com/office/drawing/2014/main" id="{444737F8-ECF6-4DB8-AA54-949F4A9CB0CD}"/>
              </a:ext>
            </a:extLst>
          </p:cNvPr>
          <p:cNvSpPr txBox="1"/>
          <p:nvPr userDrawn="1"/>
        </p:nvSpPr>
        <p:spPr>
          <a:xfrm>
            <a:off x="731838" y="6336042"/>
            <a:ext cx="2514281" cy="261610"/>
          </a:xfrm>
          <a:prstGeom prst="rect">
            <a:avLst/>
          </a:prstGeom>
          <a:noFill/>
        </p:spPr>
        <p:txBody>
          <a:bodyPr wrap="square" rtlCol="0">
            <a:spAutoFit/>
          </a:bodyPr>
          <a:lstStyle/>
          <a:p>
            <a:r>
              <a:rPr lang="en-US" sz="1100">
                <a:solidFill>
                  <a:schemeClr val="bg1"/>
                </a:solidFill>
                <a:latin typeface="+mj-lt"/>
              </a:rPr>
              <a:t>© 2020 </a:t>
            </a:r>
            <a:r>
              <a:rPr lang="en-US" sz="1100" b="1">
                <a:solidFill>
                  <a:schemeClr val="bg1"/>
                </a:solidFill>
                <a:latin typeface="+mj-lt"/>
              </a:rPr>
              <a:t>FoodFest </a:t>
            </a:r>
            <a:r>
              <a:rPr lang="en-US" sz="1100" b="0">
                <a:solidFill>
                  <a:schemeClr val="bg1"/>
                </a:solidFill>
                <a:latin typeface="+mj-lt"/>
              </a:rPr>
              <a:t>Presentation</a:t>
            </a:r>
            <a:endParaRPr lang="en-GB" sz="1100" b="0">
              <a:solidFill>
                <a:schemeClr val="bg1"/>
              </a:solidFill>
              <a:latin typeface="+mj-lt"/>
            </a:endParaRPr>
          </a:p>
        </p:txBody>
      </p:sp>
      <p:sp>
        <p:nvSpPr>
          <p:cNvPr id="2" name="Rectángulo 1">
            <a:extLst>
              <a:ext uri="{FF2B5EF4-FFF2-40B4-BE49-F238E27FC236}">
                <a16:creationId xmlns:a16="http://schemas.microsoft.com/office/drawing/2014/main" id="{150617DE-9FB9-4B27-A944-D0BAB7FFEBDA}"/>
              </a:ext>
            </a:extLst>
          </p:cNvPr>
          <p:cNvSpPr/>
          <p:nvPr userDrawn="1"/>
        </p:nvSpPr>
        <p:spPr>
          <a:xfrm>
            <a:off x="3175819" y="1258529"/>
            <a:ext cx="7283252" cy="2477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a:t>NO</a:t>
            </a:r>
          </a:p>
        </p:txBody>
      </p:sp>
    </p:spTree>
    <p:extLst>
      <p:ext uri="{BB962C8B-B14F-4D97-AF65-F5344CB8AC3E}">
        <p14:creationId xmlns:p14="http://schemas.microsoft.com/office/powerpoint/2010/main" val="174735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750" fill="hold"/>
                                        <p:tgtEl>
                                          <p:spTgt spid="21"/>
                                        </p:tgtEl>
                                        <p:attrNameLst>
                                          <p:attrName>ppt_x</p:attrName>
                                        </p:attrNameLst>
                                      </p:cBhvr>
                                      <p:tavLst>
                                        <p:tav tm="0">
                                          <p:val>
                                            <p:strVal val="1+#ppt_w/2"/>
                                          </p:val>
                                        </p:tav>
                                        <p:tav tm="100000">
                                          <p:val>
                                            <p:strVal val="#ppt_x"/>
                                          </p:val>
                                        </p:tav>
                                      </p:tavLst>
                                    </p:anim>
                                    <p:anim calcmode="lin" valueType="num">
                                      <p:cBhvr additive="base">
                                        <p:cTn id="12" dur="75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1"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393726E-C1A1-40B0-8BC3-FA7F668412C2}"/>
              </a:ext>
            </a:extLst>
          </p:cNvPr>
          <p:cNvSpPr>
            <a:spLocks noGrp="1"/>
          </p:cNvSpPr>
          <p:nvPr>
            <p:ph type="pic" sz="quarter" idx="10" hasCustomPrompt="1"/>
          </p:nvPr>
        </p:nvSpPr>
        <p:spPr>
          <a:xfrm>
            <a:off x="6308297" y="737422"/>
            <a:ext cx="4912403" cy="6120581"/>
          </a:xfrm>
          <a:custGeom>
            <a:avLst/>
            <a:gdLst>
              <a:gd name="connsiteX0" fmla="*/ 0 w 4912403"/>
              <a:gd name="connsiteY0" fmla="*/ 0 h 6120581"/>
              <a:gd name="connsiteX1" fmla="*/ 4912403 w 4912403"/>
              <a:gd name="connsiteY1" fmla="*/ 0 h 6120581"/>
              <a:gd name="connsiteX2" fmla="*/ 4912403 w 4912403"/>
              <a:gd name="connsiteY2" fmla="*/ 6120581 h 6120581"/>
              <a:gd name="connsiteX3" fmla="*/ 0 w 4912403"/>
              <a:gd name="connsiteY3" fmla="*/ 6120581 h 6120581"/>
            </a:gdLst>
            <a:ahLst/>
            <a:cxnLst>
              <a:cxn ang="0">
                <a:pos x="connsiteX0" y="connsiteY0"/>
              </a:cxn>
              <a:cxn ang="0">
                <a:pos x="connsiteX1" y="connsiteY1"/>
              </a:cxn>
              <a:cxn ang="0">
                <a:pos x="connsiteX2" y="connsiteY2"/>
              </a:cxn>
              <a:cxn ang="0">
                <a:pos x="connsiteX3" y="connsiteY3"/>
              </a:cxn>
            </a:cxnLst>
            <a:rect l="l" t="t" r="r" b="b"/>
            <a:pathLst>
              <a:path w="4912403" h="6120581">
                <a:moveTo>
                  <a:pt x="0" y="0"/>
                </a:moveTo>
                <a:lnTo>
                  <a:pt x="4912403" y="0"/>
                </a:lnTo>
                <a:lnTo>
                  <a:pt x="4912403" y="6120581"/>
                </a:lnTo>
                <a:lnTo>
                  <a:pt x="0" y="6120581"/>
                </a:lnTo>
                <a:close/>
              </a:path>
            </a:pathLst>
          </a:custGeom>
          <a:noFill/>
          <a:effectLst>
            <a:outerShdw blurRad="952500" dist="622300" dir="5400000" sx="89000" sy="89000" algn="t" rotWithShape="0">
              <a:prstClr val="black">
                <a:alpha val="21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25565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F17C5E1-7413-4504-9DE9-D7B96D3088F7}"/>
              </a:ext>
            </a:extLst>
          </p:cNvPr>
          <p:cNvSpPr/>
          <p:nvPr userDrawn="1"/>
        </p:nvSpPr>
        <p:spPr>
          <a:xfrm>
            <a:off x="0" y="0"/>
            <a:ext cx="12192000" cy="3850012"/>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Picture Placeholder 22">
            <a:extLst>
              <a:ext uri="{FF2B5EF4-FFF2-40B4-BE49-F238E27FC236}">
                <a16:creationId xmlns:a16="http://schemas.microsoft.com/office/drawing/2014/main" id="{153C40E2-9295-444A-B2A3-3F82F5F6A3F6}"/>
              </a:ext>
            </a:extLst>
          </p:cNvPr>
          <p:cNvSpPr>
            <a:spLocks noGrp="1"/>
          </p:cNvSpPr>
          <p:nvPr>
            <p:ph type="pic" sz="quarter" idx="10" hasCustomPrompt="1"/>
          </p:nvPr>
        </p:nvSpPr>
        <p:spPr>
          <a:xfrm>
            <a:off x="1092200" y="914401"/>
            <a:ext cx="10007600" cy="4409768"/>
          </a:xfrm>
          <a:custGeom>
            <a:avLst/>
            <a:gdLst>
              <a:gd name="connsiteX0" fmla="*/ 308243 w 10007600"/>
              <a:gd name="connsiteY0" fmla="*/ 0 h 4409768"/>
              <a:gd name="connsiteX1" fmla="*/ 9699357 w 10007600"/>
              <a:gd name="connsiteY1" fmla="*/ 0 h 4409768"/>
              <a:gd name="connsiteX2" fmla="*/ 10007600 w 10007600"/>
              <a:gd name="connsiteY2" fmla="*/ 308243 h 4409768"/>
              <a:gd name="connsiteX3" fmla="*/ 10007600 w 10007600"/>
              <a:gd name="connsiteY3" fmla="*/ 4101525 h 4409768"/>
              <a:gd name="connsiteX4" fmla="*/ 9699357 w 10007600"/>
              <a:gd name="connsiteY4" fmla="*/ 4409768 h 4409768"/>
              <a:gd name="connsiteX5" fmla="*/ 308243 w 10007600"/>
              <a:gd name="connsiteY5" fmla="*/ 4409768 h 4409768"/>
              <a:gd name="connsiteX6" fmla="*/ 0 w 10007600"/>
              <a:gd name="connsiteY6" fmla="*/ 4101525 h 4409768"/>
              <a:gd name="connsiteX7" fmla="*/ 0 w 10007600"/>
              <a:gd name="connsiteY7" fmla="*/ 308243 h 4409768"/>
              <a:gd name="connsiteX8" fmla="*/ 308243 w 10007600"/>
              <a:gd name="connsiteY8" fmla="*/ 0 h 440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7600" h="4409768">
                <a:moveTo>
                  <a:pt x="308243" y="0"/>
                </a:moveTo>
                <a:lnTo>
                  <a:pt x="9699357" y="0"/>
                </a:lnTo>
                <a:cubicBezTo>
                  <a:pt x="9869595" y="0"/>
                  <a:pt x="10007600" y="138005"/>
                  <a:pt x="10007600" y="308243"/>
                </a:cubicBezTo>
                <a:lnTo>
                  <a:pt x="10007600" y="4101525"/>
                </a:lnTo>
                <a:cubicBezTo>
                  <a:pt x="10007600" y="4271763"/>
                  <a:pt x="9869595" y="4409768"/>
                  <a:pt x="9699357" y="4409768"/>
                </a:cubicBezTo>
                <a:lnTo>
                  <a:pt x="308243" y="4409768"/>
                </a:lnTo>
                <a:cubicBezTo>
                  <a:pt x="138005" y="4409768"/>
                  <a:pt x="0" y="4271763"/>
                  <a:pt x="0" y="4101525"/>
                </a:cubicBezTo>
                <a:lnTo>
                  <a:pt x="0" y="308243"/>
                </a:lnTo>
                <a:cubicBezTo>
                  <a:pt x="0" y="138005"/>
                  <a:pt x="138005" y="0"/>
                  <a:pt x="308243" y="0"/>
                </a:cubicBezTo>
                <a:close/>
              </a:path>
            </a:pathLst>
          </a:custGeom>
          <a:solidFill>
            <a:schemeClr val="bg1">
              <a:lumMod val="95000"/>
              <a:alpha val="25000"/>
            </a:schemeClr>
          </a:solidFill>
          <a:effectLst>
            <a:outerShdw blurRad="1181100" dist="558800" dir="5400000" sx="93000" sy="93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23870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25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000" fill="hold"/>
                                        <p:tgtEl>
                                          <p:spTgt spid="23"/>
                                        </p:tgtEl>
                                        <p:attrNameLst>
                                          <p:attrName>ppt_x</p:attrName>
                                        </p:attrNameLst>
                                      </p:cBhvr>
                                      <p:tavLst>
                                        <p:tav tm="0">
                                          <p:val>
                                            <p:strVal val="#ppt_x"/>
                                          </p:val>
                                        </p:tav>
                                        <p:tav tm="100000">
                                          <p:val>
                                            <p:strVal val="#ppt_x"/>
                                          </p:val>
                                        </p:tav>
                                      </p:tavLst>
                                    </p:anim>
                                    <p:anim calcmode="lin" valueType="num">
                                      <p:cBhvr additive="base">
                                        <p:cTn id="12" dur="1000" fill="hold"/>
                                        <p:tgtEl>
                                          <p:spTgt spid="2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3" grpId="0"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A48E882A-FFB9-4649-BEC7-47F260D2121C}"/>
              </a:ext>
            </a:extLst>
          </p:cNvPr>
          <p:cNvSpPr>
            <a:spLocks noGrp="1"/>
          </p:cNvSpPr>
          <p:nvPr>
            <p:ph type="pic" sz="quarter" idx="10" hasCustomPrompt="1"/>
          </p:nvPr>
        </p:nvSpPr>
        <p:spPr>
          <a:xfrm>
            <a:off x="0" y="0"/>
            <a:ext cx="12192000" cy="3850012"/>
          </a:xfrm>
          <a:custGeom>
            <a:avLst/>
            <a:gdLst>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7 w 12192000"/>
              <a:gd name="connsiteY4" fmla="*/ 3849329 h 3850012"/>
              <a:gd name="connsiteX5" fmla="*/ 2993923 w 12192000"/>
              <a:gd name="connsiteY5" fmla="*/ 3451123 h 3850012"/>
              <a:gd name="connsiteX6" fmla="*/ 0 w 12192000"/>
              <a:gd name="connsiteY6" fmla="*/ 342900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7" y="3849329"/>
                </a:cubicBezTo>
                <a:cubicBezTo>
                  <a:pt x="4982497" y="3824748"/>
                  <a:pt x="4168877" y="3104535"/>
                  <a:pt x="2993923" y="3451123"/>
                </a:cubicBezTo>
                <a:cubicBezTo>
                  <a:pt x="1818969" y="3797711"/>
                  <a:pt x="1042219" y="4114800"/>
                  <a:pt x="0" y="342900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845456F2-4DB9-41CB-90D4-E774A55B6445}"/>
              </a:ext>
            </a:extLst>
          </p:cNvPr>
          <p:cNvSpPr>
            <a:spLocks noGrp="1"/>
          </p:cNvSpPr>
          <p:nvPr>
            <p:ph type="pic" sz="quarter" idx="11" hasCustomPrompt="1"/>
          </p:nvPr>
        </p:nvSpPr>
        <p:spPr>
          <a:xfrm>
            <a:off x="1764083" y="1638210"/>
            <a:ext cx="2621507" cy="2621507"/>
          </a:xfrm>
          <a:custGeom>
            <a:avLst/>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ahLst/>
            <a:cxnLst>
              <a:cxn ang="0">
                <a:pos x="connsiteX0" y="connsiteY0"/>
              </a:cxn>
              <a:cxn ang="0">
                <a:pos x="connsiteX1" y="connsiteY1"/>
              </a:cxn>
              <a:cxn ang="0">
                <a:pos x="connsiteX2" y="connsiteY2"/>
              </a:cxn>
              <a:cxn ang="0">
                <a:pos x="connsiteX3" y="connsiteY3"/>
              </a:cxn>
            </a:cxnLst>
            <a:rect l="l" t="t" r="r" b="b"/>
            <a:pathLst>
              <a:path w="2621507" h="2621507">
                <a:moveTo>
                  <a:pt x="0" y="0"/>
                </a:moveTo>
                <a:lnTo>
                  <a:pt x="2621507" y="0"/>
                </a:lnTo>
                <a:lnTo>
                  <a:pt x="2621507" y="2621507"/>
                </a:lnTo>
                <a:lnTo>
                  <a:pt x="0" y="2621507"/>
                </a:lnTo>
                <a:close/>
              </a:path>
            </a:pathLst>
          </a:custGeom>
          <a:noFill/>
          <a:effectLst>
            <a:outerShdw blurRad="812800" dist="508000" dir="8100000" sx="84000" sy="84000" algn="tr"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2" name="Picture Placeholder 11">
            <a:extLst>
              <a:ext uri="{FF2B5EF4-FFF2-40B4-BE49-F238E27FC236}">
                <a16:creationId xmlns:a16="http://schemas.microsoft.com/office/drawing/2014/main" id="{9641DA36-4BA3-4989-A828-8D98A9797001}"/>
              </a:ext>
            </a:extLst>
          </p:cNvPr>
          <p:cNvSpPr>
            <a:spLocks noGrp="1"/>
          </p:cNvSpPr>
          <p:nvPr>
            <p:ph type="pic" sz="quarter" idx="12" hasCustomPrompt="1"/>
          </p:nvPr>
        </p:nvSpPr>
        <p:spPr>
          <a:xfrm>
            <a:off x="4782831" y="1638210"/>
            <a:ext cx="2621507" cy="2621507"/>
          </a:xfrm>
          <a:custGeom>
            <a:avLst/>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ahLst/>
            <a:cxnLst>
              <a:cxn ang="0">
                <a:pos x="connsiteX0" y="connsiteY0"/>
              </a:cxn>
              <a:cxn ang="0">
                <a:pos x="connsiteX1" y="connsiteY1"/>
              </a:cxn>
              <a:cxn ang="0">
                <a:pos x="connsiteX2" y="connsiteY2"/>
              </a:cxn>
              <a:cxn ang="0">
                <a:pos x="connsiteX3" y="connsiteY3"/>
              </a:cxn>
            </a:cxnLst>
            <a:rect l="l" t="t" r="r" b="b"/>
            <a:pathLst>
              <a:path w="2621507" h="2621507">
                <a:moveTo>
                  <a:pt x="0" y="0"/>
                </a:moveTo>
                <a:lnTo>
                  <a:pt x="2621507" y="0"/>
                </a:lnTo>
                <a:lnTo>
                  <a:pt x="2621507" y="2621507"/>
                </a:lnTo>
                <a:lnTo>
                  <a:pt x="0" y="2621507"/>
                </a:lnTo>
                <a:close/>
              </a:path>
            </a:pathLst>
          </a:custGeom>
          <a:noFill/>
          <a:effectLst>
            <a:outerShdw blurRad="812800" dist="508000" dir="8100000" sx="84000" sy="84000" algn="tr"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3" name="Picture Placeholder 12">
            <a:extLst>
              <a:ext uri="{FF2B5EF4-FFF2-40B4-BE49-F238E27FC236}">
                <a16:creationId xmlns:a16="http://schemas.microsoft.com/office/drawing/2014/main" id="{06CB29CC-ADE1-4931-B8BF-AD1DA322D366}"/>
              </a:ext>
            </a:extLst>
          </p:cNvPr>
          <p:cNvSpPr>
            <a:spLocks noGrp="1"/>
          </p:cNvSpPr>
          <p:nvPr>
            <p:ph type="pic" sz="quarter" idx="13" hasCustomPrompt="1"/>
          </p:nvPr>
        </p:nvSpPr>
        <p:spPr>
          <a:xfrm>
            <a:off x="7801580" y="1638210"/>
            <a:ext cx="2621507" cy="2621507"/>
          </a:xfrm>
          <a:custGeom>
            <a:avLst/>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ahLst/>
            <a:cxnLst>
              <a:cxn ang="0">
                <a:pos x="connsiteX0" y="connsiteY0"/>
              </a:cxn>
              <a:cxn ang="0">
                <a:pos x="connsiteX1" y="connsiteY1"/>
              </a:cxn>
              <a:cxn ang="0">
                <a:pos x="connsiteX2" y="connsiteY2"/>
              </a:cxn>
              <a:cxn ang="0">
                <a:pos x="connsiteX3" y="connsiteY3"/>
              </a:cxn>
            </a:cxnLst>
            <a:rect l="l" t="t" r="r" b="b"/>
            <a:pathLst>
              <a:path w="2621507" h="2621507">
                <a:moveTo>
                  <a:pt x="0" y="0"/>
                </a:moveTo>
                <a:lnTo>
                  <a:pt x="2621507" y="0"/>
                </a:lnTo>
                <a:lnTo>
                  <a:pt x="2621507" y="2621507"/>
                </a:lnTo>
                <a:lnTo>
                  <a:pt x="0" y="2621507"/>
                </a:lnTo>
                <a:close/>
              </a:path>
            </a:pathLst>
          </a:custGeom>
          <a:noFill/>
          <a:effectLst>
            <a:outerShdw blurRad="812800" dist="508000" dir="8100000" sx="84000" sy="84000" algn="tr"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676345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ppt_x"/>
                                          </p:val>
                                        </p:tav>
                                        <p:tav tm="100000">
                                          <p:val>
                                            <p:strVal val="#ppt_x"/>
                                          </p:val>
                                        </p:tav>
                                      </p:tavLst>
                                    </p:anim>
                                    <p:anim calcmode="lin" valueType="num">
                                      <p:cBhvr additive="base">
                                        <p:cTn id="8" dur="1000" fill="hold"/>
                                        <p:tgtEl>
                                          <p:spTgt spid="15"/>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7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26" presetClass="emph" presetSubtype="0" fill="hold" grpId="1" nodeType="withEffect">
                                  <p:stCondLst>
                                    <p:cond delay="750"/>
                                  </p:stCondLst>
                                  <p:childTnLst>
                                    <p:animEffect transition="out" filter="fade">
                                      <p:cBhvr>
                                        <p:cTn id="13" dur="500" tmFilter="0, 0; .2, .5; .8, .5; 1, 0"/>
                                        <p:tgtEl>
                                          <p:spTgt spid="11"/>
                                        </p:tgtEl>
                                      </p:cBhvr>
                                    </p:animEffect>
                                    <p:animScale>
                                      <p:cBhvr>
                                        <p:cTn id="14" dur="250" autoRev="1" fill="hold"/>
                                        <p:tgtEl>
                                          <p:spTgt spid="11"/>
                                        </p:tgtEl>
                                      </p:cBhvr>
                                      <p:by x="105000" y="105000"/>
                                    </p:animScale>
                                  </p:childTnLst>
                                </p:cTn>
                              </p:par>
                              <p:par>
                                <p:cTn id="15" presetID="10" presetClass="entr" presetSubtype="0" fill="hold" grpId="0" nodeType="withEffect">
                                  <p:stCondLst>
                                    <p:cond delay="100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26" presetClass="emph" presetSubtype="0" fill="hold" grpId="1" nodeType="withEffect">
                                  <p:stCondLst>
                                    <p:cond delay="1000"/>
                                  </p:stCondLst>
                                  <p:childTnLst>
                                    <p:animEffect transition="out" filter="fade">
                                      <p:cBhvr>
                                        <p:cTn id="19" dur="500" tmFilter="0, 0; .2, .5; .8, .5; 1, 0"/>
                                        <p:tgtEl>
                                          <p:spTgt spid="12"/>
                                        </p:tgtEl>
                                      </p:cBhvr>
                                    </p:animEffect>
                                    <p:animScale>
                                      <p:cBhvr>
                                        <p:cTn id="20" dur="250" autoRev="1" fill="hold"/>
                                        <p:tgtEl>
                                          <p:spTgt spid="12"/>
                                        </p:tgtEl>
                                      </p:cBhvr>
                                      <p:by x="105000" y="105000"/>
                                    </p:animScale>
                                  </p:childTnLst>
                                </p:cTn>
                              </p:par>
                              <p:par>
                                <p:cTn id="21" presetID="10" presetClass="entr" presetSubtype="0" fill="hold" grpId="0" nodeType="withEffect">
                                  <p:stCondLst>
                                    <p:cond delay="125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26" presetClass="emph" presetSubtype="0" fill="hold" grpId="1" nodeType="withEffect">
                                  <p:stCondLst>
                                    <p:cond delay="1250"/>
                                  </p:stCondLst>
                                  <p:childTnLst>
                                    <p:animEffect transition="out" filter="fade">
                                      <p:cBhvr>
                                        <p:cTn id="25" dur="500" tmFilter="0, 0; .2, .5; .8, .5; 1, 0"/>
                                        <p:tgtEl>
                                          <p:spTgt spid="13"/>
                                        </p:tgtEl>
                                      </p:cBhvr>
                                    </p:animEffect>
                                    <p:animScale>
                                      <p:cBhvr>
                                        <p:cTn id="26" dur="250" autoRev="1" fill="hold"/>
                                        <p:tgtEl>
                                          <p:spTgt spid="1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1" grpId="0"/>
      <p:bldP spid="11" grpId="1"/>
      <p:bldP spid="12" grpId="0"/>
      <p:bldP spid="12" grpId="1"/>
      <p:bldP spid="13" grpId="0"/>
      <p:bldP spid="13" grpId="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1E04C239-66A7-41F6-BFBA-EF1924136F01}"/>
              </a:ext>
            </a:extLst>
          </p:cNvPr>
          <p:cNvSpPr>
            <a:spLocks noGrp="1"/>
          </p:cNvSpPr>
          <p:nvPr>
            <p:ph type="pic" sz="quarter" idx="11" hasCustomPrompt="1"/>
          </p:nvPr>
        </p:nvSpPr>
        <p:spPr>
          <a:xfrm>
            <a:off x="3715781"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6" name="Picture Placeholder 15">
            <a:extLst>
              <a:ext uri="{FF2B5EF4-FFF2-40B4-BE49-F238E27FC236}">
                <a16:creationId xmlns:a16="http://schemas.microsoft.com/office/drawing/2014/main" id="{3B5FFEF8-A329-4457-94A4-4F5174DEF906}"/>
              </a:ext>
            </a:extLst>
          </p:cNvPr>
          <p:cNvSpPr>
            <a:spLocks noGrp="1"/>
          </p:cNvSpPr>
          <p:nvPr>
            <p:ph type="pic" sz="quarter" idx="12" hasCustomPrompt="1"/>
          </p:nvPr>
        </p:nvSpPr>
        <p:spPr>
          <a:xfrm>
            <a:off x="6230839"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7" name="Picture Placeholder 16">
            <a:extLst>
              <a:ext uri="{FF2B5EF4-FFF2-40B4-BE49-F238E27FC236}">
                <a16:creationId xmlns:a16="http://schemas.microsoft.com/office/drawing/2014/main" id="{C2039CC9-8EB8-49DE-8D7C-F033D9B24117}"/>
              </a:ext>
            </a:extLst>
          </p:cNvPr>
          <p:cNvSpPr>
            <a:spLocks noGrp="1"/>
          </p:cNvSpPr>
          <p:nvPr>
            <p:ph type="pic" sz="quarter" idx="13" hasCustomPrompt="1"/>
          </p:nvPr>
        </p:nvSpPr>
        <p:spPr>
          <a:xfrm>
            <a:off x="8745898"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Picture Placeholder 13">
            <a:extLst>
              <a:ext uri="{FF2B5EF4-FFF2-40B4-BE49-F238E27FC236}">
                <a16:creationId xmlns:a16="http://schemas.microsoft.com/office/drawing/2014/main" id="{CDE20769-E15C-4F9F-8104-886453C9A584}"/>
              </a:ext>
            </a:extLst>
          </p:cNvPr>
          <p:cNvSpPr>
            <a:spLocks noGrp="1"/>
          </p:cNvSpPr>
          <p:nvPr>
            <p:ph type="pic" sz="quarter" idx="10" hasCustomPrompt="1"/>
          </p:nvPr>
        </p:nvSpPr>
        <p:spPr>
          <a:xfrm>
            <a:off x="1205514"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736985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 calcmode="lin" valueType="num">
                                      <p:cBhvr>
                                        <p:cTn id="9" dur="500" fill="hold"/>
                                        <p:tgtEl>
                                          <p:spTgt spid="14"/>
                                        </p:tgtEl>
                                        <p:attrNameLst>
                                          <p:attrName>style.rotation</p:attrName>
                                        </p:attrNameLst>
                                      </p:cBhvr>
                                      <p:tavLst>
                                        <p:tav tm="0">
                                          <p:val>
                                            <p:fltVal val="360"/>
                                          </p:val>
                                        </p:tav>
                                        <p:tav tm="100000">
                                          <p:val>
                                            <p:fltVal val="0"/>
                                          </p:val>
                                        </p:tav>
                                      </p:tavLst>
                                    </p:anim>
                                    <p:animEffect transition="in" filter="fade">
                                      <p:cBhvr>
                                        <p:cTn id="10" dur="500"/>
                                        <p:tgtEl>
                                          <p:spTgt spid="14"/>
                                        </p:tgtEl>
                                      </p:cBhvr>
                                    </p:animEffect>
                                  </p:childTnLst>
                                </p:cTn>
                              </p:par>
                              <p:par>
                                <p:cTn id="11" presetID="49" presetClass="entr" presetSubtype="0" decel="100000" fill="hold" grpId="0" nodeType="withEffect">
                                  <p:stCondLst>
                                    <p:cond delay="25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 calcmode="lin" valueType="num">
                                      <p:cBhvr>
                                        <p:cTn id="15" dur="500" fill="hold"/>
                                        <p:tgtEl>
                                          <p:spTgt spid="15"/>
                                        </p:tgtEl>
                                        <p:attrNameLst>
                                          <p:attrName>style.rotation</p:attrName>
                                        </p:attrNameLst>
                                      </p:cBhvr>
                                      <p:tavLst>
                                        <p:tav tm="0">
                                          <p:val>
                                            <p:fltVal val="360"/>
                                          </p:val>
                                        </p:tav>
                                        <p:tav tm="100000">
                                          <p:val>
                                            <p:fltVal val="0"/>
                                          </p:val>
                                        </p:tav>
                                      </p:tavLst>
                                    </p:anim>
                                    <p:animEffect transition="in" filter="fade">
                                      <p:cBhvr>
                                        <p:cTn id="16" dur="500"/>
                                        <p:tgtEl>
                                          <p:spTgt spid="15"/>
                                        </p:tgtEl>
                                      </p:cBhvr>
                                    </p:animEffect>
                                  </p:childTnLst>
                                </p:cTn>
                              </p:par>
                              <p:par>
                                <p:cTn id="17" presetID="49" presetClass="entr" presetSubtype="0" decel="100000" fill="hold" grpId="0" nodeType="withEffect">
                                  <p:stCondLst>
                                    <p:cond delay="50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anim calcmode="lin" valueType="num">
                                      <p:cBhvr>
                                        <p:cTn id="21" dur="500" fill="hold"/>
                                        <p:tgtEl>
                                          <p:spTgt spid="16"/>
                                        </p:tgtEl>
                                        <p:attrNameLst>
                                          <p:attrName>style.rotation</p:attrName>
                                        </p:attrNameLst>
                                      </p:cBhvr>
                                      <p:tavLst>
                                        <p:tav tm="0">
                                          <p:val>
                                            <p:fltVal val="360"/>
                                          </p:val>
                                        </p:tav>
                                        <p:tav tm="100000">
                                          <p:val>
                                            <p:fltVal val="0"/>
                                          </p:val>
                                        </p:tav>
                                      </p:tavLst>
                                    </p:anim>
                                    <p:animEffect transition="in" filter="fade">
                                      <p:cBhvr>
                                        <p:cTn id="22" dur="500"/>
                                        <p:tgtEl>
                                          <p:spTgt spid="16"/>
                                        </p:tgtEl>
                                      </p:cBhvr>
                                    </p:animEffect>
                                  </p:childTnLst>
                                </p:cTn>
                              </p:par>
                              <p:par>
                                <p:cTn id="23" presetID="49" presetClass="entr" presetSubtype="0" decel="100000" fill="hold" grpId="0" nodeType="withEffect">
                                  <p:stCondLst>
                                    <p:cond delay="75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 calcmode="lin" valueType="num">
                                      <p:cBhvr>
                                        <p:cTn id="27" dur="500" fill="hold"/>
                                        <p:tgtEl>
                                          <p:spTgt spid="17"/>
                                        </p:tgtEl>
                                        <p:attrNameLst>
                                          <p:attrName>style.rotation</p:attrName>
                                        </p:attrNameLst>
                                      </p:cBhvr>
                                      <p:tavLst>
                                        <p:tav tm="0">
                                          <p:val>
                                            <p:fltVal val="360"/>
                                          </p:val>
                                        </p:tav>
                                        <p:tav tm="100000">
                                          <p:val>
                                            <p:fltVal val="0"/>
                                          </p:val>
                                        </p:tav>
                                      </p:tavLst>
                                    </p:anim>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4"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Title and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77C32E8-CB3E-499C-8B96-F007346E4412}"/>
              </a:ext>
            </a:extLst>
          </p:cNvPr>
          <p:cNvSpPr>
            <a:spLocks noGrp="1"/>
          </p:cNvSpPr>
          <p:nvPr>
            <p:ph type="pic" sz="quarter" idx="10" hasCustomPrompt="1"/>
          </p:nvPr>
        </p:nvSpPr>
        <p:spPr>
          <a:xfrm>
            <a:off x="0" y="2133604"/>
            <a:ext cx="9925056" cy="2590796"/>
          </a:xfrm>
          <a:custGeom>
            <a:avLst/>
            <a:gdLst>
              <a:gd name="connsiteX0" fmla="*/ 0 w 9925056"/>
              <a:gd name="connsiteY0" fmla="*/ 0 h 2590796"/>
              <a:gd name="connsiteX1" fmla="*/ 8629658 w 9925056"/>
              <a:gd name="connsiteY1" fmla="*/ 0 h 2590796"/>
              <a:gd name="connsiteX2" fmla="*/ 9925056 w 9925056"/>
              <a:gd name="connsiteY2" fmla="*/ 1295398 h 2590796"/>
              <a:gd name="connsiteX3" fmla="*/ 8629658 w 9925056"/>
              <a:gd name="connsiteY3" fmla="*/ 2590796 h 2590796"/>
              <a:gd name="connsiteX4" fmla="*/ 0 w 9925056"/>
              <a:gd name="connsiteY4" fmla="*/ 2590796 h 25907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5056" h="2590796">
                <a:moveTo>
                  <a:pt x="0" y="0"/>
                </a:moveTo>
                <a:lnTo>
                  <a:pt x="8629658" y="0"/>
                </a:lnTo>
                <a:cubicBezTo>
                  <a:pt x="9345087" y="0"/>
                  <a:pt x="9925056" y="579969"/>
                  <a:pt x="9925056" y="1295398"/>
                </a:cubicBezTo>
                <a:cubicBezTo>
                  <a:pt x="9925056" y="2010827"/>
                  <a:pt x="9345087" y="2590796"/>
                  <a:pt x="8629658" y="2590796"/>
                </a:cubicBezTo>
                <a:lnTo>
                  <a:pt x="0" y="2590796"/>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927731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bg>
      <p:bgPr>
        <a:solidFill>
          <a:schemeClr val="accent1"/>
        </a:solidFill>
        <a:effectLst/>
      </p:bgPr>
    </p:b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BA9B3843-5DE3-4278-8A3B-A675828E2ECA}"/>
              </a:ext>
            </a:extLst>
          </p:cNvPr>
          <p:cNvSpPr/>
          <p:nvPr userDrawn="1"/>
        </p:nvSpPr>
        <p:spPr>
          <a:xfrm>
            <a:off x="0" y="0"/>
            <a:ext cx="6759036" cy="6858000"/>
          </a:xfrm>
          <a:custGeom>
            <a:avLst/>
            <a:gdLst>
              <a:gd name="connsiteX0" fmla="*/ 0 w 6759036"/>
              <a:gd name="connsiteY0" fmla="*/ 0 h 6858000"/>
              <a:gd name="connsiteX1" fmla="*/ 4940057 w 6759036"/>
              <a:gd name="connsiteY1" fmla="*/ 0 h 6858000"/>
              <a:gd name="connsiteX2" fmla="*/ 6559055 w 6759036"/>
              <a:gd name="connsiteY2" fmla="*/ 1361952 h 6858000"/>
              <a:gd name="connsiteX3" fmla="*/ 6628743 w 6759036"/>
              <a:gd name="connsiteY3" fmla="*/ 2156672 h 6858000"/>
              <a:gd name="connsiteX4" fmla="*/ 6516513 w 6759036"/>
              <a:gd name="connsiteY4" fmla="*/ 2289474 h 6858000"/>
              <a:gd name="connsiteX5" fmla="*/ 5721795 w 6759036"/>
              <a:gd name="connsiteY5" fmla="*/ 2359161 h 6858000"/>
              <a:gd name="connsiteX6" fmla="*/ 4133085 w 6759036"/>
              <a:gd name="connsiteY6" fmla="*/ 1020897 h 6858000"/>
              <a:gd name="connsiteX7" fmla="*/ 3338364 w 6759036"/>
              <a:gd name="connsiteY7" fmla="*/ 1090586 h 6858000"/>
              <a:gd name="connsiteX8" fmla="*/ 3226134 w 6759036"/>
              <a:gd name="connsiteY8" fmla="*/ 1223388 h 6858000"/>
              <a:gd name="connsiteX9" fmla="*/ 3295826 w 6759036"/>
              <a:gd name="connsiteY9" fmla="*/ 2018106 h 6858000"/>
              <a:gd name="connsiteX10" fmla="*/ 6198266 w 6759036"/>
              <a:gd name="connsiteY10" fmla="*/ 4460479 h 6858000"/>
              <a:gd name="connsiteX11" fmla="*/ 6267956 w 6759036"/>
              <a:gd name="connsiteY11" fmla="*/ 5255195 h 6858000"/>
              <a:gd name="connsiteX12" fmla="*/ 6155725 w 6759036"/>
              <a:gd name="connsiteY12" fmla="*/ 5387997 h 6858000"/>
              <a:gd name="connsiteX13" fmla="*/ 5361007 w 6759036"/>
              <a:gd name="connsiteY13" fmla="*/ 5457688 h 6858000"/>
              <a:gd name="connsiteX14" fmla="*/ 4727965 w 6759036"/>
              <a:gd name="connsiteY14" fmla="*/ 4923995 h 6858000"/>
              <a:gd name="connsiteX15" fmla="*/ 3933247 w 6759036"/>
              <a:gd name="connsiteY15" fmla="*/ 4993682 h 6858000"/>
              <a:gd name="connsiteX16" fmla="*/ 3821016 w 6759036"/>
              <a:gd name="connsiteY16" fmla="*/ 5126483 h 6858000"/>
              <a:gd name="connsiteX17" fmla="*/ 3890705 w 6759036"/>
              <a:gd name="connsiteY17" fmla="*/ 5921204 h 6858000"/>
              <a:gd name="connsiteX18" fmla="*/ 4966964 w 6759036"/>
              <a:gd name="connsiteY18" fmla="*/ 6829942 h 6858000"/>
              <a:gd name="connsiteX19" fmla="*/ 4993968 w 6759036"/>
              <a:gd name="connsiteY19" fmla="*/ 6858000 h 6858000"/>
              <a:gd name="connsiteX20" fmla="*/ 2978294 w 6759036"/>
              <a:gd name="connsiteY20" fmla="*/ 6858000 h 6858000"/>
              <a:gd name="connsiteX21" fmla="*/ 1182453 w 6759036"/>
              <a:gd name="connsiteY21" fmla="*/ 5346426 h 6858000"/>
              <a:gd name="connsiteX22" fmla="*/ 387732 w 6759036"/>
              <a:gd name="connsiteY22" fmla="*/ 5416115 h 6858000"/>
              <a:gd name="connsiteX23" fmla="*/ 275502 w 6759036"/>
              <a:gd name="connsiteY23" fmla="*/ 5548917 h 6858000"/>
              <a:gd name="connsiteX24" fmla="*/ 345194 w 6759036"/>
              <a:gd name="connsiteY24" fmla="*/ 6343636 h 6858000"/>
              <a:gd name="connsiteX25" fmla="*/ 957016 w 6759036"/>
              <a:gd name="connsiteY25" fmla="*/ 6858000 h 6858000"/>
              <a:gd name="connsiteX26" fmla="*/ 0 w 6759036"/>
              <a:gd name="connsiteY2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759036" h="6858000">
                <a:moveTo>
                  <a:pt x="0" y="0"/>
                </a:moveTo>
                <a:lnTo>
                  <a:pt x="4940057" y="0"/>
                </a:lnTo>
                <a:lnTo>
                  <a:pt x="6559055" y="1361952"/>
                </a:lnTo>
                <a:cubicBezTo>
                  <a:pt x="6795329" y="1561788"/>
                  <a:pt x="6826944" y="1917563"/>
                  <a:pt x="6628743" y="2156672"/>
                </a:cubicBezTo>
                <a:lnTo>
                  <a:pt x="6516513" y="2289474"/>
                </a:lnTo>
                <a:cubicBezTo>
                  <a:pt x="6316679" y="2525746"/>
                  <a:pt x="5960902" y="2557363"/>
                  <a:pt x="5721795" y="2359161"/>
                </a:cubicBezTo>
                <a:lnTo>
                  <a:pt x="4133085" y="1020897"/>
                </a:lnTo>
                <a:cubicBezTo>
                  <a:pt x="3896811" y="821060"/>
                  <a:pt x="3539399" y="849845"/>
                  <a:pt x="3338364" y="1090586"/>
                </a:cubicBezTo>
                <a:lnTo>
                  <a:pt x="3226134" y="1223388"/>
                </a:lnTo>
                <a:cubicBezTo>
                  <a:pt x="3026299" y="1459660"/>
                  <a:pt x="3055081" y="1817074"/>
                  <a:pt x="3295826" y="2018106"/>
                </a:cubicBezTo>
                <a:lnTo>
                  <a:pt x="6198266" y="4460479"/>
                </a:lnTo>
                <a:cubicBezTo>
                  <a:pt x="6434538" y="4660313"/>
                  <a:pt x="6466156" y="5016090"/>
                  <a:pt x="6267956" y="5255195"/>
                </a:cubicBezTo>
                <a:lnTo>
                  <a:pt x="6155725" y="5387997"/>
                </a:lnTo>
                <a:cubicBezTo>
                  <a:pt x="5955888" y="5624271"/>
                  <a:pt x="5600115" y="5655886"/>
                  <a:pt x="5361007" y="5457688"/>
                </a:cubicBezTo>
                <a:lnTo>
                  <a:pt x="4727965" y="4923995"/>
                </a:lnTo>
                <a:cubicBezTo>
                  <a:pt x="4491690" y="4724157"/>
                  <a:pt x="4134281" y="4752940"/>
                  <a:pt x="3933247" y="4993682"/>
                </a:cubicBezTo>
                <a:lnTo>
                  <a:pt x="3821016" y="5126483"/>
                </a:lnTo>
                <a:cubicBezTo>
                  <a:pt x="3621179" y="5362758"/>
                  <a:pt x="3649964" y="5720170"/>
                  <a:pt x="3890705" y="5921204"/>
                </a:cubicBezTo>
                <a:lnTo>
                  <a:pt x="4966964" y="6829942"/>
                </a:lnTo>
                <a:lnTo>
                  <a:pt x="4993968" y="6858000"/>
                </a:lnTo>
                <a:lnTo>
                  <a:pt x="2978294" y="6858000"/>
                </a:lnTo>
                <a:lnTo>
                  <a:pt x="1182453" y="5346426"/>
                </a:lnTo>
                <a:cubicBezTo>
                  <a:pt x="946178" y="5146589"/>
                  <a:pt x="588767" y="5175374"/>
                  <a:pt x="387732" y="5416115"/>
                </a:cubicBezTo>
                <a:lnTo>
                  <a:pt x="275502" y="5548917"/>
                </a:lnTo>
                <a:cubicBezTo>
                  <a:pt x="75667" y="5785189"/>
                  <a:pt x="104449" y="6142603"/>
                  <a:pt x="345194" y="6343636"/>
                </a:cubicBezTo>
                <a:lnTo>
                  <a:pt x="957016" y="6858000"/>
                </a:lnTo>
                <a:lnTo>
                  <a:pt x="0" y="6858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TextBox 20">
            <a:extLst>
              <a:ext uri="{FF2B5EF4-FFF2-40B4-BE49-F238E27FC236}">
                <a16:creationId xmlns:a16="http://schemas.microsoft.com/office/drawing/2014/main" id="{E7E53B07-6CED-4F8A-BDCA-F3E5B62308FC}"/>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35" name="Freeform: Shape 34">
            <a:extLst>
              <a:ext uri="{FF2B5EF4-FFF2-40B4-BE49-F238E27FC236}">
                <a16:creationId xmlns:a16="http://schemas.microsoft.com/office/drawing/2014/main" id="{110B999A-AB23-4F6C-9626-96336FB930FE}"/>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3" name="Imagen 2" descr="Logotipo&#10;&#10;El contenido generado por IA puede ser incorrecto.">
            <a:extLst>
              <a:ext uri="{FF2B5EF4-FFF2-40B4-BE49-F238E27FC236}">
                <a16:creationId xmlns:a16="http://schemas.microsoft.com/office/drawing/2014/main" id="{8C9C825E-1952-30A8-188B-08276D636B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33347300-42CA-05B2-DCB8-F36D8F442D9E}"/>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83831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000" fill="hold"/>
                                        <p:tgtEl>
                                          <p:spTgt spid="20"/>
                                        </p:tgtEl>
                                        <p:attrNameLst>
                                          <p:attrName>ppt_x</p:attrName>
                                        </p:attrNameLst>
                                      </p:cBhvr>
                                      <p:tavLst>
                                        <p:tav tm="0">
                                          <p:val>
                                            <p:strVal val="0-#ppt_w/2"/>
                                          </p:val>
                                        </p:tav>
                                        <p:tav tm="100000">
                                          <p:val>
                                            <p:strVal val="#ppt_x"/>
                                          </p:val>
                                        </p:tav>
                                      </p:tavLst>
                                    </p:anim>
                                    <p:anim calcmode="lin" valueType="num">
                                      <p:cBhvr additive="base">
                                        <p:cTn id="8" dur="10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10A2F5C-A181-4EFC-9E8A-E522A5CCB49F}"/>
              </a:ext>
            </a:extLst>
          </p:cNvPr>
          <p:cNvSpPr>
            <a:spLocks noGrp="1"/>
          </p:cNvSpPr>
          <p:nvPr>
            <p:ph type="pic" sz="quarter" idx="10" hasCustomPrompt="1"/>
          </p:nvPr>
        </p:nvSpPr>
        <p:spPr>
          <a:xfrm>
            <a:off x="6348330" y="549274"/>
            <a:ext cx="5843673" cy="6308726"/>
          </a:xfrm>
          <a:custGeom>
            <a:avLst/>
            <a:gdLst>
              <a:gd name="connsiteX0" fmla="*/ 2288427 w 5843673"/>
              <a:gd name="connsiteY0" fmla="*/ 794 h 6308726"/>
              <a:gd name="connsiteX1" fmla="*/ 4641439 w 5843673"/>
              <a:gd name="connsiteY1" fmla="*/ 581088 h 6308726"/>
              <a:gd name="connsiteX2" fmla="*/ 5696574 w 5843673"/>
              <a:gd name="connsiteY2" fmla="*/ 337126 h 6308726"/>
              <a:gd name="connsiteX3" fmla="*/ 5843673 w 5843673"/>
              <a:gd name="connsiteY3" fmla="*/ 324217 h 6308726"/>
              <a:gd name="connsiteX4" fmla="*/ 5843673 w 5843673"/>
              <a:gd name="connsiteY4" fmla="*/ 6308726 h 6308726"/>
              <a:gd name="connsiteX5" fmla="*/ 0 w 5843673"/>
              <a:gd name="connsiteY5" fmla="*/ 6308726 h 6308726"/>
              <a:gd name="connsiteX6" fmla="*/ 1794 w 5843673"/>
              <a:gd name="connsiteY6" fmla="*/ 6216854 h 6308726"/>
              <a:gd name="connsiteX7" fmla="*/ 169011 w 5843673"/>
              <a:gd name="connsiteY7" fmla="*/ 5497469 h 6308726"/>
              <a:gd name="connsiteX8" fmla="*/ 963747 w 5843673"/>
              <a:gd name="connsiteY8" fmla="*/ 4220418 h 6308726"/>
              <a:gd name="connsiteX9" fmla="*/ 1895503 w 5843673"/>
              <a:gd name="connsiteY9" fmla="*/ 49436 h 6308726"/>
              <a:gd name="connsiteX10" fmla="*/ 2288427 w 5843673"/>
              <a:gd name="connsiteY10" fmla="*/ 794 h 630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43673" h="6308726">
                <a:moveTo>
                  <a:pt x="2288427" y="794"/>
                </a:moveTo>
                <a:cubicBezTo>
                  <a:pt x="3124170" y="31968"/>
                  <a:pt x="3456878" y="969546"/>
                  <a:pt x="4641439" y="581088"/>
                </a:cubicBezTo>
                <a:cubicBezTo>
                  <a:pt x="5013970" y="457767"/>
                  <a:pt x="5365787" y="378187"/>
                  <a:pt x="5696574" y="337126"/>
                </a:cubicBezTo>
                <a:lnTo>
                  <a:pt x="5843673" y="324217"/>
                </a:lnTo>
                <a:lnTo>
                  <a:pt x="5843673" y="6308726"/>
                </a:lnTo>
                <a:lnTo>
                  <a:pt x="0" y="6308726"/>
                </a:lnTo>
                <a:lnTo>
                  <a:pt x="1794" y="6216854"/>
                </a:lnTo>
                <a:cubicBezTo>
                  <a:pt x="18929" y="5931340"/>
                  <a:pt x="90223" y="5675599"/>
                  <a:pt x="169011" y="5497469"/>
                </a:cubicBezTo>
                <a:cubicBezTo>
                  <a:pt x="322477" y="5152174"/>
                  <a:pt x="821243" y="4565713"/>
                  <a:pt x="963747" y="4220418"/>
                </a:cubicBezTo>
                <a:cubicBezTo>
                  <a:pt x="1446067" y="3063941"/>
                  <a:pt x="-894" y="559164"/>
                  <a:pt x="1895503" y="49436"/>
                </a:cubicBezTo>
                <a:cubicBezTo>
                  <a:pt x="2039377" y="10385"/>
                  <a:pt x="2169035" y="-3660"/>
                  <a:pt x="2288427" y="794"/>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114B87FC-A38A-4591-9922-BC90266B211A}"/>
              </a:ext>
            </a:extLst>
          </p:cNvPr>
          <p:cNvSpPr>
            <a:spLocks noGrp="1"/>
          </p:cNvSpPr>
          <p:nvPr>
            <p:ph type="pic" sz="quarter" idx="11" hasCustomPrompt="1"/>
          </p:nvPr>
        </p:nvSpPr>
        <p:spPr>
          <a:xfrm>
            <a:off x="5843672" y="1797050"/>
            <a:ext cx="4819651" cy="4800600"/>
          </a:xfrm>
          <a:custGeom>
            <a:avLst/>
            <a:gdLst>
              <a:gd name="connsiteX0" fmla="*/ 0 w 4819650"/>
              <a:gd name="connsiteY0" fmla="*/ 0 h 4800600"/>
              <a:gd name="connsiteX1" fmla="*/ 4819650 w 4819650"/>
              <a:gd name="connsiteY1" fmla="*/ 0 h 4800600"/>
              <a:gd name="connsiteX2" fmla="*/ 4819650 w 4819650"/>
              <a:gd name="connsiteY2" fmla="*/ 4800600 h 4800600"/>
              <a:gd name="connsiteX3" fmla="*/ 0 w 4819650"/>
              <a:gd name="connsiteY3" fmla="*/ 4800600 h 4800600"/>
            </a:gdLst>
            <a:ahLst/>
            <a:cxnLst>
              <a:cxn ang="0">
                <a:pos x="connsiteX0" y="connsiteY0"/>
              </a:cxn>
              <a:cxn ang="0">
                <a:pos x="connsiteX1" y="connsiteY1"/>
              </a:cxn>
              <a:cxn ang="0">
                <a:pos x="connsiteX2" y="connsiteY2"/>
              </a:cxn>
              <a:cxn ang="0">
                <a:pos x="connsiteX3" y="connsiteY3"/>
              </a:cxn>
            </a:cxnLst>
            <a:rect l="l" t="t" r="r" b="b"/>
            <a:pathLst>
              <a:path w="4819650" h="4800600">
                <a:moveTo>
                  <a:pt x="0" y="0"/>
                </a:moveTo>
                <a:lnTo>
                  <a:pt x="4819650" y="0"/>
                </a:lnTo>
                <a:lnTo>
                  <a:pt x="4819650" y="4800600"/>
                </a:lnTo>
                <a:lnTo>
                  <a:pt x="0" y="4800600"/>
                </a:lnTo>
                <a:close/>
              </a:path>
            </a:pathLst>
          </a:custGeom>
          <a:noFill/>
          <a:effectLst>
            <a:outerShdw blurRad="1066800" dist="723900" dir="5400000" sx="86000" sy="86000" algn="t" rotWithShape="0">
              <a:prstClr val="black">
                <a:alpha val="2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00898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1+#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1+#ppt_w/2"/>
                                          </p:val>
                                        </p:tav>
                                        <p:tav tm="100000">
                                          <p:val>
                                            <p:strVal val="#ppt_x"/>
                                          </p:val>
                                        </p:tav>
                                      </p:tavLst>
                                    </p:anim>
                                    <p:anim calcmode="lin" valueType="num">
                                      <p:cBhvr additive="base">
                                        <p:cTn id="12"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C826877-B32F-4F26-A8F8-98B82E552BFF}"/>
              </a:ext>
            </a:extLst>
          </p:cNvPr>
          <p:cNvSpPr>
            <a:spLocks noGrp="1"/>
          </p:cNvSpPr>
          <p:nvPr>
            <p:ph type="pic" sz="quarter" idx="10" hasCustomPrompt="1"/>
          </p:nvPr>
        </p:nvSpPr>
        <p:spPr>
          <a:xfrm>
            <a:off x="0" y="0"/>
            <a:ext cx="12192000" cy="6858000"/>
          </a:xfrm>
          <a:prstGeom prst="rect">
            <a:avLst/>
          </a:prstGeom>
          <a:solidFill>
            <a:schemeClr val="bg1">
              <a:lumMod val="95000"/>
              <a:alpha val="25000"/>
            </a:schemeClr>
          </a:solidFill>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14863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repeatCount="indefinite" decel="100000" autoRev="1" fill="hold" grpId="1" nodeType="withEffect">
                                  <p:stCondLst>
                                    <p:cond delay="0"/>
                                  </p:stCondLst>
                                  <p:childTnLst>
                                    <p:animScale>
                                      <p:cBhvr>
                                        <p:cTn id="9" dur="20000" fill="hold"/>
                                        <p:tgtEl>
                                          <p:spTgt spid="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0_Title and Content">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1168F48-343E-4B92-A6BD-43D92EC5E0E7}"/>
              </a:ext>
            </a:extLst>
          </p:cNvPr>
          <p:cNvSpPr/>
          <p:nvPr userDrawn="1"/>
        </p:nvSpPr>
        <p:spPr>
          <a:xfrm>
            <a:off x="5219700" y="0"/>
            <a:ext cx="6972301" cy="6858000"/>
          </a:xfrm>
          <a:custGeom>
            <a:avLst/>
            <a:gdLst>
              <a:gd name="connsiteX0" fmla="*/ 1658746 w 5332935"/>
              <a:gd name="connsiteY0" fmla="*/ 0 h 6858000"/>
              <a:gd name="connsiteX1" fmla="*/ 5332935 w 5332935"/>
              <a:gd name="connsiteY1" fmla="*/ 0 h 6858000"/>
              <a:gd name="connsiteX2" fmla="*/ 5332935 w 5332935"/>
              <a:gd name="connsiteY2" fmla="*/ 6858000 h 6858000"/>
              <a:gd name="connsiteX3" fmla="*/ 266502 w 5332935"/>
              <a:gd name="connsiteY3" fmla="*/ 6858000 h 6858000"/>
              <a:gd name="connsiteX4" fmla="*/ 218120 w 5332935"/>
              <a:gd name="connsiteY4" fmla="*/ 6750221 h 6858000"/>
              <a:gd name="connsiteX5" fmla="*/ 139725 w 5332935"/>
              <a:gd name="connsiteY5" fmla="*/ 6536357 h 6858000"/>
              <a:gd name="connsiteX6" fmla="*/ 1449720 w 5332935"/>
              <a:gd name="connsiteY6" fmla="*/ 2711728 h 6858000"/>
              <a:gd name="connsiteX7" fmla="*/ 1566730 w 5332935"/>
              <a:gd name="connsiteY7" fmla="*/ 1717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2935" h="6858000">
                <a:moveTo>
                  <a:pt x="1658746" y="0"/>
                </a:moveTo>
                <a:lnTo>
                  <a:pt x="5332935" y="0"/>
                </a:lnTo>
                <a:lnTo>
                  <a:pt x="5332935" y="6858000"/>
                </a:lnTo>
                <a:lnTo>
                  <a:pt x="266502" y="6858000"/>
                </a:lnTo>
                <a:lnTo>
                  <a:pt x="218120" y="6750221"/>
                </a:lnTo>
                <a:cubicBezTo>
                  <a:pt x="189953" y="6681019"/>
                  <a:pt x="163785" y="6609730"/>
                  <a:pt x="139725" y="6536357"/>
                </a:cubicBezTo>
                <a:cubicBezTo>
                  <a:pt x="-547474" y="4441971"/>
                  <a:pt x="1527640" y="3625849"/>
                  <a:pt x="1449720" y="2711728"/>
                </a:cubicBezTo>
                <a:cubicBezTo>
                  <a:pt x="1396262" y="2095405"/>
                  <a:pt x="1214984" y="967692"/>
                  <a:pt x="1566730" y="17171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a:extLst>
              <a:ext uri="{FF2B5EF4-FFF2-40B4-BE49-F238E27FC236}">
                <a16:creationId xmlns:a16="http://schemas.microsoft.com/office/drawing/2014/main" id="{9F65871E-8BA0-46CF-A66B-BA9A1A3F7DB9}"/>
              </a:ext>
            </a:extLst>
          </p:cNvPr>
          <p:cNvSpPr>
            <a:spLocks noGrp="1"/>
          </p:cNvSpPr>
          <p:nvPr>
            <p:ph type="pic" sz="quarter" idx="10" hasCustomPrompt="1"/>
          </p:nvPr>
        </p:nvSpPr>
        <p:spPr>
          <a:xfrm>
            <a:off x="5219699" y="0"/>
            <a:ext cx="6972301" cy="6858000"/>
          </a:xfrm>
          <a:custGeom>
            <a:avLst/>
            <a:gdLst>
              <a:gd name="connsiteX0" fmla="*/ 4224815 w 6972301"/>
              <a:gd name="connsiteY0" fmla="*/ 0 h 6858000"/>
              <a:gd name="connsiteX1" fmla="*/ 6972301 w 6972301"/>
              <a:gd name="connsiteY1" fmla="*/ 0 h 6858000"/>
              <a:gd name="connsiteX2" fmla="*/ 6972301 w 6972301"/>
              <a:gd name="connsiteY2" fmla="*/ 6858000 h 6858000"/>
              <a:gd name="connsiteX3" fmla="*/ 5841899 w 6972301"/>
              <a:gd name="connsiteY3" fmla="*/ 6858000 h 6858000"/>
              <a:gd name="connsiteX4" fmla="*/ 5710671 w 6972301"/>
              <a:gd name="connsiteY4" fmla="*/ 6745153 h 6858000"/>
              <a:gd name="connsiteX5" fmla="*/ 4956741 w 6972301"/>
              <a:gd name="connsiteY5" fmla="*/ 6455400 h 6858000"/>
              <a:gd name="connsiteX6" fmla="*/ 4107321 w 6972301"/>
              <a:gd name="connsiteY6" fmla="*/ 6846665 h 6858000"/>
              <a:gd name="connsiteX7" fmla="*/ 4094074 w 6972301"/>
              <a:gd name="connsiteY7" fmla="*/ 6858000 h 6858000"/>
              <a:gd name="connsiteX8" fmla="*/ 197432 w 6972301"/>
              <a:gd name="connsiteY8" fmla="*/ 6858000 h 6858000"/>
              <a:gd name="connsiteX9" fmla="*/ 121513 w 6972301"/>
              <a:gd name="connsiteY9" fmla="*/ 6678515 h 6858000"/>
              <a:gd name="connsiteX10" fmla="*/ 63383 w 6972301"/>
              <a:gd name="connsiteY10" fmla="*/ 6475856 h 6858000"/>
              <a:gd name="connsiteX11" fmla="*/ 2572695 w 6972301"/>
              <a:gd name="connsiteY11" fmla="*/ 2320602 h 6858000"/>
              <a:gd name="connsiteX12" fmla="*/ 4087214 w 6972301"/>
              <a:gd name="connsiteY12" fmla="*/ 6118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72301" h="6858000">
                <a:moveTo>
                  <a:pt x="4224815" y="0"/>
                </a:moveTo>
                <a:lnTo>
                  <a:pt x="6972301" y="0"/>
                </a:lnTo>
                <a:lnTo>
                  <a:pt x="6972301" y="6858000"/>
                </a:lnTo>
                <a:lnTo>
                  <a:pt x="5841899" y="6858000"/>
                </a:lnTo>
                <a:lnTo>
                  <a:pt x="5710671" y="6745153"/>
                </a:lnTo>
                <a:cubicBezTo>
                  <a:pt x="5515288" y="6595343"/>
                  <a:pt x="5276144" y="6486426"/>
                  <a:pt x="4956741" y="6455400"/>
                </a:cubicBezTo>
                <a:cubicBezTo>
                  <a:pt x="4644393" y="6426308"/>
                  <a:pt x="4394716" y="6603901"/>
                  <a:pt x="4107321" y="6846665"/>
                </a:cubicBezTo>
                <a:lnTo>
                  <a:pt x="4094074" y="6858000"/>
                </a:lnTo>
                <a:lnTo>
                  <a:pt x="197432" y="6858000"/>
                </a:lnTo>
                <a:lnTo>
                  <a:pt x="121513" y="6678515"/>
                </a:lnTo>
                <a:cubicBezTo>
                  <a:pt x="98429" y="6613280"/>
                  <a:pt x="78954" y="6545704"/>
                  <a:pt x="63383" y="6475856"/>
                </a:cubicBezTo>
                <a:cubicBezTo>
                  <a:pt x="-462585" y="4125523"/>
                  <a:pt x="2454324" y="4720367"/>
                  <a:pt x="2572695" y="2320602"/>
                </a:cubicBezTo>
                <a:cubicBezTo>
                  <a:pt x="2627663" y="1220289"/>
                  <a:pt x="3254906" y="470091"/>
                  <a:pt x="4087214" y="61182"/>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28048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DA9B32A-2C86-405C-8A0C-06F40F049286}"/>
              </a:ext>
            </a:extLst>
          </p:cNvPr>
          <p:cNvSpPr>
            <a:spLocks noGrp="1"/>
          </p:cNvSpPr>
          <p:nvPr>
            <p:ph type="pic" sz="quarter" idx="10" hasCustomPrompt="1"/>
          </p:nvPr>
        </p:nvSpPr>
        <p:spPr>
          <a:xfrm>
            <a:off x="0" y="0"/>
            <a:ext cx="5870616" cy="6858004"/>
          </a:xfrm>
          <a:custGeom>
            <a:avLst/>
            <a:gdLst>
              <a:gd name="connsiteX0" fmla="*/ 0 w 5870616"/>
              <a:gd name="connsiteY0" fmla="*/ 0 h 6858004"/>
              <a:gd name="connsiteX1" fmla="*/ 3867150 w 5870616"/>
              <a:gd name="connsiteY1" fmla="*/ 0 h 6858004"/>
              <a:gd name="connsiteX2" fmla="*/ 3867150 w 5870616"/>
              <a:gd name="connsiteY2" fmla="*/ 4 h 6858004"/>
              <a:gd name="connsiteX3" fmla="*/ 5600386 w 5870616"/>
              <a:gd name="connsiteY3" fmla="*/ 4 h 6858004"/>
              <a:gd name="connsiteX4" fmla="*/ 5614586 w 5870616"/>
              <a:gd name="connsiteY4" fmla="*/ 1684085 h 6858004"/>
              <a:gd name="connsiteX5" fmla="*/ 5870178 w 5870616"/>
              <a:gd name="connsiteY5" fmla="*/ 3417943 h 6858004"/>
              <a:gd name="connsiteX6" fmla="*/ 5538855 w 5870616"/>
              <a:gd name="connsiteY6" fmla="*/ 5126912 h 6858004"/>
              <a:gd name="connsiteX7" fmla="*/ 5600386 w 5870616"/>
              <a:gd name="connsiteY7" fmla="*/ 6858004 h 6858004"/>
              <a:gd name="connsiteX8" fmla="*/ 3399450 w 5870616"/>
              <a:gd name="connsiteY8" fmla="*/ 6858004 h 6858004"/>
              <a:gd name="connsiteX9" fmla="*/ 3399450 w 5870616"/>
              <a:gd name="connsiteY9" fmla="*/ 6858000 h 6858004"/>
              <a:gd name="connsiteX10" fmla="*/ 0 w 5870616"/>
              <a:gd name="connsiteY10" fmla="*/ 6858000 h 685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70616" h="6858004">
                <a:moveTo>
                  <a:pt x="0" y="0"/>
                </a:moveTo>
                <a:lnTo>
                  <a:pt x="3867150" y="0"/>
                </a:lnTo>
                <a:lnTo>
                  <a:pt x="3867150" y="4"/>
                </a:lnTo>
                <a:lnTo>
                  <a:pt x="5600386" y="4"/>
                </a:lnTo>
                <a:cubicBezTo>
                  <a:pt x="6040573" y="586252"/>
                  <a:pt x="5837047" y="1023174"/>
                  <a:pt x="5614586" y="1684085"/>
                </a:cubicBezTo>
                <a:cubicBezTo>
                  <a:pt x="5392125" y="2344997"/>
                  <a:pt x="5854401" y="2802658"/>
                  <a:pt x="5870178" y="3417943"/>
                </a:cubicBezTo>
                <a:cubicBezTo>
                  <a:pt x="5885956" y="4033227"/>
                  <a:pt x="5470224" y="4528680"/>
                  <a:pt x="5538855" y="5126912"/>
                </a:cubicBezTo>
                <a:cubicBezTo>
                  <a:pt x="5607486" y="5725143"/>
                  <a:pt x="6083172" y="6263921"/>
                  <a:pt x="5600386" y="6858004"/>
                </a:cubicBezTo>
                <a:lnTo>
                  <a:pt x="3399450" y="6858004"/>
                </a:lnTo>
                <a:lnTo>
                  <a:pt x="3399450" y="6858000"/>
                </a:lnTo>
                <a:lnTo>
                  <a:pt x="0" y="6858000"/>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588521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2_Title and Content">
    <p:bg>
      <p:bgPr>
        <a:solidFill>
          <a:srgbClr val="F5F6FA"/>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26A304-FD88-463D-9944-FF81AF9364F3}"/>
              </a:ext>
            </a:extLst>
          </p:cNvPr>
          <p:cNvSpPr/>
          <p:nvPr userDrawn="1"/>
        </p:nvSpPr>
        <p:spPr>
          <a:xfrm>
            <a:off x="-235905" y="721389"/>
            <a:ext cx="2299168" cy="2299168"/>
          </a:xfrm>
          <a:custGeom>
            <a:avLst/>
            <a:gdLst>
              <a:gd name="connsiteX0" fmla="*/ 750570 w 742950"/>
              <a:gd name="connsiteY0" fmla="*/ 375285 h 742950"/>
              <a:gd name="connsiteX1" fmla="*/ 375285 w 742950"/>
              <a:gd name="connsiteY1" fmla="*/ 750570 h 742950"/>
              <a:gd name="connsiteX2" fmla="*/ 0 w 742950"/>
              <a:gd name="connsiteY2" fmla="*/ 375285 h 742950"/>
              <a:gd name="connsiteX3" fmla="*/ 375285 w 742950"/>
              <a:gd name="connsiteY3" fmla="*/ 0 h 742950"/>
              <a:gd name="connsiteX4" fmla="*/ 750570 w 742950"/>
              <a:gd name="connsiteY4" fmla="*/ 375285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50" h="742950">
                <a:moveTo>
                  <a:pt x="750570" y="375285"/>
                </a:moveTo>
                <a:cubicBezTo>
                  <a:pt x="750570" y="582549"/>
                  <a:pt x="582549" y="750570"/>
                  <a:pt x="375285" y="750570"/>
                </a:cubicBezTo>
                <a:cubicBezTo>
                  <a:pt x="168021" y="750570"/>
                  <a:pt x="0" y="582549"/>
                  <a:pt x="0" y="375285"/>
                </a:cubicBezTo>
                <a:cubicBezTo>
                  <a:pt x="0" y="168021"/>
                  <a:pt x="168021" y="0"/>
                  <a:pt x="375285" y="0"/>
                </a:cubicBezTo>
                <a:cubicBezTo>
                  <a:pt x="582549" y="0"/>
                  <a:pt x="750570" y="168021"/>
                  <a:pt x="750570" y="375285"/>
                </a:cubicBezTo>
                <a:close/>
              </a:path>
            </a:pathLst>
          </a:custGeom>
          <a:solidFill>
            <a:schemeClr val="accent2">
              <a:lumMod val="60000"/>
              <a:lumOff val="40000"/>
            </a:schemeClr>
          </a:solidFill>
          <a:ln w="9525" cap="flat">
            <a:noFill/>
            <a:prstDash val="solid"/>
            <a:miter/>
          </a:ln>
        </p:spPr>
        <p:txBody>
          <a:bodyPr rtlCol="0" anchor="ctr"/>
          <a:lstStyle/>
          <a:p>
            <a:endParaRPr lang="en-GB"/>
          </a:p>
        </p:txBody>
      </p:sp>
      <p:sp>
        <p:nvSpPr>
          <p:cNvPr id="7" name="Freeform: Shape 6">
            <a:extLst>
              <a:ext uri="{FF2B5EF4-FFF2-40B4-BE49-F238E27FC236}">
                <a16:creationId xmlns:a16="http://schemas.microsoft.com/office/drawing/2014/main" id="{01F50075-526D-46F0-B2C2-1761545F6CC5}"/>
              </a:ext>
            </a:extLst>
          </p:cNvPr>
          <p:cNvSpPr/>
          <p:nvPr userDrawn="1"/>
        </p:nvSpPr>
        <p:spPr>
          <a:xfrm>
            <a:off x="-846662" y="511056"/>
            <a:ext cx="5040477" cy="4716239"/>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6AC2A78C-6EE0-455E-A058-AD3C26BC209F}"/>
              </a:ext>
            </a:extLst>
          </p:cNvPr>
          <p:cNvSpPr/>
          <p:nvPr userDrawn="1"/>
        </p:nvSpPr>
        <p:spPr>
          <a:xfrm>
            <a:off x="2378662" y="5434681"/>
            <a:ext cx="501100" cy="501100"/>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813FDA12-9E12-46F4-A51F-CFB6F81E0D13}"/>
              </a:ext>
            </a:extLst>
          </p:cNvPr>
          <p:cNvSpPr/>
          <p:nvPr userDrawn="1"/>
        </p:nvSpPr>
        <p:spPr>
          <a:xfrm>
            <a:off x="1096432" y="264503"/>
            <a:ext cx="235815" cy="235815"/>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chemeClr val="accent2"/>
          </a:solidFill>
          <a:ln w="9525" cap="flat">
            <a:noFill/>
            <a:prstDash val="solid"/>
            <a:miter/>
          </a:ln>
        </p:spPr>
        <p:txBody>
          <a:bodyPr rtlCol="0" anchor="ctr"/>
          <a:lstStyle/>
          <a:p>
            <a:endParaRPr lang="en-GB"/>
          </a:p>
        </p:txBody>
      </p:sp>
      <p:pic>
        <p:nvPicPr>
          <p:cNvPr id="4" name="pasted-image.tiff">
            <a:extLst>
              <a:ext uri="{FF2B5EF4-FFF2-40B4-BE49-F238E27FC236}">
                <a16:creationId xmlns:a16="http://schemas.microsoft.com/office/drawing/2014/main" id="{ACF89424-7345-4AA5-898F-AA01BE816D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057" y="1945825"/>
            <a:ext cx="6083982" cy="3324614"/>
          </a:xfrm>
          <a:prstGeom prst="rect">
            <a:avLst/>
          </a:prstGeom>
          <a:ln w="12700">
            <a:miter lim="400000"/>
          </a:ln>
          <a:effectLst>
            <a:outerShdw blurRad="1270000" dir="5400000" sx="90000" sy="-19000" rotWithShape="0">
              <a:prstClr val="black">
                <a:alpha val="40000"/>
              </a:prstClr>
            </a:outerShdw>
          </a:effectLst>
        </p:spPr>
      </p:pic>
      <p:sp>
        <p:nvSpPr>
          <p:cNvPr id="3" name="Picture Placeholder 5">
            <a:extLst>
              <a:ext uri="{FF2B5EF4-FFF2-40B4-BE49-F238E27FC236}">
                <a16:creationId xmlns:a16="http://schemas.microsoft.com/office/drawing/2014/main" id="{92B387F9-3894-4053-8570-FDC32D1E4283}"/>
              </a:ext>
            </a:extLst>
          </p:cNvPr>
          <p:cNvSpPr>
            <a:spLocks noGrp="1"/>
          </p:cNvSpPr>
          <p:nvPr userDrawn="1">
            <p:ph type="pic" sz="quarter" idx="14" hasCustomPrompt="1"/>
          </p:nvPr>
        </p:nvSpPr>
        <p:spPr>
          <a:xfrm>
            <a:off x="1290117" y="2152650"/>
            <a:ext cx="4361862" cy="2728084"/>
          </a:xfrm>
          <a:prstGeom prst="rect">
            <a:avLst/>
          </a:prstGeom>
        </p:spPr>
        <p:txBody>
          <a:bodyPr anchor="t"/>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id-ID" sz="1200" baseline="0">
                <a:solidFill>
                  <a:schemeClr val="bg1">
                    <a:lumMod val="95000"/>
                  </a:schemeClr>
                </a:solidFill>
                <a:latin typeface="+mn-lt"/>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a:p>
        </p:txBody>
      </p:sp>
    </p:spTree>
    <p:extLst>
      <p:ext uri="{BB962C8B-B14F-4D97-AF65-F5344CB8AC3E}">
        <p14:creationId xmlns:p14="http://schemas.microsoft.com/office/powerpoint/2010/main" val="356892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6" presetClass="emph" presetSubtype="0" decel="100000" fill="hold" grpId="1" nodeType="withEffect">
                                  <p:stCondLst>
                                    <p:cond delay="250"/>
                                  </p:stCondLst>
                                  <p:childTnLst>
                                    <p:animScale>
                                      <p:cBhvr>
                                        <p:cTn id="13" dur="3000" fill="hold"/>
                                        <p:tgtEl>
                                          <p:spTgt spid="7"/>
                                        </p:tgtEl>
                                      </p:cBhvr>
                                      <p:by x="108000" y="108000"/>
                                    </p:animScale>
                                  </p:childTnLst>
                                </p:cTn>
                              </p:par>
                              <p:par>
                                <p:cTn id="14" presetID="10" presetClass="entr" presetSubtype="0" fill="hold" grpId="0" nodeType="withEffect">
                                  <p:stCondLst>
                                    <p:cond delay="5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6" presetClass="emph" presetSubtype="0" decel="100000" fill="hold" grpId="1" nodeType="withEffect">
                                  <p:stCondLst>
                                    <p:cond delay="500"/>
                                  </p:stCondLst>
                                  <p:childTnLst>
                                    <p:animScale>
                                      <p:cBhvr>
                                        <p:cTn id="18" dur="3000" fill="hold"/>
                                        <p:tgtEl>
                                          <p:spTgt spid="6"/>
                                        </p:tgtEl>
                                      </p:cBhvr>
                                      <p:by x="108000" y="108000"/>
                                    </p:animScale>
                                  </p:childTnLst>
                                </p:cTn>
                              </p:par>
                              <p:par>
                                <p:cTn id="19" presetID="10" presetClass="entr" presetSubtype="0" fill="hold" grpId="0" nodeType="withEffect">
                                  <p:stCondLst>
                                    <p:cond delay="75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6" presetClass="emph" presetSubtype="0" decel="100000" fill="hold" grpId="1" nodeType="withEffect">
                                  <p:stCondLst>
                                    <p:cond delay="750"/>
                                  </p:stCondLst>
                                  <p:childTnLst>
                                    <p:animScale>
                                      <p:cBhvr>
                                        <p:cTn id="23" dur="3000" fill="hold"/>
                                        <p:tgtEl>
                                          <p:spTgt spid="9"/>
                                        </p:tgtEl>
                                      </p:cBhvr>
                                      <p:by x="108000" y="108000"/>
                                    </p:animScale>
                                  </p:childTnLst>
                                </p:cTn>
                              </p:par>
                              <p:par>
                                <p:cTn id="24" presetID="10" presetClass="entr" presetSubtype="0" fill="hold" grpId="0" nodeType="withEffect">
                                  <p:stCondLst>
                                    <p:cond delay="7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6" presetClass="emph" presetSubtype="0" decel="100000" fill="hold" grpId="1" nodeType="withEffect">
                                  <p:stCondLst>
                                    <p:cond delay="750"/>
                                  </p:stCondLst>
                                  <p:childTnLst>
                                    <p:animScale>
                                      <p:cBhvr>
                                        <p:cTn id="28" dur="3000" fill="hold"/>
                                        <p:tgtEl>
                                          <p:spTgt spid="8"/>
                                        </p:tgtEl>
                                      </p:cBhvr>
                                      <p:by x="108000" y="108000"/>
                                    </p:animScale>
                                  </p:childTnLst>
                                </p:cTn>
                              </p:par>
                              <p:par>
                                <p:cTn id="29" presetID="10" presetClass="entr" presetSubtype="0" fill="hold" grpId="0" nodeType="withEffect">
                                  <p:stCondLst>
                                    <p:cond delay="75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3"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DF4EF37D-CE90-48BB-BC91-2157FD081ED7}"/>
              </a:ext>
            </a:extLst>
          </p:cNvPr>
          <p:cNvSpPr/>
          <p:nvPr userDrawn="1"/>
        </p:nvSpPr>
        <p:spPr>
          <a:xfrm>
            <a:off x="8242926" y="3432175"/>
            <a:ext cx="3949074" cy="3425826"/>
          </a:xfrm>
          <a:custGeom>
            <a:avLst/>
            <a:gdLst>
              <a:gd name="connsiteX0" fmla="*/ 3949074 w 3949074"/>
              <a:gd name="connsiteY0" fmla="*/ 0 h 3425826"/>
              <a:gd name="connsiteX1" fmla="*/ 3949074 w 3949074"/>
              <a:gd name="connsiteY1" fmla="*/ 3425826 h 3425826"/>
              <a:gd name="connsiteX2" fmla="*/ 8195 w 3949074"/>
              <a:gd name="connsiteY2" fmla="*/ 3425826 h 3425826"/>
              <a:gd name="connsiteX3" fmla="*/ 2347 w 3949074"/>
              <a:gd name="connsiteY3" fmla="*/ 3373638 h 3425826"/>
              <a:gd name="connsiteX4" fmla="*/ 541979 w 3949074"/>
              <a:gd name="connsiteY4" fmla="*/ 2350341 h 3425826"/>
              <a:gd name="connsiteX5" fmla="*/ 1778287 w 3949074"/>
              <a:gd name="connsiteY5" fmla="*/ 1638631 h 3425826"/>
              <a:gd name="connsiteX6" fmla="*/ 3820651 w 3949074"/>
              <a:gd name="connsiteY6" fmla="*/ 2159 h 3425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9074" h="3425826">
                <a:moveTo>
                  <a:pt x="3949074" y="0"/>
                </a:moveTo>
                <a:lnTo>
                  <a:pt x="3949074" y="3425826"/>
                </a:lnTo>
                <a:lnTo>
                  <a:pt x="8195" y="3425826"/>
                </a:lnTo>
                <a:lnTo>
                  <a:pt x="2347" y="3373638"/>
                </a:lnTo>
                <a:cubicBezTo>
                  <a:pt x="-22713" y="2925894"/>
                  <a:pt x="152709" y="2482326"/>
                  <a:pt x="541979" y="2350341"/>
                </a:cubicBezTo>
                <a:cubicBezTo>
                  <a:pt x="859408" y="2243417"/>
                  <a:pt x="1661337" y="2430534"/>
                  <a:pt x="1778287" y="1638631"/>
                </a:cubicBezTo>
                <a:cubicBezTo>
                  <a:pt x="1875394" y="983929"/>
                  <a:pt x="2618590" y="79604"/>
                  <a:pt x="3820651" y="215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
            <a:extLst>
              <a:ext uri="{FF2B5EF4-FFF2-40B4-BE49-F238E27FC236}">
                <a16:creationId xmlns:a16="http://schemas.microsoft.com/office/drawing/2014/main" id="{57B4C638-7109-4273-B484-CC1CFEE16B71}"/>
              </a:ext>
            </a:extLst>
          </p:cNvPr>
          <p:cNvSpPr/>
          <p:nvPr userDrawn="1"/>
        </p:nvSpPr>
        <p:spPr>
          <a:xfrm>
            <a:off x="1" y="1"/>
            <a:ext cx="8329997" cy="5930789"/>
          </a:xfrm>
          <a:custGeom>
            <a:avLst/>
            <a:gdLst>
              <a:gd name="connsiteX0" fmla="*/ 0 w 8329997"/>
              <a:gd name="connsiteY0" fmla="*/ 0 h 5930789"/>
              <a:gd name="connsiteX1" fmla="*/ 7542711 w 8329997"/>
              <a:gd name="connsiteY1" fmla="*/ 0 h 5930789"/>
              <a:gd name="connsiteX2" fmla="*/ 7568370 w 8329997"/>
              <a:gd name="connsiteY2" fmla="*/ 23070 h 5930789"/>
              <a:gd name="connsiteX3" fmla="*/ 8315605 w 8329997"/>
              <a:gd name="connsiteY3" fmla="*/ 2075917 h 5930789"/>
              <a:gd name="connsiteX4" fmla="*/ 7086635 w 8329997"/>
              <a:gd name="connsiteY4" fmla="*/ 3860524 h 5930789"/>
              <a:gd name="connsiteX5" fmla="*/ 5354032 w 8329997"/>
              <a:gd name="connsiteY5" fmla="*/ 4224561 h 5930789"/>
              <a:gd name="connsiteX6" fmla="*/ 2852296 w 8329997"/>
              <a:gd name="connsiteY6" fmla="*/ 4982747 h 5930789"/>
              <a:gd name="connsiteX7" fmla="*/ 607850 w 8329997"/>
              <a:gd name="connsiteY7" fmla="*/ 5910632 h 5930789"/>
              <a:gd name="connsiteX8" fmla="*/ 5853 w 8329997"/>
              <a:gd name="connsiteY8" fmla="*/ 5913424 h 5930789"/>
              <a:gd name="connsiteX9" fmla="*/ 0 w 8329997"/>
              <a:gd name="connsiteY9" fmla="*/ 5912451 h 5930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29997" h="5930789">
                <a:moveTo>
                  <a:pt x="0" y="0"/>
                </a:moveTo>
                <a:lnTo>
                  <a:pt x="7542711" y="0"/>
                </a:lnTo>
                <a:lnTo>
                  <a:pt x="7568370" y="23070"/>
                </a:lnTo>
                <a:cubicBezTo>
                  <a:pt x="8104847" y="554073"/>
                  <a:pt x="8400457" y="1325943"/>
                  <a:pt x="8315605" y="2075917"/>
                </a:cubicBezTo>
                <a:cubicBezTo>
                  <a:pt x="8236229" y="2825890"/>
                  <a:pt x="7765443" y="3532069"/>
                  <a:pt x="7086635" y="3860524"/>
                </a:cubicBezTo>
                <a:cubicBezTo>
                  <a:pt x="6552894" y="4117814"/>
                  <a:pt x="5942516" y="4142447"/>
                  <a:pt x="5354032" y="4224561"/>
                </a:cubicBezTo>
                <a:cubicBezTo>
                  <a:pt x="4489099" y="4344995"/>
                  <a:pt x="3640589" y="4602285"/>
                  <a:pt x="2852296" y="4982747"/>
                </a:cubicBezTo>
                <a:cubicBezTo>
                  <a:pt x="2121484" y="5338573"/>
                  <a:pt x="1415304" y="5806621"/>
                  <a:pt x="607850" y="5910632"/>
                </a:cubicBezTo>
                <a:cubicBezTo>
                  <a:pt x="408724" y="5936293"/>
                  <a:pt x="205364" y="5937705"/>
                  <a:pt x="5853" y="5913424"/>
                </a:cubicBezTo>
                <a:lnTo>
                  <a:pt x="0" y="59124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Picture Placeholder 12">
            <a:extLst>
              <a:ext uri="{FF2B5EF4-FFF2-40B4-BE49-F238E27FC236}">
                <a16:creationId xmlns:a16="http://schemas.microsoft.com/office/drawing/2014/main" id="{5B37E5B4-D99D-4D70-978B-44F226FE78AC}"/>
              </a:ext>
            </a:extLst>
          </p:cNvPr>
          <p:cNvSpPr>
            <a:spLocks noGrp="1"/>
          </p:cNvSpPr>
          <p:nvPr>
            <p:ph type="pic" sz="quarter" idx="11" hasCustomPrompt="1"/>
          </p:nvPr>
        </p:nvSpPr>
        <p:spPr>
          <a:xfrm>
            <a:off x="6192437" y="1860684"/>
            <a:ext cx="5053313" cy="2810096"/>
          </a:xfrm>
          <a:custGeom>
            <a:avLst/>
            <a:gdLst>
              <a:gd name="connsiteX0" fmla="*/ 0 w 5053313"/>
              <a:gd name="connsiteY0" fmla="*/ 0 h 2810096"/>
              <a:gd name="connsiteX1" fmla="*/ 5053313 w 5053313"/>
              <a:gd name="connsiteY1" fmla="*/ 0 h 2810096"/>
              <a:gd name="connsiteX2" fmla="*/ 5053313 w 5053313"/>
              <a:gd name="connsiteY2" fmla="*/ 2810096 h 2810096"/>
              <a:gd name="connsiteX3" fmla="*/ 0 w 5053313"/>
              <a:gd name="connsiteY3" fmla="*/ 2810096 h 2810096"/>
            </a:gdLst>
            <a:ahLst/>
            <a:cxnLst>
              <a:cxn ang="0">
                <a:pos x="connsiteX0" y="connsiteY0"/>
              </a:cxn>
              <a:cxn ang="0">
                <a:pos x="connsiteX1" y="connsiteY1"/>
              </a:cxn>
              <a:cxn ang="0">
                <a:pos x="connsiteX2" y="connsiteY2"/>
              </a:cxn>
              <a:cxn ang="0">
                <a:pos x="connsiteX3" y="connsiteY3"/>
              </a:cxn>
            </a:cxnLst>
            <a:rect l="l" t="t" r="r" b="b"/>
            <a:pathLst>
              <a:path w="5053313" h="2810096">
                <a:moveTo>
                  <a:pt x="0" y="0"/>
                </a:moveTo>
                <a:lnTo>
                  <a:pt x="5053313" y="0"/>
                </a:lnTo>
                <a:lnTo>
                  <a:pt x="5053313" y="2810096"/>
                </a:lnTo>
                <a:lnTo>
                  <a:pt x="0" y="2810096"/>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E40D345E-7F9E-43C7-9CB7-E4B03CD94235}"/>
              </a:ext>
            </a:extLst>
          </p:cNvPr>
          <p:cNvSpPr>
            <a:spLocks noGrp="1"/>
          </p:cNvSpPr>
          <p:nvPr>
            <p:ph type="pic" sz="quarter" idx="10" hasCustomPrompt="1"/>
          </p:nvPr>
        </p:nvSpPr>
        <p:spPr>
          <a:xfrm>
            <a:off x="5691190" y="3562012"/>
            <a:ext cx="1181100" cy="2100263"/>
          </a:xfrm>
          <a:custGeom>
            <a:avLst/>
            <a:gdLst>
              <a:gd name="connsiteX0" fmla="*/ 0 w 1181100"/>
              <a:gd name="connsiteY0" fmla="*/ 0 h 2100263"/>
              <a:gd name="connsiteX1" fmla="*/ 1181100 w 1181100"/>
              <a:gd name="connsiteY1" fmla="*/ 0 h 2100263"/>
              <a:gd name="connsiteX2" fmla="*/ 1181100 w 1181100"/>
              <a:gd name="connsiteY2" fmla="*/ 2100263 h 2100263"/>
              <a:gd name="connsiteX3" fmla="*/ 0 w 1181100"/>
              <a:gd name="connsiteY3" fmla="*/ 2100263 h 2100263"/>
            </a:gdLst>
            <a:ahLst/>
            <a:cxnLst>
              <a:cxn ang="0">
                <a:pos x="connsiteX0" y="connsiteY0"/>
              </a:cxn>
              <a:cxn ang="0">
                <a:pos x="connsiteX1" y="connsiteY1"/>
              </a:cxn>
              <a:cxn ang="0">
                <a:pos x="connsiteX2" y="connsiteY2"/>
              </a:cxn>
              <a:cxn ang="0">
                <a:pos x="connsiteX3" y="connsiteY3"/>
              </a:cxn>
            </a:cxnLst>
            <a:rect l="l" t="t" r="r" b="b"/>
            <a:pathLst>
              <a:path w="1181100" h="2100263">
                <a:moveTo>
                  <a:pt x="0" y="0"/>
                </a:moveTo>
                <a:lnTo>
                  <a:pt x="1181100" y="0"/>
                </a:lnTo>
                <a:lnTo>
                  <a:pt x="1181100" y="2100263"/>
                </a:lnTo>
                <a:lnTo>
                  <a:pt x="0" y="2100263"/>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9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 name="TextBox 7">
            <a:extLst>
              <a:ext uri="{FF2B5EF4-FFF2-40B4-BE49-F238E27FC236}">
                <a16:creationId xmlns:a16="http://schemas.microsoft.com/office/drawing/2014/main" id="{5FB4DE26-59D0-6E05-5CB1-063530F940C2}"/>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tx2"/>
                </a:solidFill>
                <a:latin typeface="Segoe UI" panose="020B0502040204020203" pitchFamily="34" charset="0"/>
                <a:cs typeface="Segoe UI" panose="020B0502040204020203" pitchFamily="34" charset="0"/>
              </a:rPr>
              <a:t>#BizzSummit2026</a:t>
            </a:r>
            <a:endParaRPr lang="en-GB" sz="1100" b="0" dirty="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74457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6" presetClass="emph" presetSubtype="0" decel="100000" fill="hold" grpId="1" nodeType="withEffect">
                                  <p:stCondLst>
                                    <p:cond delay="0"/>
                                  </p:stCondLst>
                                  <p:childTnLst>
                                    <p:animScale>
                                      <p:cBhvr>
                                        <p:cTn id="9" dur="3000" fill="hold"/>
                                        <p:tgtEl>
                                          <p:spTgt spid="14"/>
                                        </p:tgtEl>
                                      </p:cBhvr>
                                      <p:by x="108000" y="108000"/>
                                    </p:animScale>
                                  </p:childTnLst>
                                </p:cTn>
                              </p:par>
                              <p:par>
                                <p:cTn id="10" presetID="10" presetClass="entr" presetSubtype="0" fill="hold" grpId="0" nodeType="withEffect">
                                  <p:stCondLst>
                                    <p:cond delay="5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6" presetClass="emph" presetSubtype="0" decel="100000" fill="hold" grpId="1" nodeType="withEffect">
                                  <p:stCondLst>
                                    <p:cond delay="500"/>
                                  </p:stCondLst>
                                  <p:childTnLst>
                                    <p:animScale>
                                      <p:cBhvr>
                                        <p:cTn id="14" dur="3000" fill="hold"/>
                                        <p:tgtEl>
                                          <p:spTgt spid="15"/>
                                        </p:tgtEl>
                                      </p:cBhvr>
                                      <p:by x="108000" y="108000"/>
                                    </p:animScale>
                                  </p:childTnLst>
                                </p:cTn>
                              </p:par>
                              <p:par>
                                <p:cTn id="15" presetID="10" presetClass="entr" presetSubtype="0" fill="hold" grpId="0" nodeType="withEffect">
                                  <p:stCondLst>
                                    <p:cond delay="75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4" grpId="0" animBg="1"/>
      <p:bldP spid="14" grpId="1" animBg="1"/>
      <p:bldP spid="13" grpId="0" animBg="1"/>
      <p:bldP spid="10"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D48E3F32-A2BD-4D9F-A14C-E2BD98ED87DE}"/>
              </a:ext>
            </a:extLst>
          </p:cNvPr>
          <p:cNvSpPr/>
          <p:nvPr userDrawn="1"/>
        </p:nvSpPr>
        <p:spPr>
          <a:xfrm>
            <a:off x="0" y="1823483"/>
            <a:ext cx="11350171" cy="5034518"/>
          </a:xfrm>
          <a:custGeom>
            <a:avLst/>
            <a:gdLst>
              <a:gd name="connsiteX0" fmla="*/ 463100 w 6050746"/>
              <a:gd name="connsiteY0" fmla="*/ 210 h 2683888"/>
              <a:gd name="connsiteX1" fmla="*/ 3762804 w 6050746"/>
              <a:gd name="connsiteY1" fmla="*/ 1085949 h 2683888"/>
              <a:gd name="connsiteX2" fmla="*/ 6039001 w 6050746"/>
              <a:gd name="connsiteY2" fmla="*/ 2619641 h 2683888"/>
              <a:gd name="connsiteX3" fmla="*/ 6027582 w 6050746"/>
              <a:gd name="connsiteY3" fmla="*/ 2683888 h 2683888"/>
              <a:gd name="connsiteX4" fmla="*/ 5710075 w 6050746"/>
              <a:gd name="connsiteY4" fmla="*/ 2683888 h 2683888"/>
              <a:gd name="connsiteX5" fmla="*/ 5719676 w 6050746"/>
              <a:gd name="connsiteY5" fmla="*/ 2524154 h 2683888"/>
              <a:gd name="connsiteX6" fmla="*/ 3467973 w 6050746"/>
              <a:gd name="connsiteY6" fmla="*/ 1331949 h 2683888"/>
              <a:gd name="connsiteX7" fmla="*/ 220109 w 6050746"/>
              <a:gd name="connsiteY7" fmla="*/ 355289 h 2683888"/>
              <a:gd name="connsiteX8" fmla="*/ 17109 w 6050746"/>
              <a:gd name="connsiteY8" fmla="*/ 370693 h 2683888"/>
              <a:gd name="connsiteX9" fmla="*/ 0 w 6050746"/>
              <a:gd name="connsiteY9" fmla="*/ 374625 h 2683888"/>
              <a:gd name="connsiteX10" fmla="*/ 0 w 6050746"/>
              <a:gd name="connsiteY10" fmla="*/ 107185 h 2683888"/>
              <a:gd name="connsiteX11" fmla="*/ 53532 w 6050746"/>
              <a:gd name="connsiteY11" fmla="*/ 81095 h 2683888"/>
              <a:gd name="connsiteX12" fmla="*/ 463100 w 6050746"/>
              <a:gd name="connsiteY12" fmla="*/ 210 h 268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50746" h="2683888">
                <a:moveTo>
                  <a:pt x="463100" y="210"/>
                </a:moveTo>
                <a:cubicBezTo>
                  <a:pt x="1524120" y="21295"/>
                  <a:pt x="2686908" y="1626593"/>
                  <a:pt x="3762804" y="1085949"/>
                </a:cubicBezTo>
                <a:cubicBezTo>
                  <a:pt x="4925617" y="499803"/>
                  <a:pt x="6186044" y="1499026"/>
                  <a:pt x="6039001" y="2619641"/>
                </a:cubicBezTo>
                <a:lnTo>
                  <a:pt x="6027582" y="2683888"/>
                </a:lnTo>
                <a:lnTo>
                  <a:pt x="5710075" y="2683888"/>
                </a:lnTo>
                <a:lnTo>
                  <a:pt x="5719676" y="2524154"/>
                </a:lnTo>
                <a:cubicBezTo>
                  <a:pt x="5698441" y="1596742"/>
                  <a:pt x="4540985" y="837644"/>
                  <a:pt x="3467973" y="1331949"/>
                </a:cubicBezTo>
                <a:cubicBezTo>
                  <a:pt x="2408980" y="1818277"/>
                  <a:pt x="1264460" y="374256"/>
                  <a:pt x="220109" y="355289"/>
                </a:cubicBezTo>
                <a:cubicBezTo>
                  <a:pt x="151999" y="354052"/>
                  <a:pt x="84315" y="358877"/>
                  <a:pt x="17109" y="370693"/>
                </a:cubicBezTo>
                <a:lnTo>
                  <a:pt x="0" y="374625"/>
                </a:lnTo>
                <a:lnTo>
                  <a:pt x="0" y="107185"/>
                </a:lnTo>
                <a:lnTo>
                  <a:pt x="53532" y="81095"/>
                </a:lnTo>
                <a:cubicBezTo>
                  <a:pt x="188044" y="21663"/>
                  <a:pt x="324706" y="-2540"/>
                  <a:pt x="463100" y="210"/>
                </a:cubicBezTo>
                <a:close/>
              </a:path>
            </a:pathLst>
          </a:custGeom>
          <a:solidFill>
            <a:schemeClr val="accent5">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reeform: Shape 18">
            <a:extLst>
              <a:ext uri="{FF2B5EF4-FFF2-40B4-BE49-F238E27FC236}">
                <a16:creationId xmlns:a16="http://schemas.microsoft.com/office/drawing/2014/main" id="{2F09596A-AA7C-4E10-84A5-690BF60E196F}"/>
              </a:ext>
            </a:extLst>
          </p:cNvPr>
          <p:cNvSpPr/>
          <p:nvPr userDrawn="1"/>
        </p:nvSpPr>
        <p:spPr>
          <a:xfrm>
            <a:off x="0" y="2829997"/>
            <a:ext cx="9081012" cy="4028003"/>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reeform: Shape 16">
            <a:extLst>
              <a:ext uri="{FF2B5EF4-FFF2-40B4-BE49-F238E27FC236}">
                <a16:creationId xmlns:a16="http://schemas.microsoft.com/office/drawing/2014/main" id="{F6FAD4AF-4AF6-4881-A9A7-E99D71C1136A}"/>
              </a:ext>
            </a:extLst>
          </p:cNvPr>
          <p:cNvSpPr/>
          <p:nvPr userDrawn="1"/>
        </p:nvSpPr>
        <p:spPr>
          <a:xfrm>
            <a:off x="9000928" y="-1"/>
            <a:ext cx="3191072" cy="4124444"/>
          </a:xfrm>
          <a:custGeom>
            <a:avLst/>
            <a:gdLst>
              <a:gd name="connsiteX0" fmla="*/ 2181962 w 3191072"/>
              <a:gd name="connsiteY0" fmla="*/ 0 h 4124444"/>
              <a:gd name="connsiteX1" fmla="*/ 3191072 w 3191072"/>
              <a:gd name="connsiteY1" fmla="*/ 0 h 4124444"/>
              <a:gd name="connsiteX2" fmla="*/ 3191072 w 3191072"/>
              <a:gd name="connsiteY2" fmla="*/ 4124444 h 4124444"/>
              <a:gd name="connsiteX3" fmla="*/ 3121226 w 3191072"/>
              <a:gd name="connsiteY3" fmla="*/ 4062468 h 4124444"/>
              <a:gd name="connsiteX4" fmla="*/ 1848416 w 3191072"/>
              <a:gd name="connsiteY4" fmla="*/ 3570561 h 4124444"/>
              <a:gd name="connsiteX5" fmla="*/ 544863 w 3191072"/>
              <a:gd name="connsiteY5" fmla="*/ 597255 h 4124444"/>
              <a:gd name="connsiteX6" fmla="*/ 1711775 w 3191072"/>
              <a:gd name="connsiteY6" fmla="*/ 1012643 h 4124444"/>
              <a:gd name="connsiteX7" fmla="*/ 2130580 w 3191072"/>
              <a:gd name="connsiteY7" fmla="*/ 205437 h 4124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91072" h="4124444">
                <a:moveTo>
                  <a:pt x="2181962" y="0"/>
                </a:moveTo>
                <a:lnTo>
                  <a:pt x="3191072" y="0"/>
                </a:lnTo>
                <a:lnTo>
                  <a:pt x="3191072" y="4124444"/>
                </a:lnTo>
                <a:lnTo>
                  <a:pt x="3121226" y="4062468"/>
                </a:lnTo>
                <a:cubicBezTo>
                  <a:pt x="2800803" y="3770740"/>
                  <a:pt x="2466033" y="3438019"/>
                  <a:pt x="1848416" y="3570561"/>
                </a:cubicBezTo>
                <a:cubicBezTo>
                  <a:pt x="200528" y="3923093"/>
                  <a:pt x="-616586" y="1356978"/>
                  <a:pt x="544863" y="597255"/>
                </a:cubicBezTo>
                <a:cubicBezTo>
                  <a:pt x="1091427" y="239255"/>
                  <a:pt x="1476753" y="1105559"/>
                  <a:pt x="1711775" y="1012643"/>
                </a:cubicBezTo>
                <a:cubicBezTo>
                  <a:pt x="1933134" y="929292"/>
                  <a:pt x="2040397" y="564461"/>
                  <a:pt x="2130580" y="205437"/>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
            <a:extLst>
              <a:ext uri="{FF2B5EF4-FFF2-40B4-BE49-F238E27FC236}">
                <a16:creationId xmlns:a16="http://schemas.microsoft.com/office/drawing/2014/main" id="{4530EAF1-97B1-4C80-91D9-30DC29AE69D6}"/>
              </a:ext>
            </a:extLst>
          </p:cNvPr>
          <p:cNvSpPr/>
          <p:nvPr userDrawn="1"/>
        </p:nvSpPr>
        <p:spPr>
          <a:xfrm>
            <a:off x="10184375" y="2234633"/>
            <a:ext cx="1878558" cy="1878558"/>
          </a:xfrm>
          <a:custGeom>
            <a:avLst/>
            <a:gdLst>
              <a:gd name="connsiteX0" fmla="*/ 741045 w 733425"/>
              <a:gd name="connsiteY0" fmla="*/ 370523 h 733425"/>
              <a:gd name="connsiteX1" fmla="*/ 370522 w 733425"/>
              <a:gd name="connsiteY1" fmla="*/ 741045 h 733425"/>
              <a:gd name="connsiteX2" fmla="*/ 0 w 733425"/>
              <a:gd name="connsiteY2" fmla="*/ 370523 h 733425"/>
              <a:gd name="connsiteX3" fmla="*/ 370522 w 733425"/>
              <a:gd name="connsiteY3" fmla="*/ 0 h 733425"/>
              <a:gd name="connsiteX4" fmla="*/ 741045 w 733425"/>
              <a:gd name="connsiteY4" fmla="*/ 370523 h 733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425" h="733425">
                <a:moveTo>
                  <a:pt x="741045" y="370523"/>
                </a:moveTo>
                <a:cubicBezTo>
                  <a:pt x="741045" y="575156"/>
                  <a:pt x="575156" y="741045"/>
                  <a:pt x="370522" y="741045"/>
                </a:cubicBezTo>
                <a:cubicBezTo>
                  <a:pt x="165889" y="741045"/>
                  <a:pt x="0" y="575156"/>
                  <a:pt x="0" y="370523"/>
                </a:cubicBezTo>
                <a:cubicBezTo>
                  <a:pt x="0" y="165889"/>
                  <a:pt x="165889" y="0"/>
                  <a:pt x="370522" y="0"/>
                </a:cubicBezTo>
                <a:cubicBezTo>
                  <a:pt x="575156" y="0"/>
                  <a:pt x="741045" y="165889"/>
                  <a:pt x="741045" y="370523"/>
                </a:cubicBezTo>
                <a:close/>
              </a:path>
            </a:pathLst>
          </a:custGeom>
          <a:solidFill>
            <a:schemeClr val="accent6">
              <a:lumMod val="60000"/>
              <a:lumOff val="40000"/>
            </a:schemeClr>
          </a:solidFill>
          <a:ln w="9525" cap="flat">
            <a:noFill/>
            <a:prstDash val="solid"/>
            <a:miter/>
          </a:ln>
        </p:spPr>
        <p:txBody>
          <a:bodyPr rtlCol="0" anchor="ctr"/>
          <a:lstStyle/>
          <a:p>
            <a:endParaRPr lang="en-GB"/>
          </a:p>
        </p:txBody>
      </p:sp>
      <p:pic>
        <p:nvPicPr>
          <p:cNvPr id="2" name="Picture 1">
            <a:extLst>
              <a:ext uri="{FF2B5EF4-FFF2-40B4-BE49-F238E27FC236}">
                <a16:creationId xmlns:a16="http://schemas.microsoft.com/office/drawing/2014/main" id="{6D110326-BC90-440A-B3E0-6610ABEACD6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0700000">
            <a:off x="1275606" y="775684"/>
            <a:ext cx="2284971" cy="4458425"/>
          </a:xfrm>
          <a:prstGeom prst="rect">
            <a:avLst/>
          </a:prstGeom>
          <a:effectLst>
            <a:outerShdw blurRad="711200" dist="38100" sx="95000" sy="95000" algn="l" rotWithShape="0">
              <a:prstClr val="black">
                <a:alpha val="15000"/>
              </a:prstClr>
            </a:outerShdw>
          </a:effectLst>
        </p:spPr>
      </p:pic>
      <p:pic>
        <p:nvPicPr>
          <p:cNvPr id="4" name="Picture 3">
            <a:extLst>
              <a:ext uri="{FF2B5EF4-FFF2-40B4-BE49-F238E27FC236}">
                <a16:creationId xmlns:a16="http://schemas.microsoft.com/office/drawing/2014/main" id="{3287A13B-01B9-4FFE-9029-710700E8CA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0700000">
            <a:off x="5509460" y="3099417"/>
            <a:ext cx="2284971" cy="4458425"/>
          </a:xfrm>
          <a:prstGeom prst="rect">
            <a:avLst/>
          </a:prstGeom>
          <a:effectLst>
            <a:outerShdw blurRad="711200" dist="38100" sx="95000" sy="95000" algn="l" rotWithShape="0">
              <a:prstClr val="black">
                <a:alpha val="15000"/>
              </a:prstClr>
            </a:outerShdw>
          </a:effectLst>
        </p:spPr>
      </p:pic>
      <p:pic>
        <p:nvPicPr>
          <p:cNvPr id="6" name="Picture 5">
            <a:extLst>
              <a:ext uri="{FF2B5EF4-FFF2-40B4-BE49-F238E27FC236}">
                <a16:creationId xmlns:a16="http://schemas.microsoft.com/office/drawing/2014/main" id="{3FB66561-02D3-4ABD-8A81-7F65A3D877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0700000">
            <a:off x="8977318" y="985222"/>
            <a:ext cx="2284971" cy="4458425"/>
          </a:xfrm>
          <a:prstGeom prst="rect">
            <a:avLst/>
          </a:prstGeom>
          <a:effectLst>
            <a:outerShdw blurRad="711200" dist="38100" sx="95000" sy="95000" algn="l" rotWithShape="0">
              <a:prstClr val="black">
                <a:alpha val="15000"/>
              </a:prstClr>
            </a:outerShdw>
          </a:effectLst>
        </p:spPr>
      </p:pic>
      <p:sp>
        <p:nvSpPr>
          <p:cNvPr id="11" name="Picture Placeholder 10">
            <a:extLst>
              <a:ext uri="{FF2B5EF4-FFF2-40B4-BE49-F238E27FC236}">
                <a16:creationId xmlns:a16="http://schemas.microsoft.com/office/drawing/2014/main" id="{3901E88D-5546-4563-9180-355FD3BDADE2}"/>
              </a:ext>
            </a:extLst>
          </p:cNvPr>
          <p:cNvSpPr>
            <a:spLocks noGrp="1"/>
          </p:cNvSpPr>
          <p:nvPr>
            <p:ph type="pic" sz="quarter" idx="11" hasCustomPrompt="1"/>
          </p:nvPr>
        </p:nvSpPr>
        <p:spPr>
          <a:xfrm rot="20700000">
            <a:off x="5701089" y="3635033"/>
            <a:ext cx="1886591" cy="3330752"/>
          </a:xfrm>
          <a:custGeom>
            <a:avLst/>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ahLst/>
            <a:cxnLst>
              <a:cxn ang="0">
                <a:pos x="connsiteX0" y="connsiteY0"/>
              </a:cxn>
              <a:cxn ang="0">
                <a:pos x="connsiteX1" y="connsiteY1"/>
              </a:cxn>
              <a:cxn ang="0">
                <a:pos x="connsiteX2" y="connsiteY2"/>
              </a:cxn>
              <a:cxn ang="0">
                <a:pos x="connsiteX3" y="connsiteY3"/>
              </a:cxn>
            </a:cxnLst>
            <a:rect l="l" t="t" r="r" b="b"/>
            <a:pathLst>
              <a:path w="1886591" h="3330752">
                <a:moveTo>
                  <a:pt x="0" y="0"/>
                </a:moveTo>
                <a:lnTo>
                  <a:pt x="1886591" y="0"/>
                </a:lnTo>
                <a:lnTo>
                  <a:pt x="1886591" y="3330752"/>
                </a:lnTo>
                <a:lnTo>
                  <a:pt x="0" y="3330752"/>
                </a:lnTo>
                <a:close/>
              </a:path>
            </a:pathLst>
          </a:custGeom>
          <a:solidFill>
            <a:schemeClr val="bg1">
              <a:lumMod val="85000"/>
            </a:schemeClr>
          </a:solidFill>
          <a:effectLst>
            <a:innerShdw blurRad="127000">
              <a:prstClr val="black">
                <a:alpha val="20000"/>
              </a:prstClr>
            </a:inn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2" name="Picture Placeholder 11">
            <a:extLst>
              <a:ext uri="{FF2B5EF4-FFF2-40B4-BE49-F238E27FC236}">
                <a16:creationId xmlns:a16="http://schemas.microsoft.com/office/drawing/2014/main" id="{733BC4A5-42DA-4CEE-961B-F6C6DF21A10E}"/>
              </a:ext>
            </a:extLst>
          </p:cNvPr>
          <p:cNvSpPr>
            <a:spLocks noGrp="1"/>
          </p:cNvSpPr>
          <p:nvPr>
            <p:ph type="pic" sz="quarter" idx="12" hasCustomPrompt="1"/>
          </p:nvPr>
        </p:nvSpPr>
        <p:spPr>
          <a:xfrm rot="20700000">
            <a:off x="9168947" y="1520838"/>
            <a:ext cx="1886591" cy="3330752"/>
          </a:xfrm>
          <a:custGeom>
            <a:avLst/>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ahLst/>
            <a:cxnLst>
              <a:cxn ang="0">
                <a:pos x="connsiteX0" y="connsiteY0"/>
              </a:cxn>
              <a:cxn ang="0">
                <a:pos x="connsiteX1" y="connsiteY1"/>
              </a:cxn>
              <a:cxn ang="0">
                <a:pos x="connsiteX2" y="connsiteY2"/>
              </a:cxn>
              <a:cxn ang="0">
                <a:pos x="connsiteX3" y="connsiteY3"/>
              </a:cxn>
            </a:cxnLst>
            <a:rect l="l" t="t" r="r" b="b"/>
            <a:pathLst>
              <a:path w="1886591" h="3330752">
                <a:moveTo>
                  <a:pt x="0" y="0"/>
                </a:moveTo>
                <a:lnTo>
                  <a:pt x="1886591" y="0"/>
                </a:lnTo>
                <a:lnTo>
                  <a:pt x="1886591" y="3330752"/>
                </a:lnTo>
                <a:lnTo>
                  <a:pt x="0" y="3330752"/>
                </a:lnTo>
                <a:close/>
              </a:path>
            </a:pathLst>
          </a:custGeom>
          <a:solidFill>
            <a:schemeClr val="bg1">
              <a:lumMod val="85000"/>
            </a:schemeClr>
          </a:solidFill>
          <a:effectLst>
            <a:innerShdw blurRad="127000">
              <a:prstClr val="black">
                <a:alpha val="20000"/>
              </a:prstClr>
            </a:inn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E2084B53-D8F7-4E6E-97EF-C1340870D4B2}"/>
              </a:ext>
            </a:extLst>
          </p:cNvPr>
          <p:cNvSpPr>
            <a:spLocks noGrp="1"/>
          </p:cNvSpPr>
          <p:nvPr>
            <p:ph type="pic" sz="quarter" idx="10" hasCustomPrompt="1"/>
          </p:nvPr>
        </p:nvSpPr>
        <p:spPr>
          <a:xfrm rot="20700000">
            <a:off x="1467236" y="1311300"/>
            <a:ext cx="1886591" cy="3330752"/>
          </a:xfrm>
          <a:custGeom>
            <a:avLst/>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ahLst/>
            <a:cxnLst>
              <a:cxn ang="0">
                <a:pos x="connsiteX0" y="connsiteY0"/>
              </a:cxn>
              <a:cxn ang="0">
                <a:pos x="connsiteX1" y="connsiteY1"/>
              </a:cxn>
              <a:cxn ang="0">
                <a:pos x="connsiteX2" y="connsiteY2"/>
              </a:cxn>
              <a:cxn ang="0">
                <a:pos x="connsiteX3" y="connsiteY3"/>
              </a:cxn>
            </a:cxnLst>
            <a:rect l="l" t="t" r="r" b="b"/>
            <a:pathLst>
              <a:path w="1886591" h="3330752">
                <a:moveTo>
                  <a:pt x="0" y="0"/>
                </a:moveTo>
                <a:lnTo>
                  <a:pt x="1886591" y="0"/>
                </a:lnTo>
                <a:lnTo>
                  <a:pt x="1886591" y="3330752"/>
                </a:lnTo>
                <a:lnTo>
                  <a:pt x="0" y="3330752"/>
                </a:lnTo>
                <a:close/>
              </a:path>
            </a:pathLst>
          </a:custGeom>
          <a:solidFill>
            <a:schemeClr val="bg1">
              <a:lumMod val="85000"/>
            </a:schemeClr>
          </a:solidFill>
          <a:effectLst>
            <a:innerShdw blurRad="127000">
              <a:prstClr val="black">
                <a:alpha val="20000"/>
              </a:prstClr>
            </a:inn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pic>
        <p:nvPicPr>
          <p:cNvPr id="3" name="Imagen 2" descr="Logotipo&#10;&#10;El contenido generado por IA puede ser incorrecto.">
            <a:extLst>
              <a:ext uri="{FF2B5EF4-FFF2-40B4-BE49-F238E27FC236}">
                <a16:creationId xmlns:a16="http://schemas.microsoft.com/office/drawing/2014/main" id="{2C30ACEE-87E3-0B97-CA08-44B6323EC22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Tree>
    <p:extLst>
      <p:ext uri="{BB962C8B-B14F-4D97-AF65-F5344CB8AC3E}">
        <p14:creationId xmlns:p14="http://schemas.microsoft.com/office/powerpoint/2010/main" val="202770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6" presetClass="emph" presetSubtype="0" decel="100000" fill="hold" grpId="1" nodeType="withEffect">
                                  <p:stCondLst>
                                    <p:cond delay="0"/>
                                  </p:stCondLst>
                                  <p:childTnLst>
                                    <p:animScale>
                                      <p:cBhvr>
                                        <p:cTn id="9" dur="3000" fill="hold"/>
                                        <p:tgtEl>
                                          <p:spTgt spid="19"/>
                                        </p:tgtEl>
                                      </p:cBhvr>
                                      <p:by x="108000" y="108000"/>
                                    </p:animScale>
                                  </p:childTnLst>
                                </p:cTn>
                              </p:par>
                              <p:par>
                                <p:cTn id="10" presetID="10" presetClass="entr" presetSubtype="0" fill="hold" grpId="0" nodeType="withEffect">
                                  <p:stCondLst>
                                    <p:cond delay="25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6" presetClass="emph" presetSubtype="0" decel="100000" fill="hold" grpId="1" nodeType="withEffect">
                                  <p:stCondLst>
                                    <p:cond delay="250"/>
                                  </p:stCondLst>
                                  <p:childTnLst>
                                    <p:animScale>
                                      <p:cBhvr>
                                        <p:cTn id="14" dur="3000" fill="hold"/>
                                        <p:tgtEl>
                                          <p:spTgt spid="22"/>
                                        </p:tgtEl>
                                      </p:cBhvr>
                                      <p:by x="108000" y="108000"/>
                                    </p:animScale>
                                  </p:childTnLst>
                                </p:cTn>
                              </p:par>
                              <p:par>
                                <p:cTn id="15" presetID="10" presetClass="entr" presetSubtype="0" fill="hold" grpId="0" nodeType="withEffect">
                                  <p:stCondLst>
                                    <p:cond delay="5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6" presetClass="emph" presetSubtype="0" decel="100000" fill="hold" grpId="1" nodeType="withEffect">
                                  <p:stCondLst>
                                    <p:cond delay="500"/>
                                  </p:stCondLst>
                                  <p:childTnLst>
                                    <p:animScale>
                                      <p:cBhvr>
                                        <p:cTn id="19" dur="3000" fill="hold"/>
                                        <p:tgtEl>
                                          <p:spTgt spid="17"/>
                                        </p:tgtEl>
                                      </p:cBhvr>
                                      <p:by x="108000" y="108000"/>
                                    </p:animScale>
                                  </p:childTnLst>
                                </p:cTn>
                              </p:par>
                              <p:par>
                                <p:cTn id="20" presetID="10" presetClass="entr" presetSubtype="0" fill="hold" grpId="0" nodeType="withEffect">
                                  <p:stCondLst>
                                    <p:cond delay="5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6" presetClass="emph" presetSubtype="0" decel="100000" fill="hold" grpId="1" nodeType="withEffect">
                                  <p:stCondLst>
                                    <p:cond delay="500"/>
                                  </p:stCondLst>
                                  <p:childTnLst>
                                    <p:animScale>
                                      <p:cBhvr>
                                        <p:cTn id="24" dur="3000" fill="hold"/>
                                        <p:tgtEl>
                                          <p:spTgt spid="14"/>
                                        </p:tgtEl>
                                      </p:cBhvr>
                                      <p:by x="108000" y="108000"/>
                                    </p:animScale>
                                  </p:childTnLst>
                                </p:cTn>
                              </p:par>
                              <p:par>
                                <p:cTn id="25" presetID="2" presetClass="entr" presetSubtype="4" decel="10000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1000" fill="hold"/>
                                        <p:tgtEl>
                                          <p:spTgt spid="2"/>
                                        </p:tgtEl>
                                        <p:attrNameLst>
                                          <p:attrName>ppt_x</p:attrName>
                                        </p:attrNameLst>
                                      </p:cBhvr>
                                      <p:tavLst>
                                        <p:tav tm="0">
                                          <p:val>
                                            <p:strVal val="#ppt_x"/>
                                          </p:val>
                                        </p:tav>
                                        <p:tav tm="100000">
                                          <p:val>
                                            <p:strVal val="#ppt_x"/>
                                          </p:val>
                                        </p:tav>
                                      </p:tavLst>
                                    </p:anim>
                                    <p:anim calcmode="lin" valueType="num">
                                      <p:cBhvr additive="base">
                                        <p:cTn id="28" dur="1000" fill="hold"/>
                                        <p:tgtEl>
                                          <p:spTgt spid="2"/>
                                        </p:tgtEl>
                                        <p:attrNameLst>
                                          <p:attrName>ppt_y</p:attrName>
                                        </p:attrNameLst>
                                      </p:cBhvr>
                                      <p:tavLst>
                                        <p:tav tm="0">
                                          <p:val>
                                            <p:strVal val="1+#ppt_h/2"/>
                                          </p:val>
                                        </p:tav>
                                        <p:tav tm="100000">
                                          <p:val>
                                            <p:strVal val="#ppt_y"/>
                                          </p:val>
                                        </p:tav>
                                      </p:tavLst>
                                    </p:anim>
                                  </p:childTnLst>
                                </p:cTn>
                              </p:par>
                              <p:par>
                                <p:cTn id="29" presetID="2" presetClass="entr" presetSubtype="4" decel="100000" fill="hold" nodeType="withEffect">
                                  <p:stCondLst>
                                    <p:cond delay="25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1000" fill="hold"/>
                                        <p:tgtEl>
                                          <p:spTgt spid="4"/>
                                        </p:tgtEl>
                                        <p:attrNameLst>
                                          <p:attrName>ppt_x</p:attrName>
                                        </p:attrNameLst>
                                      </p:cBhvr>
                                      <p:tavLst>
                                        <p:tav tm="0">
                                          <p:val>
                                            <p:strVal val="#ppt_x"/>
                                          </p:val>
                                        </p:tav>
                                        <p:tav tm="100000">
                                          <p:val>
                                            <p:strVal val="#ppt_x"/>
                                          </p:val>
                                        </p:tav>
                                      </p:tavLst>
                                    </p:anim>
                                    <p:anim calcmode="lin" valueType="num">
                                      <p:cBhvr additive="base">
                                        <p:cTn id="32" dur="1000" fill="hold"/>
                                        <p:tgtEl>
                                          <p:spTgt spid="4"/>
                                        </p:tgtEl>
                                        <p:attrNameLst>
                                          <p:attrName>ppt_y</p:attrName>
                                        </p:attrNameLst>
                                      </p:cBhvr>
                                      <p:tavLst>
                                        <p:tav tm="0">
                                          <p:val>
                                            <p:strVal val="1+#ppt_h/2"/>
                                          </p:val>
                                        </p:tav>
                                        <p:tav tm="100000">
                                          <p:val>
                                            <p:strVal val="#ppt_y"/>
                                          </p:val>
                                        </p:tav>
                                      </p:tavLst>
                                    </p:anim>
                                  </p:childTnLst>
                                </p:cTn>
                              </p:par>
                              <p:par>
                                <p:cTn id="33" presetID="2" presetClass="entr" presetSubtype="4" decel="100000" fill="hold" nodeType="withEffect">
                                  <p:stCondLst>
                                    <p:cond delay="50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1000" fill="hold"/>
                                        <p:tgtEl>
                                          <p:spTgt spid="6"/>
                                        </p:tgtEl>
                                        <p:attrNameLst>
                                          <p:attrName>ppt_x</p:attrName>
                                        </p:attrNameLst>
                                      </p:cBhvr>
                                      <p:tavLst>
                                        <p:tav tm="0">
                                          <p:val>
                                            <p:strVal val="#ppt_x"/>
                                          </p:val>
                                        </p:tav>
                                        <p:tav tm="100000">
                                          <p:val>
                                            <p:strVal val="#ppt_x"/>
                                          </p:val>
                                        </p:tav>
                                      </p:tavLst>
                                    </p:anim>
                                    <p:anim calcmode="lin" valueType="num">
                                      <p:cBhvr additive="base">
                                        <p:cTn id="36" dur="1000" fill="hold"/>
                                        <p:tgtEl>
                                          <p:spTgt spid="6"/>
                                        </p:tgtEl>
                                        <p:attrNameLst>
                                          <p:attrName>ppt_y</p:attrName>
                                        </p:attrNameLst>
                                      </p:cBhvr>
                                      <p:tavLst>
                                        <p:tav tm="0">
                                          <p:val>
                                            <p:strVal val="1+#ppt_h/2"/>
                                          </p:val>
                                        </p:tav>
                                        <p:tav tm="100000">
                                          <p:val>
                                            <p:strVal val="#ppt_y"/>
                                          </p:val>
                                        </p:tav>
                                      </p:tavLst>
                                    </p:anim>
                                  </p:childTnLst>
                                </p:cTn>
                              </p:par>
                              <p:par>
                                <p:cTn id="37" presetID="10" presetClass="entr" presetSubtype="0" fill="hold" grpId="0" nodeType="withEffect">
                                  <p:stCondLst>
                                    <p:cond delay="75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10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125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19" grpId="0" animBg="1"/>
      <p:bldP spid="19" grpId="1" animBg="1"/>
      <p:bldP spid="17" grpId="0" animBg="1"/>
      <p:bldP spid="17" grpId="1" animBg="1"/>
      <p:bldP spid="14" grpId="0" animBg="1"/>
      <p:bldP spid="14" grpId="1" animBg="1"/>
      <p:bldP spid="11" grpId="0" animBg="1"/>
      <p:bldP spid="12" grpId="0" animBg="1"/>
      <p:bldP spid="10" grpId="0" animBg="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8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53B68F8E-EB0B-4AED-BC9E-DA58B7CCCD16}"/>
              </a:ext>
            </a:extLst>
          </p:cNvPr>
          <p:cNvSpPr>
            <a:spLocks noGrp="1"/>
          </p:cNvSpPr>
          <p:nvPr>
            <p:ph type="pic" sz="quarter" idx="11" hasCustomPrompt="1"/>
          </p:nvPr>
        </p:nvSpPr>
        <p:spPr>
          <a:xfrm>
            <a:off x="7712588" y="2620297"/>
            <a:ext cx="1617406" cy="1617406"/>
          </a:xfrm>
          <a:custGeom>
            <a:avLst/>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a:schemeClr val="bg1">
              <a:lumMod val="95000"/>
              <a:alpha val="25000"/>
            </a:schemeClr>
          </a:solidFill>
          <a:effectLst>
            <a:outerShdw blurRad="723900" dist="368300" dir="5400000" sx="88000" sy="88000" algn="t" rotWithShape="0">
              <a:prstClr val="black">
                <a:alpha val="1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2C9E8DC7-CBF0-407B-9B4D-00DE8FA74374}"/>
              </a:ext>
            </a:extLst>
          </p:cNvPr>
          <p:cNvSpPr>
            <a:spLocks noGrp="1"/>
          </p:cNvSpPr>
          <p:nvPr>
            <p:ph type="pic" sz="quarter" idx="12" hasCustomPrompt="1"/>
          </p:nvPr>
        </p:nvSpPr>
        <p:spPr>
          <a:xfrm>
            <a:off x="9482394" y="2620297"/>
            <a:ext cx="1617406" cy="1617406"/>
          </a:xfrm>
          <a:custGeom>
            <a:avLst/>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a:schemeClr val="bg1">
              <a:lumMod val="95000"/>
              <a:alpha val="25000"/>
            </a:schemeClr>
          </a:solidFill>
          <a:effectLst>
            <a:outerShdw blurRad="723900" dist="368300" dir="5400000" sx="88000" sy="88000" algn="t" rotWithShape="0">
              <a:prstClr val="black">
                <a:alpha val="1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1A8938C3-A4BF-4003-B598-F8D4C3141D23}"/>
              </a:ext>
            </a:extLst>
          </p:cNvPr>
          <p:cNvSpPr>
            <a:spLocks noGrp="1"/>
          </p:cNvSpPr>
          <p:nvPr>
            <p:ph type="pic" sz="quarter" idx="10" hasCustomPrompt="1"/>
          </p:nvPr>
        </p:nvSpPr>
        <p:spPr>
          <a:xfrm>
            <a:off x="5942782" y="2620297"/>
            <a:ext cx="1617406" cy="1617406"/>
          </a:xfrm>
          <a:custGeom>
            <a:avLst/>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a:schemeClr val="bg1">
              <a:lumMod val="95000"/>
              <a:alpha val="25000"/>
            </a:schemeClr>
          </a:solidFill>
          <a:effectLst>
            <a:outerShdw blurRad="723900" dist="368300" dir="5400000" sx="88000" sy="88000" algn="t" rotWithShape="0">
              <a:prstClr val="black">
                <a:alpha val="1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85002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6" presetClass="emph" presetSubtype="0" fill="hold" grpId="1" nodeType="withEffect">
                                  <p:stCondLst>
                                    <p:cond delay="500"/>
                                  </p:st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par>
                                <p:cTn id="11" presetID="10" presetClass="entr" presetSubtype="0" fill="hold" grpId="0" nodeType="withEffect">
                                  <p:stCondLst>
                                    <p:cond delay="75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26" presetClass="emph" presetSubtype="0" fill="hold" grpId="1" nodeType="withEffect">
                                  <p:stCondLst>
                                    <p:cond delay="750"/>
                                  </p:stCondLst>
                                  <p:childTnLst>
                                    <p:animEffect transition="out" filter="fade">
                                      <p:cBhvr>
                                        <p:cTn id="15" dur="500" tmFilter="0, 0; .2, .5; .8, .5; 1, 0"/>
                                        <p:tgtEl>
                                          <p:spTgt spid="8"/>
                                        </p:tgtEl>
                                      </p:cBhvr>
                                    </p:animEffect>
                                    <p:animScale>
                                      <p:cBhvr>
                                        <p:cTn id="16" dur="250" autoRev="1" fill="hold"/>
                                        <p:tgtEl>
                                          <p:spTgt spid="8"/>
                                        </p:tgtEl>
                                      </p:cBhvr>
                                      <p:by x="105000" y="105000"/>
                                    </p:animScale>
                                  </p:childTnLst>
                                </p:cTn>
                              </p:par>
                              <p:par>
                                <p:cTn id="17" presetID="10" presetClass="entr" presetSubtype="0" fill="hold" grpId="0" nodeType="withEffect">
                                  <p:stCondLst>
                                    <p:cond delay="10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26" presetClass="emph" presetSubtype="0" fill="hold" grpId="1" nodeType="withEffect">
                                  <p:stCondLst>
                                    <p:cond delay="1000"/>
                                  </p:stCondLst>
                                  <p:childTnLst>
                                    <p:animEffect transition="out" filter="fade">
                                      <p:cBhvr>
                                        <p:cTn id="21" dur="500" tmFilter="0, 0; .2, .5; .8, .5; 1, 0"/>
                                        <p:tgtEl>
                                          <p:spTgt spid="9"/>
                                        </p:tgtEl>
                                      </p:cBhvr>
                                    </p:animEffect>
                                    <p:animScale>
                                      <p:cBhvr>
                                        <p:cTn id="22"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7" grpId="0" animBg="1"/>
      <p:bldP spid="7" grpId="1"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347339EE-B305-4489-AE63-2432C137AA60}"/>
              </a:ext>
            </a:extLst>
          </p:cNvPr>
          <p:cNvSpPr>
            <a:spLocks noGrp="1"/>
          </p:cNvSpPr>
          <p:nvPr>
            <p:ph type="pic" sz="quarter" idx="10" hasCustomPrompt="1"/>
          </p:nvPr>
        </p:nvSpPr>
        <p:spPr>
          <a:xfrm>
            <a:off x="0" y="4315366"/>
            <a:ext cx="4832233" cy="2542635"/>
          </a:xfrm>
          <a:custGeom>
            <a:avLst/>
            <a:gdLst>
              <a:gd name="connsiteX0" fmla="*/ 0 w 4832233"/>
              <a:gd name="connsiteY0" fmla="*/ 0 h 2542635"/>
              <a:gd name="connsiteX1" fmla="*/ 4496936 w 4832233"/>
              <a:gd name="connsiteY1" fmla="*/ 0 h 2542635"/>
              <a:gd name="connsiteX2" fmla="*/ 4832233 w 4832233"/>
              <a:gd name="connsiteY2" fmla="*/ 335297 h 2542635"/>
              <a:gd name="connsiteX3" fmla="*/ 4832233 w 4832233"/>
              <a:gd name="connsiteY3" fmla="*/ 2542635 h 2542635"/>
              <a:gd name="connsiteX4" fmla="*/ 0 w 4832233"/>
              <a:gd name="connsiteY4" fmla="*/ 2542635 h 2542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2233" h="2542635">
                <a:moveTo>
                  <a:pt x="0" y="0"/>
                </a:moveTo>
                <a:lnTo>
                  <a:pt x="4496936" y="0"/>
                </a:lnTo>
                <a:cubicBezTo>
                  <a:pt x="4682115" y="0"/>
                  <a:pt x="4832233" y="150118"/>
                  <a:pt x="4832233" y="335297"/>
                </a:cubicBezTo>
                <a:lnTo>
                  <a:pt x="4832233" y="2542635"/>
                </a:lnTo>
                <a:lnTo>
                  <a:pt x="0" y="2542635"/>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6" name="Rectangle: Single Corner Rounded 5">
            <a:extLst>
              <a:ext uri="{FF2B5EF4-FFF2-40B4-BE49-F238E27FC236}">
                <a16:creationId xmlns:a16="http://schemas.microsoft.com/office/drawing/2014/main" id="{5D2DD106-7971-469B-A743-7679AA92B24B}"/>
              </a:ext>
            </a:extLst>
          </p:cNvPr>
          <p:cNvSpPr/>
          <p:nvPr userDrawn="1"/>
        </p:nvSpPr>
        <p:spPr>
          <a:xfrm flipH="1" flipV="1">
            <a:off x="4832233" y="-3"/>
            <a:ext cx="7359767" cy="4093779"/>
          </a:xfrm>
          <a:prstGeom prst="round1Rect">
            <a:avLst>
              <a:gd name="adj" fmla="val 10182"/>
            </a:avLst>
          </a:prstGeom>
          <a:solidFill>
            <a:srgbClr val="F5F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83625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30_Title and Conten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6725744-A33A-42F7-9088-02DBFCE609EF}"/>
              </a:ext>
            </a:extLst>
          </p:cNvPr>
          <p:cNvSpPr>
            <a:spLocks noGrp="1"/>
          </p:cNvSpPr>
          <p:nvPr>
            <p:ph type="pic" sz="quarter" idx="10" hasCustomPrompt="1"/>
          </p:nvPr>
        </p:nvSpPr>
        <p:spPr>
          <a:xfrm>
            <a:off x="-1" y="0"/>
            <a:ext cx="12192000" cy="3850012"/>
          </a:xfrm>
          <a:custGeom>
            <a:avLst/>
            <a:gdLst>
              <a:gd name="connsiteX0" fmla="*/ 8397881 w 12192000"/>
              <a:gd name="connsiteY0" fmla="*/ 3438408 h 3850012"/>
              <a:gd name="connsiteX1" fmla="*/ 8397951 w 12192000"/>
              <a:gd name="connsiteY1" fmla="*/ 3438722 h 3850012"/>
              <a:gd name="connsiteX2" fmla="*/ 8398480 w 12192000"/>
              <a:gd name="connsiteY2" fmla="*/ 3438408 h 3850012"/>
              <a:gd name="connsiteX3" fmla="*/ 3793520 w 12192000"/>
              <a:gd name="connsiteY3" fmla="*/ 3438408 h 3850012"/>
              <a:gd name="connsiteX4" fmla="*/ 3794049 w 12192000"/>
              <a:gd name="connsiteY4" fmla="*/ 3438722 h 3850012"/>
              <a:gd name="connsiteX5" fmla="*/ 3794120 w 12192000"/>
              <a:gd name="connsiteY5" fmla="*/ 3438408 h 3850012"/>
              <a:gd name="connsiteX6" fmla="*/ 0 w 12192000"/>
              <a:gd name="connsiteY6" fmla="*/ 0 h 3850012"/>
              <a:gd name="connsiteX7" fmla="*/ 12192000 w 12192000"/>
              <a:gd name="connsiteY7" fmla="*/ 0 h 3850012"/>
              <a:gd name="connsiteX8" fmla="*/ 12192000 w 12192000"/>
              <a:gd name="connsiteY8" fmla="*/ 1638205 h 3850012"/>
              <a:gd name="connsiteX9" fmla="*/ 12192000 w 12192000"/>
              <a:gd name="connsiteY9" fmla="*/ 2316406 h 3850012"/>
              <a:gd name="connsiteX10" fmla="*/ 12192000 w 12192000"/>
              <a:gd name="connsiteY10" fmla="*/ 2450440 h 3850012"/>
              <a:gd name="connsiteX11" fmla="*/ 12192000 w 12192000"/>
              <a:gd name="connsiteY11" fmla="*/ 3396029 h 3850012"/>
              <a:gd name="connsiteX12" fmla="*/ 12192000 w 12192000"/>
              <a:gd name="connsiteY12" fmla="*/ 3497742 h 3850012"/>
              <a:gd name="connsiteX13" fmla="*/ 12165341 w 12192000"/>
              <a:gd name="connsiteY13" fmla="*/ 3499553 h 3850012"/>
              <a:gd name="connsiteX14" fmla="*/ 11967973 w 12192000"/>
              <a:gd name="connsiteY14" fmla="*/ 3572710 h 3850012"/>
              <a:gd name="connsiteX15" fmla="*/ 11944992 w 12192000"/>
              <a:gd name="connsiteY15" fmla="*/ 3591983 h 3850012"/>
              <a:gd name="connsiteX16" fmla="*/ 11942396 w 12192000"/>
              <a:gd name="connsiteY16" fmla="*/ 3595502 h 3850012"/>
              <a:gd name="connsiteX17" fmla="*/ 11911532 w 12192000"/>
              <a:gd name="connsiteY17" fmla="*/ 3619435 h 3850012"/>
              <a:gd name="connsiteX18" fmla="*/ 11808711 w 12192000"/>
              <a:gd name="connsiteY18" fmla="*/ 3701232 h 3850012"/>
              <a:gd name="connsiteX19" fmla="*/ 11291279 w 12192000"/>
              <a:gd name="connsiteY19" fmla="*/ 3849374 h 3850012"/>
              <a:gd name="connsiteX20" fmla="*/ 10847202 w 12192000"/>
              <a:gd name="connsiteY20" fmla="*/ 3657838 h 3850012"/>
              <a:gd name="connsiteX21" fmla="*/ 10424269 w 12192000"/>
              <a:gd name="connsiteY21" fmla="*/ 3469846 h 3850012"/>
              <a:gd name="connsiteX22" fmla="*/ 10128215 w 12192000"/>
              <a:gd name="connsiteY22" fmla="*/ 3618819 h 3850012"/>
              <a:gd name="connsiteX23" fmla="*/ 9564304 w 12192000"/>
              <a:gd name="connsiteY23" fmla="*/ 3838731 h 3850012"/>
              <a:gd name="connsiteX24" fmla="*/ 9096430 w 12192000"/>
              <a:gd name="connsiteY24" fmla="*/ 3690092 h 3850012"/>
              <a:gd name="connsiteX25" fmla="*/ 9033902 w 12192000"/>
              <a:gd name="connsiteY25" fmla="*/ 3632538 h 3850012"/>
              <a:gd name="connsiteX26" fmla="*/ 8988988 w 12192000"/>
              <a:gd name="connsiteY26" fmla="*/ 3595502 h 3850012"/>
              <a:gd name="connsiteX27" fmla="*/ 8979560 w 12192000"/>
              <a:gd name="connsiteY27" fmla="*/ 3581907 h 3850012"/>
              <a:gd name="connsiteX28" fmla="*/ 8949396 w 12192000"/>
              <a:gd name="connsiteY28" fmla="*/ 3553478 h 3850012"/>
              <a:gd name="connsiteX29" fmla="*/ 8718436 w 12192000"/>
              <a:gd name="connsiteY29" fmla="*/ 3459207 h 3850012"/>
              <a:gd name="connsiteX30" fmla="*/ 8429428 w 12192000"/>
              <a:gd name="connsiteY30" fmla="*/ 3608180 h 3850012"/>
              <a:gd name="connsiteX31" fmla="*/ 7752735 w 12192000"/>
              <a:gd name="connsiteY31" fmla="*/ 3842280 h 3850012"/>
              <a:gd name="connsiteX32" fmla="*/ 7195876 w 12192000"/>
              <a:gd name="connsiteY32" fmla="*/ 3601086 h 3850012"/>
              <a:gd name="connsiteX33" fmla="*/ 6956214 w 12192000"/>
              <a:gd name="connsiteY33" fmla="*/ 3469846 h 3850012"/>
              <a:gd name="connsiteX34" fmla="*/ 6674259 w 12192000"/>
              <a:gd name="connsiteY34" fmla="*/ 3604631 h 3850012"/>
              <a:gd name="connsiteX35" fmla="*/ 6578767 w 12192000"/>
              <a:gd name="connsiteY35" fmla="*/ 3687543 h 3850012"/>
              <a:gd name="connsiteX36" fmla="*/ 6558853 w 12192000"/>
              <a:gd name="connsiteY36" fmla="*/ 3700122 h 3850012"/>
              <a:gd name="connsiteX37" fmla="*/ 6545011 w 12192000"/>
              <a:gd name="connsiteY37" fmla="*/ 3713480 h 3850012"/>
              <a:gd name="connsiteX38" fmla="*/ 6109851 w 12192000"/>
              <a:gd name="connsiteY38" fmla="*/ 3835186 h 3850012"/>
              <a:gd name="connsiteX39" fmla="*/ 6096001 w 12192000"/>
              <a:gd name="connsiteY39" fmla="*/ 3834671 h 3850012"/>
              <a:gd name="connsiteX40" fmla="*/ 6082151 w 12192000"/>
              <a:gd name="connsiteY40" fmla="*/ 3835186 h 3850012"/>
              <a:gd name="connsiteX41" fmla="*/ 5646993 w 12192000"/>
              <a:gd name="connsiteY41" fmla="*/ 3713480 h 3850012"/>
              <a:gd name="connsiteX42" fmla="*/ 5633151 w 12192000"/>
              <a:gd name="connsiteY42" fmla="*/ 3700121 h 3850012"/>
              <a:gd name="connsiteX43" fmla="*/ 5613237 w 12192000"/>
              <a:gd name="connsiteY43" fmla="*/ 3687543 h 3850012"/>
              <a:gd name="connsiteX44" fmla="*/ 5517746 w 12192000"/>
              <a:gd name="connsiteY44" fmla="*/ 3604631 h 3850012"/>
              <a:gd name="connsiteX45" fmla="*/ 5235788 w 12192000"/>
              <a:gd name="connsiteY45" fmla="*/ 3469846 h 3850012"/>
              <a:gd name="connsiteX46" fmla="*/ 4996126 w 12192000"/>
              <a:gd name="connsiteY46" fmla="*/ 3601086 h 3850012"/>
              <a:gd name="connsiteX47" fmla="*/ 4439270 w 12192000"/>
              <a:gd name="connsiteY47" fmla="*/ 3842280 h 3850012"/>
              <a:gd name="connsiteX48" fmla="*/ 3762572 w 12192000"/>
              <a:gd name="connsiteY48" fmla="*/ 3608180 h 3850012"/>
              <a:gd name="connsiteX49" fmla="*/ 3473564 w 12192000"/>
              <a:gd name="connsiteY49" fmla="*/ 3459207 h 3850012"/>
              <a:gd name="connsiteX50" fmla="*/ 3242604 w 12192000"/>
              <a:gd name="connsiteY50" fmla="*/ 3553478 h 3850012"/>
              <a:gd name="connsiteX51" fmla="*/ 3212441 w 12192000"/>
              <a:gd name="connsiteY51" fmla="*/ 3581907 h 3850012"/>
              <a:gd name="connsiteX52" fmla="*/ 3203012 w 12192000"/>
              <a:gd name="connsiteY52" fmla="*/ 3595502 h 3850012"/>
              <a:gd name="connsiteX53" fmla="*/ 3158099 w 12192000"/>
              <a:gd name="connsiteY53" fmla="*/ 3632538 h 3850012"/>
              <a:gd name="connsiteX54" fmla="*/ 3095570 w 12192000"/>
              <a:gd name="connsiteY54" fmla="*/ 3690092 h 3850012"/>
              <a:gd name="connsiteX55" fmla="*/ 2627698 w 12192000"/>
              <a:gd name="connsiteY55" fmla="*/ 3838731 h 3850012"/>
              <a:gd name="connsiteX56" fmla="*/ 2063785 w 12192000"/>
              <a:gd name="connsiteY56" fmla="*/ 3618819 h 3850012"/>
              <a:gd name="connsiteX57" fmla="*/ 1767732 w 12192000"/>
              <a:gd name="connsiteY57" fmla="*/ 3469846 h 3850012"/>
              <a:gd name="connsiteX58" fmla="*/ 1344798 w 12192000"/>
              <a:gd name="connsiteY58" fmla="*/ 3657838 h 3850012"/>
              <a:gd name="connsiteX59" fmla="*/ 900721 w 12192000"/>
              <a:gd name="connsiteY59" fmla="*/ 3849374 h 3850012"/>
              <a:gd name="connsiteX60" fmla="*/ 383289 w 12192000"/>
              <a:gd name="connsiteY60" fmla="*/ 3701232 h 3850012"/>
              <a:gd name="connsiteX61" fmla="*/ 280468 w 12192000"/>
              <a:gd name="connsiteY61" fmla="*/ 3619435 h 3850012"/>
              <a:gd name="connsiteX62" fmla="*/ 249604 w 12192000"/>
              <a:gd name="connsiteY62" fmla="*/ 3595502 h 3850012"/>
              <a:gd name="connsiteX63" fmla="*/ 247008 w 12192000"/>
              <a:gd name="connsiteY63" fmla="*/ 3591983 h 3850012"/>
              <a:gd name="connsiteX64" fmla="*/ 224027 w 12192000"/>
              <a:gd name="connsiteY64" fmla="*/ 3572710 h 3850012"/>
              <a:gd name="connsiteX65" fmla="*/ 26659 w 12192000"/>
              <a:gd name="connsiteY65" fmla="*/ 3499553 h 3850012"/>
              <a:gd name="connsiteX66" fmla="*/ 0 w 12192000"/>
              <a:gd name="connsiteY66" fmla="*/ 3497742 h 3850012"/>
              <a:gd name="connsiteX67" fmla="*/ 0 w 12192000"/>
              <a:gd name="connsiteY67" fmla="*/ 3396029 h 3850012"/>
              <a:gd name="connsiteX68" fmla="*/ 0 w 12192000"/>
              <a:gd name="connsiteY68" fmla="*/ 2450440 h 3850012"/>
              <a:gd name="connsiteX69" fmla="*/ 0 w 12192000"/>
              <a:gd name="connsiteY69" fmla="*/ 2316406 h 3850012"/>
              <a:gd name="connsiteX70" fmla="*/ 0 w 12192000"/>
              <a:gd name="connsiteY70" fmla="*/ 1638205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2192000" h="3850012">
                <a:moveTo>
                  <a:pt x="8397881" y="3438408"/>
                </a:moveTo>
                <a:cubicBezTo>
                  <a:pt x="8397905" y="3438513"/>
                  <a:pt x="8397928" y="3438618"/>
                  <a:pt x="8397951" y="3438722"/>
                </a:cubicBezTo>
                <a:lnTo>
                  <a:pt x="8398480" y="3438408"/>
                </a:lnTo>
                <a:close/>
                <a:moveTo>
                  <a:pt x="3793520" y="3438408"/>
                </a:moveTo>
                <a:lnTo>
                  <a:pt x="3794049" y="3438722"/>
                </a:lnTo>
                <a:cubicBezTo>
                  <a:pt x="3794073" y="3438618"/>
                  <a:pt x="3794095" y="3438513"/>
                  <a:pt x="3794120" y="3438408"/>
                </a:cubicBezTo>
                <a:close/>
                <a:moveTo>
                  <a:pt x="0" y="0"/>
                </a:moveTo>
                <a:lnTo>
                  <a:pt x="12192000" y="0"/>
                </a:lnTo>
                <a:lnTo>
                  <a:pt x="12192000" y="1638205"/>
                </a:lnTo>
                <a:lnTo>
                  <a:pt x="12192000" y="2316406"/>
                </a:lnTo>
                <a:lnTo>
                  <a:pt x="12192000" y="2450440"/>
                </a:lnTo>
                <a:lnTo>
                  <a:pt x="12192000" y="3396029"/>
                </a:lnTo>
                <a:lnTo>
                  <a:pt x="12192000" y="3497742"/>
                </a:lnTo>
                <a:lnTo>
                  <a:pt x="12165341" y="3499553"/>
                </a:lnTo>
                <a:cubicBezTo>
                  <a:pt x="12101901" y="3506203"/>
                  <a:pt x="12024364" y="3524825"/>
                  <a:pt x="11967973" y="3572710"/>
                </a:cubicBezTo>
                <a:lnTo>
                  <a:pt x="11944992" y="3591983"/>
                </a:lnTo>
                <a:lnTo>
                  <a:pt x="11942396" y="3595502"/>
                </a:lnTo>
                <a:lnTo>
                  <a:pt x="11911532" y="3619435"/>
                </a:lnTo>
                <a:lnTo>
                  <a:pt x="11808711" y="3701232"/>
                </a:lnTo>
                <a:cubicBezTo>
                  <a:pt x="11687779" y="3789518"/>
                  <a:pt x="11545039" y="3857353"/>
                  <a:pt x="11291279" y="3849374"/>
                </a:cubicBezTo>
                <a:cubicBezTo>
                  <a:pt x="11100963" y="3845825"/>
                  <a:pt x="10974082" y="3753604"/>
                  <a:pt x="10847202" y="3657838"/>
                </a:cubicBezTo>
                <a:cubicBezTo>
                  <a:pt x="10727367" y="3565616"/>
                  <a:pt x="10593442" y="3469846"/>
                  <a:pt x="10424269" y="3469846"/>
                </a:cubicBezTo>
                <a:cubicBezTo>
                  <a:pt x="10290336" y="3469846"/>
                  <a:pt x="10212801" y="3540786"/>
                  <a:pt x="10128215" y="3618819"/>
                </a:cubicBezTo>
                <a:cubicBezTo>
                  <a:pt x="10008379" y="3728777"/>
                  <a:pt x="9881500" y="3842280"/>
                  <a:pt x="9564304" y="3838731"/>
                </a:cubicBezTo>
                <a:cubicBezTo>
                  <a:pt x="9321117" y="3836073"/>
                  <a:pt x="9192914" y="3769566"/>
                  <a:pt x="9096430" y="3690092"/>
                </a:cubicBezTo>
                <a:lnTo>
                  <a:pt x="9033902" y="3632538"/>
                </a:lnTo>
                <a:lnTo>
                  <a:pt x="8988988" y="3595502"/>
                </a:lnTo>
                <a:lnTo>
                  <a:pt x="8979560" y="3581907"/>
                </a:lnTo>
                <a:lnTo>
                  <a:pt x="8949396" y="3553478"/>
                </a:lnTo>
                <a:cubicBezTo>
                  <a:pt x="8890254" y="3501105"/>
                  <a:pt x="8824169" y="3459207"/>
                  <a:pt x="8718436" y="3459207"/>
                </a:cubicBezTo>
                <a:cubicBezTo>
                  <a:pt x="8598603" y="3455658"/>
                  <a:pt x="8514015" y="3530147"/>
                  <a:pt x="8429428" y="3608180"/>
                </a:cubicBezTo>
                <a:cubicBezTo>
                  <a:pt x="8288451" y="3732322"/>
                  <a:pt x="8140427" y="3870656"/>
                  <a:pt x="7752735" y="3842280"/>
                </a:cubicBezTo>
                <a:cubicBezTo>
                  <a:pt x="7386193" y="3817449"/>
                  <a:pt x="7287509" y="3703946"/>
                  <a:pt x="7195876" y="3601086"/>
                </a:cubicBezTo>
                <a:cubicBezTo>
                  <a:pt x="7139485" y="3537241"/>
                  <a:pt x="7090139" y="3476940"/>
                  <a:pt x="6956214" y="3469846"/>
                </a:cubicBezTo>
                <a:cubicBezTo>
                  <a:pt x="6829334" y="3459207"/>
                  <a:pt x="6758845" y="3530147"/>
                  <a:pt x="6674259" y="3604631"/>
                </a:cubicBezTo>
                <a:cubicBezTo>
                  <a:pt x="6644300" y="3632121"/>
                  <a:pt x="6613461" y="3660497"/>
                  <a:pt x="6578767" y="3687543"/>
                </a:cubicBezTo>
                <a:lnTo>
                  <a:pt x="6558853" y="3700122"/>
                </a:lnTo>
                <a:lnTo>
                  <a:pt x="6545011" y="3713480"/>
                </a:lnTo>
                <a:cubicBezTo>
                  <a:pt x="6465381" y="3779985"/>
                  <a:pt x="6353036" y="3832525"/>
                  <a:pt x="6109851" y="3835186"/>
                </a:cubicBezTo>
                <a:lnTo>
                  <a:pt x="6096001" y="3834671"/>
                </a:lnTo>
                <a:lnTo>
                  <a:pt x="6082151" y="3835186"/>
                </a:lnTo>
                <a:cubicBezTo>
                  <a:pt x="5838966" y="3832525"/>
                  <a:pt x="5726622" y="3779985"/>
                  <a:pt x="5646993" y="3713480"/>
                </a:cubicBezTo>
                <a:lnTo>
                  <a:pt x="5633151" y="3700121"/>
                </a:lnTo>
                <a:lnTo>
                  <a:pt x="5613237" y="3687543"/>
                </a:lnTo>
                <a:cubicBezTo>
                  <a:pt x="5578541" y="3660497"/>
                  <a:pt x="5547705" y="3632121"/>
                  <a:pt x="5517746" y="3604631"/>
                </a:cubicBezTo>
                <a:cubicBezTo>
                  <a:pt x="5433157" y="3530147"/>
                  <a:pt x="5362669" y="3459207"/>
                  <a:pt x="5235788" y="3469846"/>
                </a:cubicBezTo>
                <a:cubicBezTo>
                  <a:pt x="5101862" y="3476940"/>
                  <a:pt x="5052517" y="3537241"/>
                  <a:pt x="4996126" y="3601086"/>
                </a:cubicBezTo>
                <a:cubicBezTo>
                  <a:pt x="4904493" y="3703946"/>
                  <a:pt x="4805812" y="3817449"/>
                  <a:pt x="4439270" y="3842280"/>
                </a:cubicBezTo>
                <a:cubicBezTo>
                  <a:pt x="4051573" y="3870656"/>
                  <a:pt x="3903550" y="3732322"/>
                  <a:pt x="3762572" y="3608180"/>
                </a:cubicBezTo>
                <a:cubicBezTo>
                  <a:pt x="3677986" y="3530147"/>
                  <a:pt x="3593399" y="3455658"/>
                  <a:pt x="3473564" y="3459207"/>
                </a:cubicBezTo>
                <a:cubicBezTo>
                  <a:pt x="3367831" y="3459207"/>
                  <a:pt x="3301747" y="3501105"/>
                  <a:pt x="3242604" y="3553478"/>
                </a:cubicBezTo>
                <a:lnTo>
                  <a:pt x="3212441" y="3581907"/>
                </a:lnTo>
                <a:lnTo>
                  <a:pt x="3203012" y="3595502"/>
                </a:lnTo>
                <a:lnTo>
                  <a:pt x="3158099" y="3632538"/>
                </a:lnTo>
                <a:lnTo>
                  <a:pt x="3095570" y="3690092"/>
                </a:lnTo>
                <a:cubicBezTo>
                  <a:pt x="2999088" y="3769566"/>
                  <a:pt x="2870885" y="3836073"/>
                  <a:pt x="2627698" y="3838731"/>
                </a:cubicBezTo>
                <a:cubicBezTo>
                  <a:pt x="2310501" y="3842280"/>
                  <a:pt x="2183621" y="3728777"/>
                  <a:pt x="2063785" y="3618819"/>
                </a:cubicBezTo>
                <a:cubicBezTo>
                  <a:pt x="1979199" y="3540786"/>
                  <a:pt x="1901665" y="3469846"/>
                  <a:pt x="1767732" y="3469846"/>
                </a:cubicBezTo>
                <a:cubicBezTo>
                  <a:pt x="1598560" y="3469846"/>
                  <a:pt x="1464634" y="3565616"/>
                  <a:pt x="1344798" y="3657838"/>
                </a:cubicBezTo>
                <a:cubicBezTo>
                  <a:pt x="1217918" y="3753604"/>
                  <a:pt x="1091038" y="3845825"/>
                  <a:pt x="900721" y="3849374"/>
                </a:cubicBezTo>
                <a:cubicBezTo>
                  <a:pt x="646961" y="3857353"/>
                  <a:pt x="504221" y="3789518"/>
                  <a:pt x="383289" y="3701232"/>
                </a:cubicBezTo>
                <a:lnTo>
                  <a:pt x="280468" y="3619435"/>
                </a:lnTo>
                <a:lnTo>
                  <a:pt x="249604" y="3595502"/>
                </a:lnTo>
                <a:lnTo>
                  <a:pt x="247008" y="3591983"/>
                </a:lnTo>
                <a:lnTo>
                  <a:pt x="224027" y="3572710"/>
                </a:lnTo>
                <a:cubicBezTo>
                  <a:pt x="167637" y="3524825"/>
                  <a:pt x="90099" y="3506203"/>
                  <a:pt x="26659" y="3499553"/>
                </a:cubicBezTo>
                <a:lnTo>
                  <a:pt x="0" y="3497742"/>
                </a:lnTo>
                <a:lnTo>
                  <a:pt x="0" y="3396029"/>
                </a:lnTo>
                <a:lnTo>
                  <a:pt x="0" y="2450440"/>
                </a:lnTo>
                <a:lnTo>
                  <a:pt x="0" y="2316406"/>
                </a:lnTo>
                <a:lnTo>
                  <a:pt x="0" y="1638205"/>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05228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ppt_x"/>
                                          </p:val>
                                        </p:tav>
                                        <p:tav tm="100000">
                                          <p:val>
                                            <p:strVal val="#ppt_x"/>
                                          </p:val>
                                        </p:tav>
                                      </p:tavLst>
                                    </p:anim>
                                    <p:anim calcmode="lin" valueType="num">
                                      <p:cBhvr additive="base">
                                        <p:cTn id="8" dur="10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9C3A124A-06D9-4D43-AA32-36ADF6C9118D}"/>
              </a:ext>
            </a:extLst>
          </p:cNvPr>
          <p:cNvSpPr>
            <a:spLocks noGrp="1"/>
          </p:cNvSpPr>
          <p:nvPr>
            <p:ph type="pic" sz="quarter" idx="10" hasCustomPrompt="1"/>
          </p:nvPr>
        </p:nvSpPr>
        <p:spPr>
          <a:xfrm>
            <a:off x="6933283" y="0"/>
            <a:ext cx="5258717" cy="6858000"/>
          </a:xfrm>
          <a:custGeom>
            <a:avLst/>
            <a:gdLst>
              <a:gd name="connsiteX0" fmla="*/ 876470 w 5258717"/>
              <a:gd name="connsiteY0" fmla="*/ 0 h 6858000"/>
              <a:gd name="connsiteX1" fmla="*/ 5258717 w 5258717"/>
              <a:gd name="connsiteY1" fmla="*/ 0 h 6858000"/>
              <a:gd name="connsiteX2" fmla="*/ 5258717 w 5258717"/>
              <a:gd name="connsiteY2" fmla="*/ 6858000 h 6858000"/>
              <a:gd name="connsiteX3" fmla="*/ 0 w 5258717"/>
              <a:gd name="connsiteY3" fmla="*/ 6858000 h 6858000"/>
              <a:gd name="connsiteX4" fmla="*/ 0 w 5258717"/>
              <a:gd name="connsiteY4" fmla="*/ 876470 h 6858000"/>
              <a:gd name="connsiteX5" fmla="*/ 876470 w 5258717"/>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8717" h="6858000">
                <a:moveTo>
                  <a:pt x="876470" y="0"/>
                </a:moveTo>
                <a:lnTo>
                  <a:pt x="5258717" y="0"/>
                </a:lnTo>
                <a:lnTo>
                  <a:pt x="5258717" y="6858000"/>
                </a:lnTo>
                <a:lnTo>
                  <a:pt x="0" y="6858000"/>
                </a:lnTo>
                <a:lnTo>
                  <a:pt x="0" y="876470"/>
                </a:lnTo>
                <a:cubicBezTo>
                  <a:pt x="0" y="392409"/>
                  <a:pt x="392409" y="0"/>
                  <a:pt x="876470"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70706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1+#ppt_w/2"/>
                                          </p:val>
                                        </p:tav>
                                        <p:tav tm="100000">
                                          <p:val>
                                            <p:strVal val="#ppt_x"/>
                                          </p:val>
                                        </p:tav>
                                      </p:tavLst>
                                    </p:anim>
                                    <p:anim calcmode="lin" valueType="num">
                                      <p:cBhvr additive="base">
                                        <p:cTn id="8"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3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8CAB682-8349-4BBE-BB81-DD54F1DFE219}"/>
              </a:ext>
            </a:extLst>
          </p:cNvPr>
          <p:cNvSpPr>
            <a:spLocks noGrp="1"/>
          </p:cNvSpPr>
          <p:nvPr>
            <p:ph type="pic" sz="quarter" idx="10" hasCustomPrompt="1"/>
          </p:nvPr>
        </p:nvSpPr>
        <p:spPr>
          <a:xfrm>
            <a:off x="7930640" y="1900656"/>
            <a:ext cx="3169160" cy="1482213"/>
          </a:xfrm>
          <a:custGeom>
            <a:avLst/>
            <a:gdLst>
              <a:gd name="connsiteX0" fmla="*/ 247040 w 3169160"/>
              <a:gd name="connsiteY0" fmla="*/ 0 h 1482213"/>
              <a:gd name="connsiteX1" fmla="*/ 2922120 w 3169160"/>
              <a:gd name="connsiteY1" fmla="*/ 0 h 1482213"/>
              <a:gd name="connsiteX2" fmla="*/ 3169160 w 3169160"/>
              <a:gd name="connsiteY2" fmla="*/ 247040 h 1482213"/>
              <a:gd name="connsiteX3" fmla="*/ 3169160 w 3169160"/>
              <a:gd name="connsiteY3" fmla="*/ 1235173 h 1482213"/>
              <a:gd name="connsiteX4" fmla="*/ 2922120 w 3169160"/>
              <a:gd name="connsiteY4" fmla="*/ 1482213 h 1482213"/>
              <a:gd name="connsiteX5" fmla="*/ 247040 w 3169160"/>
              <a:gd name="connsiteY5" fmla="*/ 1482213 h 1482213"/>
              <a:gd name="connsiteX6" fmla="*/ 0 w 3169160"/>
              <a:gd name="connsiteY6" fmla="*/ 1235173 h 1482213"/>
              <a:gd name="connsiteX7" fmla="*/ 0 w 3169160"/>
              <a:gd name="connsiteY7" fmla="*/ 247040 h 1482213"/>
              <a:gd name="connsiteX8" fmla="*/ 247040 w 3169160"/>
              <a:gd name="connsiteY8" fmla="*/ 0 h 14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9160" h="1482213">
                <a:moveTo>
                  <a:pt x="247040" y="0"/>
                </a:moveTo>
                <a:lnTo>
                  <a:pt x="2922120" y="0"/>
                </a:lnTo>
                <a:cubicBezTo>
                  <a:pt x="3058556" y="0"/>
                  <a:pt x="3169160" y="110604"/>
                  <a:pt x="3169160" y="247040"/>
                </a:cubicBezTo>
                <a:lnTo>
                  <a:pt x="3169160" y="1235173"/>
                </a:lnTo>
                <a:cubicBezTo>
                  <a:pt x="3169160" y="1371609"/>
                  <a:pt x="3058556" y="1482213"/>
                  <a:pt x="2922120" y="1482213"/>
                </a:cubicBezTo>
                <a:lnTo>
                  <a:pt x="247040" y="1482213"/>
                </a:lnTo>
                <a:cubicBezTo>
                  <a:pt x="110604" y="1482213"/>
                  <a:pt x="0" y="1371609"/>
                  <a:pt x="0" y="1235173"/>
                </a:cubicBezTo>
                <a:lnTo>
                  <a:pt x="0" y="247040"/>
                </a:lnTo>
                <a:cubicBezTo>
                  <a:pt x="0" y="110604"/>
                  <a:pt x="110604" y="0"/>
                  <a:pt x="247040" y="0"/>
                </a:cubicBezTo>
                <a:close/>
              </a:path>
            </a:pathLst>
          </a:custGeom>
          <a:solidFill>
            <a:schemeClr val="bg1">
              <a:lumMod val="95000"/>
              <a:alpha val="25000"/>
            </a:schemeClr>
          </a:solidFill>
          <a:effectLst>
            <a:outerShdw blurRad="812800" dist="3302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328629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6" presetClass="emph" presetSubtype="0" fill="hold" grpId="1" nodeType="withEffect">
                                  <p:stCondLst>
                                    <p:cond delay="1000"/>
                                  </p:stCondLst>
                                  <p:childTnLst>
                                    <p:animEffect transition="out" filter="fade">
                                      <p:cBhvr>
                                        <p:cTn id="9" dur="500" tmFilter="0, 0; .2, .5; .8, .5; 1, 0"/>
                                        <p:tgtEl>
                                          <p:spTgt spid="6"/>
                                        </p:tgtEl>
                                      </p:cBhvr>
                                    </p:animEffect>
                                    <p:animScale>
                                      <p:cBhvr>
                                        <p:cTn id="10"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4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0CD9F22-77F1-4C4E-8772-94FB9D602845}"/>
              </a:ext>
            </a:extLst>
          </p:cNvPr>
          <p:cNvSpPr>
            <a:spLocks noGrp="1"/>
          </p:cNvSpPr>
          <p:nvPr>
            <p:ph type="pic" sz="quarter" idx="11" hasCustomPrompt="1"/>
          </p:nvPr>
        </p:nvSpPr>
        <p:spPr>
          <a:xfrm>
            <a:off x="1482874" y="620713"/>
            <a:ext cx="4216922" cy="6237287"/>
          </a:xfrm>
          <a:custGeom>
            <a:avLst/>
            <a:gdLst>
              <a:gd name="connsiteX0" fmla="*/ 0 w 3955884"/>
              <a:gd name="connsiteY0" fmla="*/ 0 h 5851183"/>
              <a:gd name="connsiteX1" fmla="*/ 3955884 w 3955884"/>
              <a:gd name="connsiteY1" fmla="*/ 0 h 5851183"/>
              <a:gd name="connsiteX2" fmla="*/ 3955884 w 3955884"/>
              <a:gd name="connsiteY2" fmla="*/ 5851183 h 5851183"/>
              <a:gd name="connsiteX3" fmla="*/ 0 w 3955884"/>
              <a:gd name="connsiteY3" fmla="*/ 5851183 h 5851183"/>
            </a:gdLst>
            <a:ahLst/>
            <a:cxnLst>
              <a:cxn ang="0">
                <a:pos x="connsiteX0" y="connsiteY0"/>
              </a:cxn>
              <a:cxn ang="0">
                <a:pos x="connsiteX1" y="connsiteY1"/>
              </a:cxn>
              <a:cxn ang="0">
                <a:pos x="connsiteX2" y="connsiteY2"/>
              </a:cxn>
              <a:cxn ang="0">
                <a:pos x="connsiteX3" y="connsiteY3"/>
              </a:cxn>
            </a:cxnLst>
            <a:rect l="l" t="t" r="r" b="b"/>
            <a:pathLst>
              <a:path w="3955884" h="5851183">
                <a:moveTo>
                  <a:pt x="0" y="0"/>
                </a:moveTo>
                <a:lnTo>
                  <a:pt x="3955884" y="0"/>
                </a:lnTo>
                <a:lnTo>
                  <a:pt x="3955884" y="5851183"/>
                </a:lnTo>
                <a:lnTo>
                  <a:pt x="0" y="5851183"/>
                </a:lnTo>
                <a:close/>
              </a:path>
            </a:pathLst>
          </a:custGeom>
          <a:noFill/>
          <a:effectLst>
            <a:outerShdw blurRad="939800" dist="698500" dir="5400000" sx="93000" sy="93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 name="Picture Placeholder 1">
            <a:extLst>
              <a:ext uri="{FF2B5EF4-FFF2-40B4-BE49-F238E27FC236}">
                <a16:creationId xmlns:a16="http://schemas.microsoft.com/office/drawing/2014/main" id="{6001AC19-B235-498E-B3A2-DBDEA06231A4}"/>
              </a:ext>
            </a:extLst>
          </p:cNvPr>
          <p:cNvSpPr>
            <a:spLocks noGrp="1"/>
          </p:cNvSpPr>
          <p:nvPr>
            <p:ph type="pic" sz="quarter" idx="10" hasCustomPrompt="1"/>
          </p:nvPr>
        </p:nvSpPr>
        <p:spPr>
          <a:xfrm>
            <a:off x="7930640" y="1900656"/>
            <a:ext cx="3169160" cy="1482213"/>
          </a:xfrm>
          <a:custGeom>
            <a:avLst/>
            <a:gdLst>
              <a:gd name="connsiteX0" fmla="*/ 247040 w 3169160"/>
              <a:gd name="connsiteY0" fmla="*/ 0 h 1482213"/>
              <a:gd name="connsiteX1" fmla="*/ 2922120 w 3169160"/>
              <a:gd name="connsiteY1" fmla="*/ 0 h 1482213"/>
              <a:gd name="connsiteX2" fmla="*/ 3169160 w 3169160"/>
              <a:gd name="connsiteY2" fmla="*/ 247040 h 1482213"/>
              <a:gd name="connsiteX3" fmla="*/ 3169160 w 3169160"/>
              <a:gd name="connsiteY3" fmla="*/ 1235173 h 1482213"/>
              <a:gd name="connsiteX4" fmla="*/ 2922120 w 3169160"/>
              <a:gd name="connsiteY4" fmla="*/ 1482213 h 1482213"/>
              <a:gd name="connsiteX5" fmla="*/ 247040 w 3169160"/>
              <a:gd name="connsiteY5" fmla="*/ 1482213 h 1482213"/>
              <a:gd name="connsiteX6" fmla="*/ 0 w 3169160"/>
              <a:gd name="connsiteY6" fmla="*/ 1235173 h 1482213"/>
              <a:gd name="connsiteX7" fmla="*/ 0 w 3169160"/>
              <a:gd name="connsiteY7" fmla="*/ 247040 h 1482213"/>
              <a:gd name="connsiteX8" fmla="*/ 247040 w 3169160"/>
              <a:gd name="connsiteY8" fmla="*/ 0 h 14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9160" h="1482213">
                <a:moveTo>
                  <a:pt x="247040" y="0"/>
                </a:moveTo>
                <a:lnTo>
                  <a:pt x="2922120" y="0"/>
                </a:lnTo>
                <a:cubicBezTo>
                  <a:pt x="3058556" y="0"/>
                  <a:pt x="3169160" y="110604"/>
                  <a:pt x="3169160" y="247040"/>
                </a:cubicBezTo>
                <a:lnTo>
                  <a:pt x="3169160" y="1235173"/>
                </a:lnTo>
                <a:cubicBezTo>
                  <a:pt x="3169160" y="1371609"/>
                  <a:pt x="3058556" y="1482213"/>
                  <a:pt x="2922120" y="1482213"/>
                </a:cubicBezTo>
                <a:lnTo>
                  <a:pt x="247040" y="1482213"/>
                </a:lnTo>
                <a:cubicBezTo>
                  <a:pt x="110604" y="1482213"/>
                  <a:pt x="0" y="1371609"/>
                  <a:pt x="0" y="1235173"/>
                </a:cubicBezTo>
                <a:lnTo>
                  <a:pt x="0" y="247040"/>
                </a:lnTo>
                <a:cubicBezTo>
                  <a:pt x="0" y="110604"/>
                  <a:pt x="110604" y="0"/>
                  <a:pt x="247040" y="0"/>
                </a:cubicBezTo>
                <a:close/>
              </a:path>
            </a:pathLst>
          </a:custGeom>
          <a:solidFill>
            <a:schemeClr val="bg1">
              <a:lumMod val="95000"/>
              <a:alpha val="25000"/>
            </a:schemeClr>
          </a:solidFill>
          <a:effectLst>
            <a:outerShdw blurRad="812800" dist="3302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33716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26" presetClass="emph" presetSubtype="0" fill="hold" grpId="1" nodeType="withEffect">
                                  <p:stCondLst>
                                    <p:cond delay="1000"/>
                                  </p:stCondLst>
                                  <p:childTnLst>
                                    <p:animEffect transition="out" filter="fade">
                                      <p:cBhvr>
                                        <p:cTn id="13" dur="500" tmFilter="0, 0; .2, .5; .8, .5; 1, 0"/>
                                        <p:tgtEl>
                                          <p:spTgt spid="2"/>
                                        </p:tgtEl>
                                      </p:cBhvr>
                                    </p:animEffect>
                                    <p:animScale>
                                      <p:cBhvr>
                                        <p:cTn id="14"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2" grpId="1" animBg="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6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65DB5A5-D2BA-491B-9365-48E0DAFA7AA5}"/>
              </a:ext>
            </a:extLst>
          </p:cNvPr>
          <p:cNvSpPr>
            <a:spLocks noGrp="1"/>
          </p:cNvSpPr>
          <p:nvPr>
            <p:ph type="pic" sz="quarter" idx="11" hasCustomPrompt="1"/>
          </p:nvPr>
        </p:nvSpPr>
        <p:spPr>
          <a:xfrm>
            <a:off x="1991032" y="1782801"/>
            <a:ext cx="2979174" cy="3292400"/>
          </a:xfrm>
          <a:custGeom>
            <a:avLst/>
            <a:gdLst>
              <a:gd name="connsiteX0" fmla="*/ 496539 w 2979174"/>
              <a:gd name="connsiteY0" fmla="*/ 0 h 3292400"/>
              <a:gd name="connsiteX1" fmla="*/ 2482635 w 2979174"/>
              <a:gd name="connsiteY1" fmla="*/ 0 h 3292400"/>
              <a:gd name="connsiteX2" fmla="*/ 2979174 w 2979174"/>
              <a:gd name="connsiteY2" fmla="*/ 496539 h 3292400"/>
              <a:gd name="connsiteX3" fmla="*/ 2979174 w 2979174"/>
              <a:gd name="connsiteY3" fmla="*/ 2795861 h 3292400"/>
              <a:gd name="connsiteX4" fmla="*/ 2482635 w 2979174"/>
              <a:gd name="connsiteY4" fmla="*/ 3292400 h 3292400"/>
              <a:gd name="connsiteX5" fmla="*/ 496539 w 2979174"/>
              <a:gd name="connsiteY5" fmla="*/ 3292400 h 3292400"/>
              <a:gd name="connsiteX6" fmla="*/ 0 w 2979174"/>
              <a:gd name="connsiteY6" fmla="*/ 2795861 h 3292400"/>
              <a:gd name="connsiteX7" fmla="*/ 0 w 2979174"/>
              <a:gd name="connsiteY7" fmla="*/ 496539 h 3292400"/>
              <a:gd name="connsiteX8" fmla="*/ 496539 w 2979174"/>
              <a:gd name="connsiteY8" fmla="*/ 0 h 32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9174" h="3292400">
                <a:moveTo>
                  <a:pt x="496539" y="0"/>
                </a:moveTo>
                <a:lnTo>
                  <a:pt x="2482635" y="0"/>
                </a:lnTo>
                <a:cubicBezTo>
                  <a:pt x="2756866" y="0"/>
                  <a:pt x="2979174" y="222308"/>
                  <a:pt x="2979174" y="496539"/>
                </a:cubicBezTo>
                <a:lnTo>
                  <a:pt x="2979174" y="2795861"/>
                </a:lnTo>
                <a:cubicBezTo>
                  <a:pt x="2979174" y="3070092"/>
                  <a:pt x="2756866" y="3292400"/>
                  <a:pt x="2482635" y="3292400"/>
                </a:cubicBezTo>
                <a:lnTo>
                  <a:pt x="496539" y="3292400"/>
                </a:lnTo>
                <a:cubicBezTo>
                  <a:pt x="222308" y="3292400"/>
                  <a:pt x="0" y="3070092"/>
                  <a:pt x="0" y="2795861"/>
                </a:cubicBezTo>
                <a:lnTo>
                  <a:pt x="0" y="496539"/>
                </a:lnTo>
                <a:cubicBezTo>
                  <a:pt x="0" y="222308"/>
                  <a:pt x="222308" y="0"/>
                  <a:pt x="496539" y="0"/>
                </a:cubicBezTo>
                <a:close/>
              </a:path>
            </a:pathLst>
          </a:custGeom>
          <a:solidFill>
            <a:schemeClr val="bg1">
              <a:lumMod val="95000"/>
              <a:alpha val="25000"/>
            </a:schemeClr>
          </a:solidFill>
          <a:ln w="114300">
            <a:solidFill>
              <a:schemeClr val="bg1"/>
            </a:solidFill>
          </a:ln>
          <a:effectLst>
            <a:outerShdw blurRad="1016000" dist="685800" dir="5400000" sx="88000" sy="88000" algn="t" rotWithShape="0">
              <a:prstClr val="black">
                <a:alpha val="19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 name="Rectángulo 1">
            <a:extLst>
              <a:ext uri="{FF2B5EF4-FFF2-40B4-BE49-F238E27FC236}">
                <a16:creationId xmlns:a16="http://schemas.microsoft.com/office/drawing/2014/main" id="{D4A2A002-2E9E-2488-046D-284EE42EA9BE}"/>
              </a:ext>
            </a:extLst>
          </p:cNvPr>
          <p:cNvSpPr/>
          <p:nvPr userDrawn="1"/>
        </p:nvSpPr>
        <p:spPr>
          <a:xfrm>
            <a:off x="77821" y="5817140"/>
            <a:ext cx="11537005" cy="7879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TextBox 9">
            <a:extLst>
              <a:ext uri="{FF2B5EF4-FFF2-40B4-BE49-F238E27FC236}">
                <a16:creationId xmlns:a16="http://schemas.microsoft.com/office/drawing/2014/main" id="{02B74960-0579-2D29-BAA4-4C66EB7D0AEE}"/>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pic>
        <p:nvPicPr>
          <p:cNvPr id="5" name="Imagen 4" descr="Logotipo&#10;&#10;El contenido generado por IA puede ser incorrecto.">
            <a:extLst>
              <a:ext uri="{FF2B5EF4-FFF2-40B4-BE49-F238E27FC236}">
                <a16:creationId xmlns:a16="http://schemas.microsoft.com/office/drawing/2014/main" id="{DD50A981-1F44-7841-9A57-2136C99C58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6" name="TextBox 7">
            <a:extLst>
              <a:ext uri="{FF2B5EF4-FFF2-40B4-BE49-F238E27FC236}">
                <a16:creationId xmlns:a16="http://schemas.microsoft.com/office/drawing/2014/main" id="{44AE0D6E-E41E-FC8D-31E3-F7E61868B815}"/>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60464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2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7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29FFCC15-C88A-4C22-BCB5-A5A5FF520111}"/>
              </a:ext>
            </a:extLst>
          </p:cNvPr>
          <p:cNvSpPr>
            <a:spLocks noGrp="1"/>
          </p:cNvSpPr>
          <p:nvPr>
            <p:ph type="pic" sz="quarter" idx="13" hasCustomPrompt="1"/>
          </p:nvPr>
        </p:nvSpPr>
        <p:spPr>
          <a:xfrm>
            <a:off x="4800602" y="2189311"/>
            <a:ext cx="2590799" cy="2782066"/>
          </a:xfrm>
          <a:prstGeom prst="roundRect">
            <a:avLst>
              <a:gd name="adj" fmla="val 11543"/>
            </a:avLst>
          </a:prstGeom>
          <a:noFill/>
          <a:effectLst>
            <a:outerShdw blurRad="863600" dist="5207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408CC1F1-D016-483F-937F-FE33BCB6BFF3}"/>
              </a:ext>
            </a:extLst>
          </p:cNvPr>
          <p:cNvSpPr>
            <a:spLocks noGrp="1"/>
          </p:cNvSpPr>
          <p:nvPr>
            <p:ph type="pic" sz="quarter" idx="14" hasCustomPrompt="1"/>
          </p:nvPr>
        </p:nvSpPr>
        <p:spPr>
          <a:xfrm>
            <a:off x="8079657" y="2189311"/>
            <a:ext cx="2590799" cy="2782066"/>
          </a:xfrm>
          <a:prstGeom prst="roundRect">
            <a:avLst>
              <a:gd name="adj" fmla="val 11543"/>
            </a:avLst>
          </a:prstGeom>
          <a:noFill/>
          <a:effectLst>
            <a:outerShdw blurRad="863600" dist="5207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103EDA27-4D59-4A54-B45A-2451E41A9726}"/>
              </a:ext>
            </a:extLst>
          </p:cNvPr>
          <p:cNvSpPr>
            <a:spLocks noGrp="1"/>
          </p:cNvSpPr>
          <p:nvPr>
            <p:ph type="pic" sz="quarter" idx="10" hasCustomPrompt="1"/>
          </p:nvPr>
        </p:nvSpPr>
        <p:spPr>
          <a:xfrm>
            <a:off x="1521543" y="2189311"/>
            <a:ext cx="2590799" cy="2782066"/>
          </a:xfrm>
          <a:prstGeom prst="roundRect">
            <a:avLst>
              <a:gd name="adj" fmla="val 11543"/>
            </a:avLst>
          </a:prstGeom>
          <a:noFill/>
          <a:effectLst>
            <a:outerShdw blurRad="863600" dist="5207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688046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750"/>
                                        <p:tgtEl>
                                          <p:spTgt spid="10"/>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7" grpId="0"/>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8_Title and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173ED80-B374-4419-8404-CD8A0778B5E9}"/>
              </a:ext>
            </a:extLst>
          </p:cNvPr>
          <p:cNvSpPr>
            <a:spLocks noGrp="1"/>
          </p:cNvSpPr>
          <p:nvPr>
            <p:ph type="pic" sz="quarter" idx="11" hasCustomPrompt="1"/>
          </p:nvPr>
        </p:nvSpPr>
        <p:spPr>
          <a:xfrm>
            <a:off x="4089673" y="2777021"/>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C3DC9800-5BAC-4E22-9DBE-6456DDB46E0D}"/>
              </a:ext>
            </a:extLst>
          </p:cNvPr>
          <p:cNvSpPr>
            <a:spLocks noGrp="1"/>
          </p:cNvSpPr>
          <p:nvPr>
            <p:ph type="pic" sz="quarter" idx="12" hasCustomPrompt="1"/>
          </p:nvPr>
        </p:nvSpPr>
        <p:spPr>
          <a:xfrm>
            <a:off x="6569789" y="2777021"/>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88D0AB14-C688-439C-B831-BD201034C73C}"/>
              </a:ext>
            </a:extLst>
          </p:cNvPr>
          <p:cNvSpPr>
            <a:spLocks noGrp="1"/>
          </p:cNvSpPr>
          <p:nvPr>
            <p:ph type="pic" sz="quarter" idx="13" hasCustomPrompt="1"/>
          </p:nvPr>
        </p:nvSpPr>
        <p:spPr>
          <a:xfrm>
            <a:off x="9049904" y="2010750"/>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29F9B94F-6A18-4B82-8197-85516EC89062}"/>
              </a:ext>
            </a:extLst>
          </p:cNvPr>
          <p:cNvSpPr>
            <a:spLocks noGrp="1"/>
          </p:cNvSpPr>
          <p:nvPr>
            <p:ph type="pic" sz="quarter" idx="10" hasCustomPrompt="1"/>
          </p:nvPr>
        </p:nvSpPr>
        <p:spPr>
          <a:xfrm>
            <a:off x="1609556" y="2010750"/>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98048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25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 calcmode="lin" valueType="num">
                                      <p:cBhvr>
                                        <p:cTn id="9" dur="500" fill="hold"/>
                                        <p:tgtEl>
                                          <p:spTgt spid="8"/>
                                        </p:tgtEl>
                                        <p:attrNameLst>
                                          <p:attrName>style.rotation</p:attrName>
                                        </p:attrNameLst>
                                      </p:cBhvr>
                                      <p:tavLst>
                                        <p:tav tm="0">
                                          <p:val>
                                            <p:fltVal val="360"/>
                                          </p:val>
                                        </p:tav>
                                        <p:tav tm="100000">
                                          <p:val>
                                            <p:fltVal val="0"/>
                                          </p:val>
                                        </p:tav>
                                      </p:tavLst>
                                    </p:anim>
                                    <p:animEffect transition="in" filter="fade">
                                      <p:cBhvr>
                                        <p:cTn id="10" dur="500"/>
                                        <p:tgtEl>
                                          <p:spTgt spid="8"/>
                                        </p:tgtEl>
                                      </p:cBhvr>
                                    </p:animEffect>
                                  </p:childTnLst>
                                </p:cTn>
                              </p:par>
                              <p:par>
                                <p:cTn id="11" presetID="49" presetClass="entr" presetSubtype="0" decel="100000" fill="hold" grpId="0" nodeType="withEffect">
                                  <p:stCondLst>
                                    <p:cond delay="50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 calcmode="lin" valueType="num">
                                      <p:cBhvr>
                                        <p:cTn id="15" dur="500" fill="hold"/>
                                        <p:tgtEl>
                                          <p:spTgt spid="9"/>
                                        </p:tgtEl>
                                        <p:attrNameLst>
                                          <p:attrName>style.rotation</p:attrName>
                                        </p:attrNameLst>
                                      </p:cBhvr>
                                      <p:tavLst>
                                        <p:tav tm="0">
                                          <p:val>
                                            <p:fltVal val="360"/>
                                          </p:val>
                                        </p:tav>
                                        <p:tav tm="100000">
                                          <p:val>
                                            <p:fltVal val="0"/>
                                          </p:val>
                                        </p:tav>
                                      </p:tavLst>
                                    </p:anim>
                                    <p:animEffect transition="in" filter="fade">
                                      <p:cBhvr>
                                        <p:cTn id="16" dur="500"/>
                                        <p:tgtEl>
                                          <p:spTgt spid="9"/>
                                        </p:tgtEl>
                                      </p:cBhvr>
                                    </p:animEffect>
                                  </p:childTnLst>
                                </p:cTn>
                              </p:par>
                              <p:par>
                                <p:cTn id="17" presetID="49" presetClass="entr" presetSubtype="0"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 calcmode="lin" valueType="num">
                                      <p:cBhvr>
                                        <p:cTn id="21" dur="500" fill="hold"/>
                                        <p:tgtEl>
                                          <p:spTgt spid="10"/>
                                        </p:tgtEl>
                                        <p:attrNameLst>
                                          <p:attrName>style.rotation</p:attrName>
                                        </p:attrNameLst>
                                      </p:cBhvr>
                                      <p:tavLst>
                                        <p:tav tm="0">
                                          <p:val>
                                            <p:fltVal val="360"/>
                                          </p:val>
                                        </p:tav>
                                        <p:tav tm="100000">
                                          <p:val>
                                            <p:fltVal val="0"/>
                                          </p:val>
                                        </p:tav>
                                      </p:tavLst>
                                    </p:anim>
                                    <p:animEffect transition="in" filter="fade">
                                      <p:cBhvr>
                                        <p:cTn id="22" dur="500"/>
                                        <p:tgtEl>
                                          <p:spTgt spid="10"/>
                                        </p:tgtEl>
                                      </p:cBhvr>
                                    </p:animEffect>
                                  </p:childTnLst>
                                </p:cTn>
                              </p:par>
                              <p:par>
                                <p:cTn id="23" presetID="49" presetClass="entr" presetSubtype="0" decel="100000" fill="hold" grpId="0" nodeType="withEffect">
                                  <p:stCondLst>
                                    <p:cond delay="100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 calcmode="lin" valueType="num">
                                      <p:cBhvr>
                                        <p:cTn id="27" dur="500" fill="hold"/>
                                        <p:tgtEl>
                                          <p:spTgt spid="11"/>
                                        </p:tgtEl>
                                        <p:attrNameLst>
                                          <p:attrName>style.rotation</p:attrName>
                                        </p:attrNameLst>
                                      </p:cBhvr>
                                      <p:tavLst>
                                        <p:tav tm="0">
                                          <p:val>
                                            <p:fltVal val="360"/>
                                          </p:val>
                                        </p:tav>
                                        <p:tav tm="100000">
                                          <p:val>
                                            <p:fltVal val="0"/>
                                          </p:val>
                                        </p:tav>
                                      </p:tavLst>
                                    </p:anim>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8" grpId="0" animBg="1"/>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9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C131B47-FF61-4D00-ADA3-3AD669CDA862}"/>
              </a:ext>
            </a:extLst>
          </p:cNvPr>
          <p:cNvSpPr>
            <a:spLocks noGrp="1"/>
          </p:cNvSpPr>
          <p:nvPr>
            <p:ph type="pic" sz="quarter" idx="10" hasCustomPrompt="1"/>
          </p:nvPr>
        </p:nvSpPr>
        <p:spPr>
          <a:xfrm>
            <a:off x="7093975" y="800477"/>
            <a:ext cx="3809780" cy="3809780"/>
          </a:xfrm>
          <a:custGeom>
            <a:avLst/>
            <a:gdLst>
              <a:gd name="connsiteX0" fmla="*/ 1904890 w 3809780"/>
              <a:gd name="connsiteY0" fmla="*/ 0 h 3809780"/>
              <a:gd name="connsiteX1" fmla="*/ 3809780 w 3809780"/>
              <a:gd name="connsiteY1" fmla="*/ 1904890 h 3809780"/>
              <a:gd name="connsiteX2" fmla="*/ 1904890 w 3809780"/>
              <a:gd name="connsiteY2" fmla="*/ 3809780 h 3809780"/>
              <a:gd name="connsiteX3" fmla="*/ 0 w 3809780"/>
              <a:gd name="connsiteY3" fmla="*/ 1904890 h 3809780"/>
              <a:gd name="connsiteX4" fmla="*/ 1904890 w 3809780"/>
              <a:gd name="connsiteY4" fmla="*/ 0 h 3809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9780" h="3809780">
                <a:moveTo>
                  <a:pt x="1904890" y="0"/>
                </a:moveTo>
                <a:cubicBezTo>
                  <a:pt x="2956932" y="0"/>
                  <a:pt x="3809780" y="852848"/>
                  <a:pt x="3809780" y="1904890"/>
                </a:cubicBezTo>
                <a:cubicBezTo>
                  <a:pt x="3809780" y="2956932"/>
                  <a:pt x="2956932" y="3809780"/>
                  <a:pt x="1904890" y="3809780"/>
                </a:cubicBezTo>
                <a:cubicBezTo>
                  <a:pt x="852848" y="3809780"/>
                  <a:pt x="0" y="2956932"/>
                  <a:pt x="0" y="1904890"/>
                </a:cubicBezTo>
                <a:cubicBezTo>
                  <a:pt x="0" y="852848"/>
                  <a:pt x="852848" y="0"/>
                  <a:pt x="1904890"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4B5F07A4-0776-45FA-A845-0E5A900A4D20}"/>
              </a:ext>
            </a:extLst>
          </p:cNvPr>
          <p:cNvSpPr>
            <a:spLocks noGrp="1"/>
          </p:cNvSpPr>
          <p:nvPr>
            <p:ph type="pic" sz="quarter" idx="11" hasCustomPrompt="1"/>
          </p:nvPr>
        </p:nvSpPr>
        <p:spPr>
          <a:xfrm>
            <a:off x="8008042" y="3331310"/>
            <a:ext cx="2726214" cy="2726214"/>
          </a:xfrm>
          <a:custGeom>
            <a:avLst/>
            <a:gdLst>
              <a:gd name="connsiteX0" fmla="*/ 1363107 w 2726214"/>
              <a:gd name="connsiteY0" fmla="*/ 0 h 2726214"/>
              <a:gd name="connsiteX1" fmla="*/ 2726214 w 2726214"/>
              <a:gd name="connsiteY1" fmla="*/ 1363107 h 2726214"/>
              <a:gd name="connsiteX2" fmla="*/ 1363107 w 2726214"/>
              <a:gd name="connsiteY2" fmla="*/ 2726214 h 2726214"/>
              <a:gd name="connsiteX3" fmla="*/ 0 w 2726214"/>
              <a:gd name="connsiteY3" fmla="*/ 1363107 h 2726214"/>
              <a:gd name="connsiteX4" fmla="*/ 1363107 w 2726214"/>
              <a:gd name="connsiteY4" fmla="*/ 0 h 2726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6214" h="2726214">
                <a:moveTo>
                  <a:pt x="1363107" y="0"/>
                </a:moveTo>
                <a:cubicBezTo>
                  <a:pt x="2115930" y="0"/>
                  <a:pt x="2726214" y="610284"/>
                  <a:pt x="2726214" y="1363107"/>
                </a:cubicBezTo>
                <a:cubicBezTo>
                  <a:pt x="2726214" y="2115930"/>
                  <a:pt x="2115930" y="2726214"/>
                  <a:pt x="1363107" y="2726214"/>
                </a:cubicBezTo>
                <a:cubicBezTo>
                  <a:pt x="610284" y="2726214"/>
                  <a:pt x="0" y="2115930"/>
                  <a:pt x="0" y="1363107"/>
                </a:cubicBezTo>
                <a:cubicBezTo>
                  <a:pt x="0" y="610284"/>
                  <a:pt x="610284" y="0"/>
                  <a:pt x="1363107"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Picture Placeholder 13">
            <a:extLst>
              <a:ext uri="{FF2B5EF4-FFF2-40B4-BE49-F238E27FC236}">
                <a16:creationId xmlns:a16="http://schemas.microsoft.com/office/drawing/2014/main" id="{7DAD8A09-4230-4688-8CA9-58CF4ED8E303}"/>
              </a:ext>
            </a:extLst>
          </p:cNvPr>
          <p:cNvSpPr>
            <a:spLocks noGrp="1"/>
          </p:cNvSpPr>
          <p:nvPr>
            <p:ph type="pic" sz="quarter" idx="12" hasCustomPrompt="1"/>
          </p:nvPr>
        </p:nvSpPr>
        <p:spPr>
          <a:xfrm>
            <a:off x="6377050" y="2927973"/>
            <a:ext cx="2011680" cy="2011680"/>
          </a:xfrm>
          <a:custGeom>
            <a:avLst/>
            <a:gdLst>
              <a:gd name="connsiteX0" fmla="*/ 1005840 w 2011680"/>
              <a:gd name="connsiteY0" fmla="*/ 0 h 2011680"/>
              <a:gd name="connsiteX1" fmla="*/ 2011680 w 2011680"/>
              <a:gd name="connsiteY1" fmla="*/ 1005840 h 2011680"/>
              <a:gd name="connsiteX2" fmla="*/ 1005840 w 2011680"/>
              <a:gd name="connsiteY2" fmla="*/ 2011680 h 2011680"/>
              <a:gd name="connsiteX3" fmla="*/ 0 w 2011680"/>
              <a:gd name="connsiteY3" fmla="*/ 1005840 h 2011680"/>
              <a:gd name="connsiteX4" fmla="*/ 1005840 w 2011680"/>
              <a:gd name="connsiteY4" fmla="*/ 0 h 201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1680" h="2011680">
                <a:moveTo>
                  <a:pt x="1005840" y="0"/>
                </a:moveTo>
                <a:cubicBezTo>
                  <a:pt x="1561350" y="0"/>
                  <a:pt x="2011680" y="450330"/>
                  <a:pt x="2011680" y="1005840"/>
                </a:cubicBezTo>
                <a:cubicBezTo>
                  <a:pt x="2011680" y="1561350"/>
                  <a:pt x="1561350" y="2011680"/>
                  <a:pt x="1005840" y="2011680"/>
                </a:cubicBezTo>
                <a:cubicBezTo>
                  <a:pt x="450330" y="2011680"/>
                  <a:pt x="0" y="1561350"/>
                  <a:pt x="0" y="1005840"/>
                </a:cubicBezTo>
                <a:cubicBezTo>
                  <a:pt x="0" y="450330"/>
                  <a:pt x="450330" y="0"/>
                  <a:pt x="1005840"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7" name="Picture Placeholder 16">
            <a:extLst>
              <a:ext uri="{FF2B5EF4-FFF2-40B4-BE49-F238E27FC236}">
                <a16:creationId xmlns:a16="http://schemas.microsoft.com/office/drawing/2014/main" id="{796EFDEC-7C6F-49CC-8632-AA9A0C2AB9FC}"/>
              </a:ext>
            </a:extLst>
          </p:cNvPr>
          <p:cNvSpPr>
            <a:spLocks noGrp="1"/>
          </p:cNvSpPr>
          <p:nvPr>
            <p:ph type="pic" sz="quarter" idx="13" hasCustomPrompt="1"/>
          </p:nvPr>
        </p:nvSpPr>
        <p:spPr>
          <a:xfrm>
            <a:off x="5655620" y="3788670"/>
            <a:ext cx="1430446" cy="1430446"/>
          </a:xfrm>
          <a:custGeom>
            <a:avLst/>
            <a:gdLst>
              <a:gd name="connsiteX0" fmla="*/ 715223 w 1430446"/>
              <a:gd name="connsiteY0" fmla="*/ 0 h 1430446"/>
              <a:gd name="connsiteX1" fmla="*/ 1430446 w 1430446"/>
              <a:gd name="connsiteY1" fmla="*/ 715223 h 1430446"/>
              <a:gd name="connsiteX2" fmla="*/ 715223 w 1430446"/>
              <a:gd name="connsiteY2" fmla="*/ 1430446 h 1430446"/>
              <a:gd name="connsiteX3" fmla="*/ 0 w 1430446"/>
              <a:gd name="connsiteY3" fmla="*/ 715223 h 1430446"/>
              <a:gd name="connsiteX4" fmla="*/ 715223 w 1430446"/>
              <a:gd name="connsiteY4" fmla="*/ 0 h 14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46" h="1430446">
                <a:moveTo>
                  <a:pt x="715223" y="0"/>
                </a:moveTo>
                <a:cubicBezTo>
                  <a:pt x="1110230" y="0"/>
                  <a:pt x="1430446" y="320216"/>
                  <a:pt x="1430446" y="715223"/>
                </a:cubicBezTo>
                <a:cubicBezTo>
                  <a:pt x="1430446" y="1110230"/>
                  <a:pt x="1110230" y="1430446"/>
                  <a:pt x="715223" y="1430446"/>
                </a:cubicBezTo>
                <a:cubicBezTo>
                  <a:pt x="320216" y="1430446"/>
                  <a:pt x="0" y="1110230"/>
                  <a:pt x="0" y="715223"/>
                </a:cubicBezTo>
                <a:cubicBezTo>
                  <a:pt x="0" y="320216"/>
                  <a:pt x="320216" y="0"/>
                  <a:pt x="715223"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61849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750" fill="hold"/>
                                        <p:tgtEl>
                                          <p:spTgt spid="17"/>
                                        </p:tgtEl>
                                        <p:attrNameLst>
                                          <p:attrName>ppt_w</p:attrName>
                                        </p:attrNameLst>
                                      </p:cBhvr>
                                      <p:tavLst>
                                        <p:tav tm="0">
                                          <p:val>
                                            <p:fltVal val="0"/>
                                          </p:val>
                                        </p:tav>
                                        <p:tav tm="100000">
                                          <p:val>
                                            <p:strVal val="#ppt_w"/>
                                          </p:val>
                                        </p:tav>
                                      </p:tavLst>
                                    </p:anim>
                                    <p:anim calcmode="lin" valueType="num">
                                      <p:cBhvr>
                                        <p:cTn id="8" dur="750" fill="hold"/>
                                        <p:tgtEl>
                                          <p:spTgt spid="17"/>
                                        </p:tgtEl>
                                        <p:attrNameLst>
                                          <p:attrName>ppt_h</p:attrName>
                                        </p:attrNameLst>
                                      </p:cBhvr>
                                      <p:tavLst>
                                        <p:tav tm="0">
                                          <p:val>
                                            <p:fltVal val="0"/>
                                          </p:val>
                                        </p:tav>
                                        <p:tav tm="100000">
                                          <p:val>
                                            <p:strVal val="#ppt_h"/>
                                          </p:val>
                                        </p:tav>
                                      </p:tavLst>
                                    </p:anim>
                                    <p:anim calcmode="lin" valueType="num">
                                      <p:cBhvr>
                                        <p:cTn id="9" dur="750" fill="hold"/>
                                        <p:tgtEl>
                                          <p:spTgt spid="17"/>
                                        </p:tgtEl>
                                        <p:attrNameLst>
                                          <p:attrName>style.rotation</p:attrName>
                                        </p:attrNameLst>
                                      </p:cBhvr>
                                      <p:tavLst>
                                        <p:tav tm="0">
                                          <p:val>
                                            <p:fltVal val="360"/>
                                          </p:val>
                                        </p:tav>
                                        <p:tav tm="100000">
                                          <p:val>
                                            <p:fltVal val="0"/>
                                          </p:val>
                                        </p:tav>
                                      </p:tavLst>
                                    </p:anim>
                                    <p:animEffect transition="in" filter="fade">
                                      <p:cBhvr>
                                        <p:cTn id="10" dur="750"/>
                                        <p:tgtEl>
                                          <p:spTgt spid="17"/>
                                        </p:tgtEl>
                                      </p:cBhvr>
                                    </p:animEffect>
                                  </p:childTnLst>
                                </p:cTn>
                              </p:par>
                              <p:par>
                                <p:cTn id="11" presetID="49" presetClass="entr" presetSubtype="0" decel="10000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 calcmode="lin" valueType="num">
                                      <p:cBhvr>
                                        <p:cTn id="13" dur="750" fill="hold"/>
                                        <p:tgtEl>
                                          <p:spTgt spid="14"/>
                                        </p:tgtEl>
                                        <p:attrNameLst>
                                          <p:attrName>ppt_w</p:attrName>
                                        </p:attrNameLst>
                                      </p:cBhvr>
                                      <p:tavLst>
                                        <p:tav tm="0">
                                          <p:val>
                                            <p:fltVal val="0"/>
                                          </p:val>
                                        </p:tav>
                                        <p:tav tm="100000">
                                          <p:val>
                                            <p:strVal val="#ppt_w"/>
                                          </p:val>
                                        </p:tav>
                                      </p:tavLst>
                                    </p:anim>
                                    <p:anim calcmode="lin" valueType="num">
                                      <p:cBhvr>
                                        <p:cTn id="14" dur="750" fill="hold"/>
                                        <p:tgtEl>
                                          <p:spTgt spid="14"/>
                                        </p:tgtEl>
                                        <p:attrNameLst>
                                          <p:attrName>ppt_h</p:attrName>
                                        </p:attrNameLst>
                                      </p:cBhvr>
                                      <p:tavLst>
                                        <p:tav tm="0">
                                          <p:val>
                                            <p:fltVal val="0"/>
                                          </p:val>
                                        </p:tav>
                                        <p:tav tm="100000">
                                          <p:val>
                                            <p:strVal val="#ppt_h"/>
                                          </p:val>
                                        </p:tav>
                                      </p:tavLst>
                                    </p:anim>
                                    <p:anim calcmode="lin" valueType="num">
                                      <p:cBhvr>
                                        <p:cTn id="15" dur="750" fill="hold"/>
                                        <p:tgtEl>
                                          <p:spTgt spid="14"/>
                                        </p:tgtEl>
                                        <p:attrNameLst>
                                          <p:attrName>style.rotation</p:attrName>
                                        </p:attrNameLst>
                                      </p:cBhvr>
                                      <p:tavLst>
                                        <p:tav tm="0">
                                          <p:val>
                                            <p:fltVal val="360"/>
                                          </p:val>
                                        </p:tav>
                                        <p:tav tm="100000">
                                          <p:val>
                                            <p:fltVal val="0"/>
                                          </p:val>
                                        </p:tav>
                                      </p:tavLst>
                                    </p:anim>
                                    <p:animEffect transition="in" filter="fade">
                                      <p:cBhvr>
                                        <p:cTn id="16" dur="750"/>
                                        <p:tgtEl>
                                          <p:spTgt spid="14"/>
                                        </p:tgtEl>
                                      </p:cBhvr>
                                    </p:animEffect>
                                  </p:childTnLst>
                                </p:cTn>
                              </p:par>
                              <p:par>
                                <p:cTn id="17" presetID="49" presetClass="entr" presetSubtype="0" decel="100000" fill="hold" grpId="0" nodeType="withEffect">
                                  <p:stCondLst>
                                    <p:cond delay="500"/>
                                  </p:stCondLst>
                                  <p:childTnLst>
                                    <p:set>
                                      <p:cBhvr>
                                        <p:cTn id="18" dur="1" fill="hold">
                                          <p:stCondLst>
                                            <p:cond delay="0"/>
                                          </p:stCondLst>
                                        </p:cTn>
                                        <p:tgtEl>
                                          <p:spTgt spid="11"/>
                                        </p:tgtEl>
                                        <p:attrNameLst>
                                          <p:attrName>style.visibility</p:attrName>
                                        </p:attrNameLst>
                                      </p:cBhvr>
                                      <p:to>
                                        <p:strVal val="visible"/>
                                      </p:to>
                                    </p:set>
                                    <p:anim calcmode="lin" valueType="num">
                                      <p:cBhvr>
                                        <p:cTn id="19" dur="750" fill="hold"/>
                                        <p:tgtEl>
                                          <p:spTgt spid="11"/>
                                        </p:tgtEl>
                                        <p:attrNameLst>
                                          <p:attrName>ppt_w</p:attrName>
                                        </p:attrNameLst>
                                      </p:cBhvr>
                                      <p:tavLst>
                                        <p:tav tm="0">
                                          <p:val>
                                            <p:fltVal val="0"/>
                                          </p:val>
                                        </p:tav>
                                        <p:tav tm="100000">
                                          <p:val>
                                            <p:strVal val="#ppt_w"/>
                                          </p:val>
                                        </p:tav>
                                      </p:tavLst>
                                    </p:anim>
                                    <p:anim calcmode="lin" valueType="num">
                                      <p:cBhvr>
                                        <p:cTn id="20" dur="750" fill="hold"/>
                                        <p:tgtEl>
                                          <p:spTgt spid="11"/>
                                        </p:tgtEl>
                                        <p:attrNameLst>
                                          <p:attrName>ppt_h</p:attrName>
                                        </p:attrNameLst>
                                      </p:cBhvr>
                                      <p:tavLst>
                                        <p:tav tm="0">
                                          <p:val>
                                            <p:fltVal val="0"/>
                                          </p:val>
                                        </p:tav>
                                        <p:tav tm="100000">
                                          <p:val>
                                            <p:strVal val="#ppt_h"/>
                                          </p:val>
                                        </p:tav>
                                      </p:tavLst>
                                    </p:anim>
                                    <p:anim calcmode="lin" valueType="num">
                                      <p:cBhvr>
                                        <p:cTn id="21" dur="750" fill="hold"/>
                                        <p:tgtEl>
                                          <p:spTgt spid="11"/>
                                        </p:tgtEl>
                                        <p:attrNameLst>
                                          <p:attrName>style.rotation</p:attrName>
                                        </p:attrNameLst>
                                      </p:cBhvr>
                                      <p:tavLst>
                                        <p:tav tm="0">
                                          <p:val>
                                            <p:fltVal val="360"/>
                                          </p:val>
                                        </p:tav>
                                        <p:tav tm="100000">
                                          <p:val>
                                            <p:fltVal val="0"/>
                                          </p:val>
                                        </p:tav>
                                      </p:tavLst>
                                    </p:anim>
                                    <p:animEffect transition="in" filter="fade">
                                      <p:cBhvr>
                                        <p:cTn id="22" dur="750"/>
                                        <p:tgtEl>
                                          <p:spTgt spid="11"/>
                                        </p:tgtEl>
                                      </p:cBhvr>
                                    </p:animEffect>
                                  </p:childTnLst>
                                </p:cTn>
                              </p:par>
                              <p:par>
                                <p:cTn id="23" presetID="49" presetClass="entr" presetSubtype="0" decel="100000" fill="hold" grpId="0" nodeType="withEffect">
                                  <p:stCondLst>
                                    <p:cond delay="50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360"/>
                                          </p:val>
                                        </p:tav>
                                        <p:tav tm="100000">
                                          <p:val>
                                            <p:fltVal val="0"/>
                                          </p:val>
                                        </p:tav>
                                      </p:tavLst>
                                    </p:anim>
                                    <p:animEffect transition="in" filter="fade">
                                      <p:cBhvr>
                                        <p:cTn id="2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7" grpId="0" animBg="1"/>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0_Title and Content">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F598A733-FD9B-4714-9169-6B85CF599B9F}"/>
              </a:ext>
            </a:extLst>
          </p:cNvPr>
          <p:cNvSpPr>
            <a:spLocks noGrp="1"/>
          </p:cNvSpPr>
          <p:nvPr>
            <p:ph type="pic" sz="quarter" idx="11" hasCustomPrompt="1"/>
          </p:nvPr>
        </p:nvSpPr>
        <p:spPr>
          <a:xfrm>
            <a:off x="4357072" y="2222123"/>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3" name="Picture Placeholder 12">
            <a:extLst>
              <a:ext uri="{FF2B5EF4-FFF2-40B4-BE49-F238E27FC236}">
                <a16:creationId xmlns:a16="http://schemas.microsoft.com/office/drawing/2014/main" id="{32FE5C27-34FF-4758-91B5-9A4F63C50CFE}"/>
              </a:ext>
            </a:extLst>
          </p:cNvPr>
          <p:cNvSpPr>
            <a:spLocks noGrp="1"/>
          </p:cNvSpPr>
          <p:nvPr>
            <p:ph type="pic" sz="quarter" idx="12" hasCustomPrompt="1"/>
          </p:nvPr>
        </p:nvSpPr>
        <p:spPr>
          <a:xfrm>
            <a:off x="7238004" y="2222123"/>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Picture Placeholder 13">
            <a:extLst>
              <a:ext uri="{FF2B5EF4-FFF2-40B4-BE49-F238E27FC236}">
                <a16:creationId xmlns:a16="http://schemas.microsoft.com/office/drawing/2014/main" id="{9F3E7F81-C528-400C-BF99-A219419A9612}"/>
              </a:ext>
            </a:extLst>
          </p:cNvPr>
          <p:cNvSpPr>
            <a:spLocks noGrp="1"/>
          </p:cNvSpPr>
          <p:nvPr>
            <p:ph type="pic" sz="quarter" idx="13" hasCustomPrompt="1"/>
          </p:nvPr>
        </p:nvSpPr>
        <p:spPr>
          <a:xfrm>
            <a:off x="5173638" y="4292035"/>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5" name="Picture Placeholder 14">
            <a:extLst>
              <a:ext uri="{FF2B5EF4-FFF2-40B4-BE49-F238E27FC236}">
                <a16:creationId xmlns:a16="http://schemas.microsoft.com/office/drawing/2014/main" id="{C5E0642B-57C5-40B1-B690-FEE96400ADE4}"/>
              </a:ext>
            </a:extLst>
          </p:cNvPr>
          <p:cNvSpPr>
            <a:spLocks noGrp="1"/>
          </p:cNvSpPr>
          <p:nvPr>
            <p:ph type="pic" sz="quarter" idx="14" hasCustomPrompt="1"/>
          </p:nvPr>
        </p:nvSpPr>
        <p:spPr>
          <a:xfrm>
            <a:off x="8054570" y="4292035"/>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6" name="Picture Placeholder 15">
            <a:extLst>
              <a:ext uri="{FF2B5EF4-FFF2-40B4-BE49-F238E27FC236}">
                <a16:creationId xmlns:a16="http://schemas.microsoft.com/office/drawing/2014/main" id="{10308F0C-C637-4C1A-82ED-6C8B0997EC1C}"/>
              </a:ext>
            </a:extLst>
          </p:cNvPr>
          <p:cNvSpPr>
            <a:spLocks noGrp="1"/>
          </p:cNvSpPr>
          <p:nvPr>
            <p:ph type="pic" sz="quarter" idx="15" hasCustomPrompt="1"/>
          </p:nvPr>
        </p:nvSpPr>
        <p:spPr>
          <a:xfrm>
            <a:off x="10935502" y="4292035"/>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7AD54F54-1E21-48FB-855F-3C1CBF97EB45}"/>
              </a:ext>
            </a:extLst>
          </p:cNvPr>
          <p:cNvSpPr>
            <a:spLocks noGrp="1"/>
          </p:cNvSpPr>
          <p:nvPr>
            <p:ph type="pic" sz="quarter" idx="10" hasCustomPrompt="1"/>
          </p:nvPr>
        </p:nvSpPr>
        <p:spPr>
          <a:xfrm>
            <a:off x="1092200" y="1954697"/>
            <a:ext cx="2896936" cy="2017806"/>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1270000" dist="647700" dir="5400000" sx="93000" sy="93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26020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1+#ppt_w/2"/>
                                          </p:val>
                                        </p:tav>
                                        <p:tav tm="100000">
                                          <p:val>
                                            <p:strVal val="#ppt_x"/>
                                          </p:val>
                                        </p:tav>
                                      </p:tavLst>
                                    </p:anim>
                                    <p:anim calcmode="lin" valueType="num">
                                      <p:cBhvr additive="base">
                                        <p:cTn id="8" dur="10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000" fill="hold"/>
                                        <p:tgtEl>
                                          <p:spTgt spid="12"/>
                                        </p:tgtEl>
                                        <p:attrNameLst>
                                          <p:attrName>ppt_x</p:attrName>
                                        </p:attrNameLst>
                                      </p:cBhvr>
                                      <p:tavLst>
                                        <p:tav tm="0">
                                          <p:val>
                                            <p:strVal val="1+#ppt_w/2"/>
                                          </p:val>
                                        </p:tav>
                                        <p:tav tm="100000">
                                          <p:val>
                                            <p:strVal val="#ppt_x"/>
                                          </p:val>
                                        </p:tav>
                                      </p:tavLst>
                                    </p:anim>
                                    <p:anim calcmode="lin" valueType="num">
                                      <p:cBhvr additive="base">
                                        <p:cTn id="12" dur="10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5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000" fill="hold"/>
                                        <p:tgtEl>
                                          <p:spTgt spid="13"/>
                                        </p:tgtEl>
                                        <p:attrNameLst>
                                          <p:attrName>ppt_x</p:attrName>
                                        </p:attrNameLst>
                                      </p:cBhvr>
                                      <p:tavLst>
                                        <p:tav tm="0">
                                          <p:val>
                                            <p:strVal val="1+#ppt_w/2"/>
                                          </p:val>
                                        </p:tav>
                                        <p:tav tm="100000">
                                          <p:val>
                                            <p:strVal val="#ppt_x"/>
                                          </p:val>
                                        </p:tav>
                                      </p:tavLst>
                                    </p:anim>
                                    <p:anim calcmode="lin" valueType="num">
                                      <p:cBhvr additive="base">
                                        <p:cTn id="16" dur="10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75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000" fill="hold"/>
                                        <p:tgtEl>
                                          <p:spTgt spid="14"/>
                                        </p:tgtEl>
                                        <p:attrNameLst>
                                          <p:attrName>ppt_x</p:attrName>
                                        </p:attrNameLst>
                                      </p:cBhvr>
                                      <p:tavLst>
                                        <p:tav tm="0">
                                          <p:val>
                                            <p:strVal val="1+#ppt_w/2"/>
                                          </p:val>
                                        </p:tav>
                                        <p:tav tm="100000">
                                          <p:val>
                                            <p:strVal val="#ppt_x"/>
                                          </p:val>
                                        </p:tav>
                                      </p:tavLst>
                                    </p:anim>
                                    <p:anim calcmode="lin" valueType="num">
                                      <p:cBhvr additive="base">
                                        <p:cTn id="20" dur="10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10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1000" fill="hold"/>
                                        <p:tgtEl>
                                          <p:spTgt spid="15"/>
                                        </p:tgtEl>
                                        <p:attrNameLst>
                                          <p:attrName>ppt_x</p:attrName>
                                        </p:attrNameLst>
                                      </p:cBhvr>
                                      <p:tavLst>
                                        <p:tav tm="0">
                                          <p:val>
                                            <p:strVal val="1+#ppt_w/2"/>
                                          </p:val>
                                        </p:tav>
                                        <p:tav tm="100000">
                                          <p:val>
                                            <p:strVal val="#ppt_x"/>
                                          </p:val>
                                        </p:tav>
                                      </p:tavLst>
                                    </p:anim>
                                    <p:anim calcmode="lin" valueType="num">
                                      <p:cBhvr additive="base">
                                        <p:cTn id="24" dur="100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1000" fill="hold"/>
                                        <p:tgtEl>
                                          <p:spTgt spid="16"/>
                                        </p:tgtEl>
                                        <p:attrNameLst>
                                          <p:attrName>ppt_x</p:attrName>
                                        </p:attrNameLst>
                                      </p:cBhvr>
                                      <p:tavLst>
                                        <p:tav tm="0">
                                          <p:val>
                                            <p:strVal val="1+#ppt_w/2"/>
                                          </p:val>
                                        </p:tav>
                                        <p:tav tm="100000">
                                          <p:val>
                                            <p:strVal val="#ppt_x"/>
                                          </p:val>
                                        </p:tav>
                                      </p:tavLst>
                                    </p:anim>
                                    <p:anim calcmode="lin" valueType="num">
                                      <p:cBhvr additive="base">
                                        <p:cTn id="28" dur="10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1" grpId="0" animBg="1"/>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2_Title and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00A3230-AFE8-42D2-94F1-6507B02F9790}"/>
              </a:ext>
            </a:extLst>
          </p:cNvPr>
          <p:cNvSpPr>
            <a:spLocks noGrp="1"/>
          </p:cNvSpPr>
          <p:nvPr>
            <p:ph type="pic" sz="quarter" idx="11" hasCustomPrompt="1"/>
          </p:nvPr>
        </p:nvSpPr>
        <p:spPr>
          <a:xfrm>
            <a:off x="2322860" y="3626821"/>
            <a:ext cx="1461740" cy="983151"/>
          </a:xfrm>
          <a:custGeom>
            <a:avLst/>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a:schemeClr val="bg1">
              <a:lumMod val="95000"/>
              <a:alpha val="25000"/>
            </a:schemeClr>
          </a:solidFill>
          <a:effectLst>
            <a:outerShdw blurRad="444500" dist="2159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401FFF2C-5A6C-46B4-BC02-BB34895F1A45}"/>
              </a:ext>
            </a:extLst>
          </p:cNvPr>
          <p:cNvSpPr>
            <a:spLocks noGrp="1"/>
          </p:cNvSpPr>
          <p:nvPr>
            <p:ph type="pic" sz="quarter" idx="12" hasCustomPrompt="1"/>
          </p:nvPr>
        </p:nvSpPr>
        <p:spPr>
          <a:xfrm>
            <a:off x="2322860" y="5005614"/>
            <a:ext cx="1461740" cy="983151"/>
          </a:xfrm>
          <a:custGeom>
            <a:avLst/>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a:schemeClr val="bg1">
              <a:lumMod val="95000"/>
              <a:alpha val="25000"/>
            </a:schemeClr>
          </a:solidFill>
          <a:effectLst>
            <a:outerShdw blurRad="444500" dist="2159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C235FA3E-BD9C-42B8-92A9-CE7DEE441DEC}"/>
              </a:ext>
            </a:extLst>
          </p:cNvPr>
          <p:cNvSpPr>
            <a:spLocks noGrp="1"/>
          </p:cNvSpPr>
          <p:nvPr>
            <p:ph type="pic" sz="quarter" idx="10" hasCustomPrompt="1"/>
          </p:nvPr>
        </p:nvSpPr>
        <p:spPr>
          <a:xfrm>
            <a:off x="2322860" y="2248029"/>
            <a:ext cx="1461740" cy="983151"/>
          </a:xfrm>
          <a:custGeom>
            <a:avLst/>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a:schemeClr val="bg1">
              <a:lumMod val="95000"/>
              <a:alpha val="25000"/>
            </a:schemeClr>
          </a:solidFill>
          <a:effectLst>
            <a:outerShdw blurRad="444500" dist="2159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10339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125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150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8" grpId="0" animBg="1"/>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4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A6611AC-C718-4783-AF01-EB5015685BF1}"/>
              </a:ext>
            </a:extLst>
          </p:cNvPr>
          <p:cNvSpPr>
            <a:spLocks noGrp="1"/>
          </p:cNvSpPr>
          <p:nvPr>
            <p:ph type="pic" sz="quarter" idx="10" hasCustomPrompt="1"/>
          </p:nvPr>
        </p:nvSpPr>
        <p:spPr>
          <a:xfrm>
            <a:off x="1092199" y="1278230"/>
            <a:ext cx="4826125" cy="4687532"/>
          </a:xfrm>
          <a:custGeom>
            <a:avLst/>
            <a:gdLst>
              <a:gd name="connsiteX0" fmla="*/ 2134521 w 4826125"/>
              <a:gd name="connsiteY0" fmla="*/ 505 h 4687532"/>
              <a:gd name="connsiteX1" fmla="*/ 3671495 w 4826125"/>
              <a:gd name="connsiteY1" fmla="*/ 412106 h 4687532"/>
              <a:gd name="connsiteX2" fmla="*/ 4518791 w 4826125"/>
              <a:gd name="connsiteY2" fmla="*/ 3941828 h 4687532"/>
              <a:gd name="connsiteX3" fmla="*/ 2800106 w 4826125"/>
              <a:gd name="connsiteY3" fmla="*/ 4391577 h 4687532"/>
              <a:gd name="connsiteX4" fmla="*/ 2189733 w 4826125"/>
              <a:gd name="connsiteY4" fmla="*/ 3082487 h 4687532"/>
              <a:gd name="connsiteX5" fmla="*/ 888680 w 4826125"/>
              <a:gd name="connsiteY5" fmla="*/ 2990130 h 4687532"/>
              <a:gd name="connsiteX6" fmla="*/ 9259 w 4826125"/>
              <a:gd name="connsiteY6" fmla="*/ 1809540 h 4687532"/>
              <a:gd name="connsiteX7" fmla="*/ 856551 w 4826125"/>
              <a:gd name="connsiteY7" fmla="*/ 311714 h 4687532"/>
              <a:gd name="connsiteX8" fmla="*/ 2134521 w 4826125"/>
              <a:gd name="connsiteY8" fmla="*/ 505 h 4687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6125" h="4687532">
                <a:moveTo>
                  <a:pt x="2134521" y="505"/>
                </a:moveTo>
                <a:cubicBezTo>
                  <a:pt x="2627438" y="-8530"/>
                  <a:pt x="3163522" y="102904"/>
                  <a:pt x="3671495" y="412106"/>
                </a:cubicBezTo>
                <a:cubicBezTo>
                  <a:pt x="5141209" y="1307586"/>
                  <a:pt x="4940428" y="3166817"/>
                  <a:pt x="4518791" y="3941828"/>
                </a:cubicBezTo>
                <a:cubicBezTo>
                  <a:pt x="4165413" y="4592357"/>
                  <a:pt x="3418514" y="4993919"/>
                  <a:pt x="2800106" y="4391577"/>
                </a:cubicBezTo>
                <a:cubicBezTo>
                  <a:pt x="2410594" y="4010095"/>
                  <a:pt x="2703736" y="3484048"/>
                  <a:pt x="2189733" y="3082487"/>
                </a:cubicBezTo>
                <a:cubicBezTo>
                  <a:pt x="1904627" y="2857612"/>
                  <a:pt x="1495035" y="3247129"/>
                  <a:pt x="888680" y="2990130"/>
                </a:cubicBezTo>
                <a:cubicBezTo>
                  <a:pt x="426883" y="2809425"/>
                  <a:pt x="73509" y="2363694"/>
                  <a:pt x="9259" y="1809540"/>
                </a:cubicBezTo>
                <a:cubicBezTo>
                  <a:pt x="-63022" y="1191135"/>
                  <a:pt x="294365" y="532575"/>
                  <a:pt x="856551" y="311714"/>
                </a:cubicBezTo>
                <a:cubicBezTo>
                  <a:pt x="1191855" y="139042"/>
                  <a:pt x="1641605" y="9539"/>
                  <a:pt x="2134521" y="505"/>
                </a:cubicBezTo>
                <a:close/>
              </a:path>
            </a:pathLst>
          </a:custGeom>
          <a:solidFill>
            <a:schemeClr val="bg1">
              <a:lumMod val="95000"/>
              <a:alpha val="25000"/>
            </a:schemeClr>
          </a:solidFill>
          <a:effectLst>
            <a:outerShdw blurRad="952500" dist="533400" dir="5400000" sx="87000" sy="87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73264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decel="100000" fill="hold" grpId="1" nodeType="withEffect">
                                  <p:stCondLst>
                                    <p:cond delay="0"/>
                                  </p:stCondLst>
                                  <p:childTnLst>
                                    <p:animScale>
                                      <p:cBhvr>
                                        <p:cTn id="9" dur="3000" fill="hold"/>
                                        <p:tgtEl>
                                          <p:spTgt spid="7"/>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9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E5C81D-FAFF-41FA-B506-4F9C2A3C4165}"/>
              </a:ext>
            </a:extLst>
          </p:cNvPr>
          <p:cNvSpPr>
            <a:spLocks noGrp="1"/>
          </p:cNvSpPr>
          <p:nvPr>
            <p:ph type="pic" sz="quarter" idx="10" hasCustomPrompt="1"/>
          </p:nvPr>
        </p:nvSpPr>
        <p:spPr>
          <a:xfrm>
            <a:off x="6096001" y="2406790"/>
            <a:ext cx="2283519" cy="1590542"/>
          </a:xfrm>
          <a:custGeom>
            <a:avLst/>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a:schemeClr val="bg1">
              <a:lumMod val="95000"/>
              <a:alpha val="25000"/>
            </a:schemeClr>
          </a:solidFill>
          <a:ln w="76200">
            <a:solidFill>
              <a:schemeClr val="bg1"/>
            </a:solidFill>
          </a:ln>
          <a:effectLst>
            <a:outerShdw blurRad="863600" dist="419100" dir="5400000" sx="85000" sy="8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3C0FD129-1C86-4650-B08B-3F331CF67D61}"/>
              </a:ext>
            </a:extLst>
          </p:cNvPr>
          <p:cNvSpPr>
            <a:spLocks noGrp="1"/>
          </p:cNvSpPr>
          <p:nvPr>
            <p:ph type="pic" sz="quarter" idx="11" hasCustomPrompt="1"/>
          </p:nvPr>
        </p:nvSpPr>
        <p:spPr>
          <a:xfrm>
            <a:off x="7887085" y="2995175"/>
            <a:ext cx="2283519" cy="1590542"/>
          </a:xfrm>
          <a:custGeom>
            <a:avLst/>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a:schemeClr val="bg1">
              <a:lumMod val="95000"/>
              <a:alpha val="25000"/>
            </a:schemeClr>
          </a:solidFill>
          <a:ln w="76200">
            <a:solidFill>
              <a:schemeClr val="bg1"/>
            </a:solidFill>
          </a:ln>
          <a:effectLst>
            <a:outerShdw blurRad="863600" dist="419100" dir="5400000" sx="85000" sy="8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C16B6177-1440-426A-93ED-4C29F9AACBD7}"/>
              </a:ext>
            </a:extLst>
          </p:cNvPr>
          <p:cNvSpPr>
            <a:spLocks noGrp="1"/>
          </p:cNvSpPr>
          <p:nvPr>
            <p:ph type="pic" sz="quarter" idx="12" hasCustomPrompt="1"/>
          </p:nvPr>
        </p:nvSpPr>
        <p:spPr>
          <a:xfrm>
            <a:off x="9176644" y="2024024"/>
            <a:ext cx="2283519" cy="1590542"/>
          </a:xfrm>
          <a:custGeom>
            <a:avLst/>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a:schemeClr val="bg1">
              <a:lumMod val="95000"/>
              <a:alpha val="25000"/>
            </a:schemeClr>
          </a:solidFill>
          <a:ln w="76200">
            <a:solidFill>
              <a:schemeClr val="bg1"/>
            </a:solidFill>
          </a:ln>
          <a:effectLst>
            <a:outerShdw blurRad="863600" dist="419100" dir="5400000" sx="85000" sy="8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9237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1+#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7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1+#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0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4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3DBC2BB-8C0A-48E7-983A-C99002B57C16}"/>
              </a:ext>
            </a:extLst>
          </p:cNvPr>
          <p:cNvSpPr>
            <a:spLocks noGrp="1"/>
          </p:cNvSpPr>
          <p:nvPr>
            <p:ph type="pic" sz="quarter" idx="12" hasCustomPrompt="1"/>
          </p:nvPr>
        </p:nvSpPr>
        <p:spPr>
          <a:xfrm>
            <a:off x="8597490" y="3485535"/>
            <a:ext cx="1356852" cy="1356852"/>
          </a:xfrm>
          <a:custGeom>
            <a:avLst/>
            <a:gdLst>
              <a:gd name="connsiteX0" fmla="*/ 226147 w 1356852"/>
              <a:gd name="connsiteY0" fmla="*/ 0 h 1356852"/>
              <a:gd name="connsiteX1" fmla="*/ 1130705 w 1356852"/>
              <a:gd name="connsiteY1" fmla="*/ 0 h 1356852"/>
              <a:gd name="connsiteX2" fmla="*/ 1356852 w 1356852"/>
              <a:gd name="connsiteY2" fmla="*/ 226147 h 1356852"/>
              <a:gd name="connsiteX3" fmla="*/ 1356852 w 1356852"/>
              <a:gd name="connsiteY3" fmla="*/ 1130705 h 1356852"/>
              <a:gd name="connsiteX4" fmla="*/ 1130705 w 1356852"/>
              <a:gd name="connsiteY4" fmla="*/ 1356852 h 1356852"/>
              <a:gd name="connsiteX5" fmla="*/ 226147 w 1356852"/>
              <a:gd name="connsiteY5" fmla="*/ 1356852 h 1356852"/>
              <a:gd name="connsiteX6" fmla="*/ 0 w 1356852"/>
              <a:gd name="connsiteY6" fmla="*/ 1130705 h 1356852"/>
              <a:gd name="connsiteX7" fmla="*/ 0 w 1356852"/>
              <a:gd name="connsiteY7" fmla="*/ 226147 h 1356852"/>
              <a:gd name="connsiteX8" fmla="*/ 226147 w 1356852"/>
              <a:gd name="connsiteY8" fmla="*/ 0 h 135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6852" h="1356852">
                <a:moveTo>
                  <a:pt x="226147" y="0"/>
                </a:moveTo>
                <a:lnTo>
                  <a:pt x="1130705" y="0"/>
                </a:lnTo>
                <a:cubicBezTo>
                  <a:pt x="1255603" y="0"/>
                  <a:pt x="1356852" y="101249"/>
                  <a:pt x="1356852" y="226147"/>
                </a:cubicBezTo>
                <a:lnTo>
                  <a:pt x="1356852" y="1130705"/>
                </a:lnTo>
                <a:cubicBezTo>
                  <a:pt x="1356852" y="1255603"/>
                  <a:pt x="1255603" y="1356852"/>
                  <a:pt x="1130705" y="1356852"/>
                </a:cubicBezTo>
                <a:lnTo>
                  <a:pt x="226147" y="1356852"/>
                </a:lnTo>
                <a:cubicBezTo>
                  <a:pt x="101249" y="1356852"/>
                  <a:pt x="0" y="1255603"/>
                  <a:pt x="0" y="1130705"/>
                </a:cubicBezTo>
                <a:lnTo>
                  <a:pt x="0" y="226147"/>
                </a:lnTo>
                <a:cubicBezTo>
                  <a:pt x="0" y="101249"/>
                  <a:pt x="101249" y="0"/>
                  <a:pt x="22614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1A824CFB-5397-4686-AB5F-0BAF75D50740}"/>
              </a:ext>
            </a:extLst>
          </p:cNvPr>
          <p:cNvSpPr>
            <a:spLocks noGrp="1"/>
          </p:cNvSpPr>
          <p:nvPr>
            <p:ph type="pic" sz="quarter" idx="11" hasCustomPrompt="1"/>
          </p:nvPr>
        </p:nvSpPr>
        <p:spPr>
          <a:xfrm>
            <a:off x="5962445" y="3485535"/>
            <a:ext cx="2502310" cy="2502310"/>
          </a:xfrm>
          <a:custGeom>
            <a:avLst/>
            <a:gdLst>
              <a:gd name="connsiteX0" fmla="*/ 190401 w 2502310"/>
              <a:gd name="connsiteY0" fmla="*/ 0 h 2502310"/>
              <a:gd name="connsiteX1" fmla="*/ 2311909 w 2502310"/>
              <a:gd name="connsiteY1" fmla="*/ 0 h 2502310"/>
              <a:gd name="connsiteX2" fmla="*/ 2502310 w 2502310"/>
              <a:gd name="connsiteY2" fmla="*/ 190401 h 2502310"/>
              <a:gd name="connsiteX3" fmla="*/ 2502310 w 2502310"/>
              <a:gd name="connsiteY3" fmla="*/ 2311909 h 2502310"/>
              <a:gd name="connsiteX4" fmla="*/ 2311909 w 2502310"/>
              <a:gd name="connsiteY4" fmla="*/ 2502310 h 2502310"/>
              <a:gd name="connsiteX5" fmla="*/ 190401 w 2502310"/>
              <a:gd name="connsiteY5" fmla="*/ 2502310 h 2502310"/>
              <a:gd name="connsiteX6" fmla="*/ 0 w 2502310"/>
              <a:gd name="connsiteY6" fmla="*/ 2311909 h 2502310"/>
              <a:gd name="connsiteX7" fmla="*/ 0 w 2502310"/>
              <a:gd name="connsiteY7" fmla="*/ 190401 h 2502310"/>
              <a:gd name="connsiteX8" fmla="*/ 190401 w 2502310"/>
              <a:gd name="connsiteY8" fmla="*/ 0 h 250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2310" h="2502310">
                <a:moveTo>
                  <a:pt x="190401" y="0"/>
                </a:moveTo>
                <a:lnTo>
                  <a:pt x="2311909" y="0"/>
                </a:lnTo>
                <a:cubicBezTo>
                  <a:pt x="2417065" y="0"/>
                  <a:pt x="2502310" y="85245"/>
                  <a:pt x="2502310" y="190401"/>
                </a:cubicBezTo>
                <a:lnTo>
                  <a:pt x="2502310" y="2311909"/>
                </a:lnTo>
                <a:cubicBezTo>
                  <a:pt x="2502310" y="2417065"/>
                  <a:pt x="2417065" y="2502310"/>
                  <a:pt x="2311909" y="2502310"/>
                </a:cubicBezTo>
                <a:lnTo>
                  <a:pt x="190401" y="2502310"/>
                </a:lnTo>
                <a:cubicBezTo>
                  <a:pt x="85245" y="2502310"/>
                  <a:pt x="0" y="2417065"/>
                  <a:pt x="0" y="2311909"/>
                </a:cubicBezTo>
                <a:lnTo>
                  <a:pt x="0" y="190401"/>
                </a:lnTo>
                <a:cubicBezTo>
                  <a:pt x="0" y="85245"/>
                  <a:pt x="85245" y="0"/>
                  <a:pt x="19040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28E53BA1-5A41-4604-8CFD-CFC81A8ECCB0}"/>
              </a:ext>
            </a:extLst>
          </p:cNvPr>
          <p:cNvSpPr>
            <a:spLocks noGrp="1"/>
          </p:cNvSpPr>
          <p:nvPr>
            <p:ph type="pic" sz="quarter" idx="10" hasCustomPrompt="1"/>
          </p:nvPr>
        </p:nvSpPr>
        <p:spPr>
          <a:xfrm>
            <a:off x="8597490" y="870155"/>
            <a:ext cx="2502310" cy="2502310"/>
          </a:xfrm>
          <a:custGeom>
            <a:avLst/>
            <a:gdLst>
              <a:gd name="connsiteX0" fmla="*/ 190401 w 2502310"/>
              <a:gd name="connsiteY0" fmla="*/ 0 h 2502310"/>
              <a:gd name="connsiteX1" fmla="*/ 2311909 w 2502310"/>
              <a:gd name="connsiteY1" fmla="*/ 0 h 2502310"/>
              <a:gd name="connsiteX2" fmla="*/ 2502310 w 2502310"/>
              <a:gd name="connsiteY2" fmla="*/ 190401 h 2502310"/>
              <a:gd name="connsiteX3" fmla="*/ 2502310 w 2502310"/>
              <a:gd name="connsiteY3" fmla="*/ 2311909 h 2502310"/>
              <a:gd name="connsiteX4" fmla="*/ 2311909 w 2502310"/>
              <a:gd name="connsiteY4" fmla="*/ 2502310 h 2502310"/>
              <a:gd name="connsiteX5" fmla="*/ 190401 w 2502310"/>
              <a:gd name="connsiteY5" fmla="*/ 2502310 h 2502310"/>
              <a:gd name="connsiteX6" fmla="*/ 0 w 2502310"/>
              <a:gd name="connsiteY6" fmla="*/ 2311909 h 2502310"/>
              <a:gd name="connsiteX7" fmla="*/ 0 w 2502310"/>
              <a:gd name="connsiteY7" fmla="*/ 190401 h 2502310"/>
              <a:gd name="connsiteX8" fmla="*/ 190401 w 2502310"/>
              <a:gd name="connsiteY8" fmla="*/ 0 h 250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2310" h="2502310">
                <a:moveTo>
                  <a:pt x="190401" y="0"/>
                </a:moveTo>
                <a:lnTo>
                  <a:pt x="2311909" y="0"/>
                </a:lnTo>
                <a:cubicBezTo>
                  <a:pt x="2417065" y="0"/>
                  <a:pt x="2502310" y="85245"/>
                  <a:pt x="2502310" y="190401"/>
                </a:cubicBezTo>
                <a:lnTo>
                  <a:pt x="2502310" y="2311909"/>
                </a:lnTo>
                <a:cubicBezTo>
                  <a:pt x="2502310" y="2417065"/>
                  <a:pt x="2417065" y="2502310"/>
                  <a:pt x="2311909" y="2502310"/>
                </a:cubicBezTo>
                <a:lnTo>
                  <a:pt x="190401" y="2502310"/>
                </a:lnTo>
                <a:cubicBezTo>
                  <a:pt x="85245" y="2502310"/>
                  <a:pt x="0" y="2417065"/>
                  <a:pt x="0" y="2311909"/>
                </a:cubicBezTo>
                <a:lnTo>
                  <a:pt x="0" y="190401"/>
                </a:lnTo>
                <a:cubicBezTo>
                  <a:pt x="0" y="85245"/>
                  <a:pt x="85245" y="0"/>
                  <a:pt x="19040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2175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1+#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25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5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1000" fill="hold"/>
                                        <p:tgtEl>
                                          <p:spTgt spid="8"/>
                                        </p:tgtEl>
                                        <p:attrNameLst>
                                          <p:attrName>ppt_x</p:attrName>
                                        </p:attrNameLst>
                                      </p:cBhvr>
                                      <p:tavLst>
                                        <p:tav tm="0">
                                          <p:val>
                                            <p:strVal val="#ppt_x"/>
                                          </p:val>
                                        </p:tav>
                                        <p:tav tm="100000">
                                          <p:val>
                                            <p:strVal val="#ppt_x"/>
                                          </p:val>
                                        </p:tav>
                                      </p:tavLst>
                                    </p:anim>
                                    <p:anim calcmode="lin" valueType="num">
                                      <p:cBhvr additive="base">
                                        <p:cTn id="16"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P spid="7" grpId="0" animBg="1"/>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5_Title and Content">
    <p:spTree>
      <p:nvGrpSpPr>
        <p:cNvPr id="1" name=""/>
        <p:cNvGrpSpPr/>
        <p:nvPr/>
      </p:nvGrpSpPr>
      <p:grpSpPr>
        <a:xfrm>
          <a:off x="0" y="0"/>
          <a:ext cx="0" cy="0"/>
          <a:chOff x="0" y="0"/>
          <a:chExt cx="0" cy="0"/>
        </a:xfrm>
      </p:grpSpPr>
      <p:sp>
        <p:nvSpPr>
          <p:cNvPr id="36" name="Freeform: Shape 35">
            <a:extLst>
              <a:ext uri="{FF2B5EF4-FFF2-40B4-BE49-F238E27FC236}">
                <a16:creationId xmlns:a16="http://schemas.microsoft.com/office/drawing/2014/main" id="{DCD147EF-D5ED-4E59-AEBF-5E3180DD0406}"/>
              </a:ext>
            </a:extLst>
          </p:cNvPr>
          <p:cNvSpPr/>
          <p:nvPr userDrawn="1"/>
        </p:nvSpPr>
        <p:spPr>
          <a:xfrm>
            <a:off x="-1" y="620714"/>
            <a:ext cx="12192001" cy="4290194"/>
          </a:xfrm>
          <a:custGeom>
            <a:avLst/>
            <a:gdLst>
              <a:gd name="connsiteX0" fmla="*/ 8397881 w 12192001"/>
              <a:gd name="connsiteY0" fmla="*/ 3878590 h 4290194"/>
              <a:gd name="connsiteX1" fmla="*/ 8397951 w 12192001"/>
              <a:gd name="connsiteY1" fmla="*/ 3878904 h 4290194"/>
              <a:gd name="connsiteX2" fmla="*/ 8398480 w 12192001"/>
              <a:gd name="connsiteY2" fmla="*/ 3878590 h 4290194"/>
              <a:gd name="connsiteX3" fmla="*/ 3793520 w 12192001"/>
              <a:gd name="connsiteY3" fmla="*/ 3878590 h 4290194"/>
              <a:gd name="connsiteX4" fmla="*/ 3794049 w 12192001"/>
              <a:gd name="connsiteY4" fmla="*/ 3878904 h 4290194"/>
              <a:gd name="connsiteX5" fmla="*/ 3794120 w 12192001"/>
              <a:gd name="connsiteY5" fmla="*/ 3878590 h 4290194"/>
              <a:gd name="connsiteX6" fmla="*/ 8397951 w 12192001"/>
              <a:gd name="connsiteY6" fmla="*/ 411290 h 4290194"/>
              <a:gd name="connsiteX7" fmla="*/ 8397881 w 12192001"/>
              <a:gd name="connsiteY7" fmla="*/ 411604 h 4290194"/>
              <a:gd name="connsiteX8" fmla="*/ 8398480 w 12192001"/>
              <a:gd name="connsiteY8" fmla="*/ 411604 h 4290194"/>
              <a:gd name="connsiteX9" fmla="*/ 3794049 w 12192001"/>
              <a:gd name="connsiteY9" fmla="*/ 411290 h 4290194"/>
              <a:gd name="connsiteX10" fmla="*/ 3793520 w 12192001"/>
              <a:gd name="connsiteY10" fmla="*/ 411604 h 4290194"/>
              <a:gd name="connsiteX11" fmla="*/ 3794121 w 12192001"/>
              <a:gd name="connsiteY11" fmla="*/ 411604 h 4290194"/>
              <a:gd name="connsiteX12" fmla="*/ 3794049 w 12192001"/>
              <a:gd name="connsiteY12" fmla="*/ 411290 h 4290194"/>
              <a:gd name="connsiteX13" fmla="*/ 900721 w 12192001"/>
              <a:gd name="connsiteY13" fmla="*/ 638 h 4290194"/>
              <a:gd name="connsiteX14" fmla="*/ 1344798 w 12192001"/>
              <a:gd name="connsiteY14" fmla="*/ 192174 h 4290194"/>
              <a:gd name="connsiteX15" fmla="*/ 1767733 w 12192001"/>
              <a:gd name="connsiteY15" fmla="*/ 380166 h 4290194"/>
              <a:gd name="connsiteX16" fmla="*/ 2063786 w 12192001"/>
              <a:gd name="connsiteY16" fmla="*/ 231193 h 4290194"/>
              <a:gd name="connsiteX17" fmla="*/ 2627699 w 12192001"/>
              <a:gd name="connsiteY17" fmla="*/ 11281 h 4290194"/>
              <a:gd name="connsiteX18" fmla="*/ 3095570 w 12192001"/>
              <a:gd name="connsiteY18" fmla="*/ 159920 h 4290194"/>
              <a:gd name="connsiteX19" fmla="*/ 3158099 w 12192001"/>
              <a:gd name="connsiteY19" fmla="*/ 217474 h 4290194"/>
              <a:gd name="connsiteX20" fmla="*/ 3203013 w 12192001"/>
              <a:gd name="connsiteY20" fmla="*/ 254510 h 4290194"/>
              <a:gd name="connsiteX21" fmla="*/ 3212442 w 12192001"/>
              <a:gd name="connsiteY21" fmla="*/ 268105 h 4290194"/>
              <a:gd name="connsiteX22" fmla="*/ 3242605 w 12192001"/>
              <a:gd name="connsiteY22" fmla="*/ 296534 h 4290194"/>
              <a:gd name="connsiteX23" fmla="*/ 3473565 w 12192001"/>
              <a:gd name="connsiteY23" fmla="*/ 390805 h 4290194"/>
              <a:gd name="connsiteX24" fmla="*/ 3762573 w 12192001"/>
              <a:gd name="connsiteY24" fmla="*/ 241832 h 4290194"/>
              <a:gd name="connsiteX25" fmla="*/ 4439269 w 12192001"/>
              <a:gd name="connsiteY25" fmla="*/ 7732 h 4290194"/>
              <a:gd name="connsiteX26" fmla="*/ 4996126 w 12192001"/>
              <a:gd name="connsiteY26" fmla="*/ 248926 h 4290194"/>
              <a:gd name="connsiteX27" fmla="*/ 5235788 w 12192001"/>
              <a:gd name="connsiteY27" fmla="*/ 380166 h 4290194"/>
              <a:gd name="connsiteX28" fmla="*/ 5517746 w 12192001"/>
              <a:gd name="connsiteY28" fmla="*/ 245381 h 4290194"/>
              <a:gd name="connsiteX29" fmla="*/ 5613237 w 12192001"/>
              <a:gd name="connsiteY29" fmla="*/ 162469 h 4290194"/>
              <a:gd name="connsiteX30" fmla="*/ 5633152 w 12192001"/>
              <a:gd name="connsiteY30" fmla="*/ 149891 h 4290194"/>
              <a:gd name="connsiteX31" fmla="*/ 5646994 w 12192001"/>
              <a:gd name="connsiteY31" fmla="*/ 136532 h 4290194"/>
              <a:gd name="connsiteX32" fmla="*/ 6082152 w 12192001"/>
              <a:gd name="connsiteY32" fmla="*/ 14826 h 4290194"/>
              <a:gd name="connsiteX33" fmla="*/ 6096002 w 12192001"/>
              <a:gd name="connsiteY33" fmla="*/ 15341 h 4290194"/>
              <a:gd name="connsiteX34" fmla="*/ 6109851 w 12192001"/>
              <a:gd name="connsiteY34" fmla="*/ 14826 h 4290194"/>
              <a:gd name="connsiteX35" fmla="*/ 6545012 w 12192001"/>
              <a:gd name="connsiteY35" fmla="*/ 136532 h 4290194"/>
              <a:gd name="connsiteX36" fmla="*/ 6558854 w 12192001"/>
              <a:gd name="connsiteY36" fmla="*/ 149890 h 4290194"/>
              <a:gd name="connsiteX37" fmla="*/ 6578768 w 12192001"/>
              <a:gd name="connsiteY37" fmla="*/ 162469 h 4290194"/>
              <a:gd name="connsiteX38" fmla="*/ 6674259 w 12192001"/>
              <a:gd name="connsiteY38" fmla="*/ 245381 h 4290194"/>
              <a:gd name="connsiteX39" fmla="*/ 6956214 w 12192001"/>
              <a:gd name="connsiteY39" fmla="*/ 380166 h 4290194"/>
              <a:gd name="connsiteX40" fmla="*/ 7195876 w 12192001"/>
              <a:gd name="connsiteY40" fmla="*/ 248926 h 4290194"/>
              <a:gd name="connsiteX41" fmla="*/ 7752735 w 12192001"/>
              <a:gd name="connsiteY41" fmla="*/ 7732 h 4290194"/>
              <a:gd name="connsiteX42" fmla="*/ 8429428 w 12192001"/>
              <a:gd name="connsiteY42" fmla="*/ 241832 h 4290194"/>
              <a:gd name="connsiteX43" fmla="*/ 8718436 w 12192001"/>
              <a:gd name="connsiteY43" fmla="*/ 390805 h 4290194"/>
              <a:gd name="connsiteX44" fmla="*/ 8949396 w 12192001"/>
              <a:gd name="connsiteY44" fmla="*/ 296534 h 4290194"/>
              <a:gd name="connsiteX45" fmla="*/ 8979560 w 12192001"/>
              <a:gd name="connsiteY45" fmla="*/ 268105 h 4290194"/>
              <a:gd name="connsiteX46" fmla="*/ 8988988 w 12192001"/>
              <a:gd name="connsiteY46" fmla="*/ 254510 h 4290194"/>
              <a:gd name="connsiteX47" fmla="*/ 9033902 w 12192001"/>
              <a:gd name="connsiteY47" fmla="*/ 217474 h 4290194"/>
              <a:gd name="connsiteX48" fmla="*/ 9096430 w 12192001"/>
              <a:gd name="connsiteY48" fmla="*/ 159920 h 4290194"/>
              <a:gd name="connsiteX49" fmla="*/ 9564304 w 12192001"/>
              <a:gd name="connsiteY49" fmla="*/ 11281 h 4290194"/>
              <a:gd name="connsiteX50" fmla="*/ 10128215 w 12192001"/>
              <a:gd name="connsiteY50" fmla="*/ 231193 h 4290194"/>
              <a:gd name="connsiteX51" fmla="*/ 10424269 w 12192001"/>
              <a:gd name="connsiteY51" fmla="*/ 380166 h 4290194"/>
              <a:gd name="connsiteX52" fmla="*/ 10847202 w 12192001"/>
              <a:gd name="connsiteY52" fmla="*/ 192174 h 4290194"/>
              <a:gd name="connsiteX53" fmla="*/ 11291279 w 12192001"/>
              <a:gd name="connsiteY53" fmla="*/ 638 h 4290194"/>
              <a:gd name="connsiteX54" fmla="*/ 11808711 w 12192001"/>
              <a:gd name="connsiteY54" fmla="*/ 148780 h 4290194"/>
              <a:gd name="connsiteX55" fmla="*/ 11911532 w 12192001"/>
              <a:gd name="connsiteY55" fmla="*/ 230577 h 4290194"/>
              <a:gd name="connsiteX56" fmla="*/ 11942396 w 12192001"/>
              <a:gd name="connsiteY56" fmla="*/ 254510 h 4290194"/>
              <a:gd name="connsiteX57" fmla="*/ 11944992 w 12192001"/>
              <a:gd name="connsiteY57" fmla="*/ 258029 h 4290194"/>
              <a:gd name="connsiteX58" fmla="*/ 11967973 w 12192001"/>
              <a:gd name="connsiteY58" fmla="*/ 277302 h 4290194"/>
              <a:gd name="connsiteX59" fmla="*/ 12165341 w 12192001"/>
              <a:gd name="connsiteY59" fmla="*/ 350459 h 4290194"/>
              <a:gd name="connsiteX60" fmla="*/ 12192000 w 12192001"/>
              <a:gd name="connsiteY60" fmla="*/ 352270 h 4290194"/>
              <a:gd name="connsiteX61" fmla="*/ 12192000 w 12192001"/>
              <a:gd name="connsiteY61" fmla="*/ 453983 h 4290194"/>
              <a:gd name="connsiteX62" fmla="*/ 12192000 w 12192001"/>
              <a:gd name="connsiteY62" fmla="*/ 907623 h 4290194"/>
              <a:gd name="connsiteX63" fmla="*/ 12192001 w 12192001"/>
              <a:gd name="connsiteY63" fmla="*/ 907623 h 4290194"/>
              <a:gd name="connsiteX64" fmla="*/ 12192001 w 12192001"/>
              <a:gd name="connsiteY64" fmla="*/ 3530337 h 4290194"/>
              <a:gd name="connsiteX65" fmla="*/ 12192000 w 12192001"/>
              <a:gd name="connsiteY65" fmla="*/ 3530337 h 4290194"/>
              <a:gd name="connsiteX66" fmla="*/ 12192000 w 12192001"/>
              <a:gd name="connsiteY66" fmla="*/ 3836211 h 4290194"/>
              <a:gd name="connsiteX67" fmla="*/ 12192000 w 12192001"/>
              <a:gd name="connsiteY67" fmla="*/ 3937924 h 4290194"/>
              <a:gd name="connsiteX68" fmla="*/ 12165341 w 12192001"/>
              <a:gd name="connsiteY68" fmla="*/ 3939735 h 4290194"/>
              <a:gd name="connsiteX69" fmla="*/ 11967973 w 12192001"/>
              <a:gd name="connsiteY69" fmla="*/ 4012892 h 4290194"/>
              <a:gd name="connsiteX70" fmla="*/ 11944992 w 12192001"/>
              <a:gd name="connsiteY70" fmla="*/ 4032165 h 4290194"/>
              <a:gd name="connsiteX71" fmla="*/ 11942396 w 12192001"/>
              <a:gd name="connsiteY71" fmla="*/ 4035684 h 4290194"/>
              <a:gd name="connsiteX72" fmla="*/ 11911532 w 12192001"/>
              <a:gd name="connsiteY72" fmla="*/ 4059617 h 4290194"/>
              <a:gd name="connsiteX73" fmla="*/ 11808711 w 12192001"/>
              <a:gd name="connsiteY73" fmla="*/ 4141414 h 4290194"/>
              <a:gd name="connsiteX74" fmla="*/ 11291279 w 12192001"/>
              <a:gd name="connsiteY74" fmla="*/ 4289556 h 4290194"/>
              <a:gd name="connsiteX75" fmla="*/ 10847202 w 12192001"/>
              <a:gd name="connsiteY75" fmla="*/ 4098020 h 4290194"/>
              <a:gd name="connsiteX76" fmla="*/ 10424269 w 12192001"/>
              <a:gd name="connsiteY76" fmla="*/ 3910028 h 4290194"/>
              <a:gd name="connsiteX77" fmla="*/ 10128215 w 12192001"/>
              <a:gd name="connsiteY77" fmla="*/ 4059001 h 4290194"/>
              <a:gd name="connsiteX78" fmla="*/ 9564304 w 12192001"/>
              <a:gd name="connsiteY78" fmla="*/ 4278913 h 4290194"/>
              <a:gd name="connsiteX79" fmla="*/ 9096430 w 12192001"/>
              <a:gd name="connsiteY79" fmla="*/ 4130274 h 4290194"/>
              <a:gd name="connsiteX80" fmla="*/ 9033902 w 12192001"/>
              <a:gd name="connsiteY80" fmla="*/ 4072720 h 4290194"/>
              <a:gd name="connsiteX81" fmla="*/ 8988988 w 12192001"/>
              <a:gd name="connsiteY81" fmla="*/ 4035684 h 4290194"/>
              <a:gd name="connsiteX82" fmla="*/ 8979560 w 12192001"/>
              <a:gd name="connsiteY82" fmla="*/ 4022089 h 4290194"/>
              <a:gd name="connsiteX83" fmla="*/ 8949396 w 12192001"/>
              <a:gd name="connsiteY83" fmla="*/ 3993660 h 4290194"/>
              <a:gd name="connsiteX84" fmla="*/ 8718436 w 12192001"/>
              <a:gd name="connsiteY84" fmla="*/ 3899389 h 4290194"/>
              <a:gd name="connsiteX85" fmla="*/ 8429428 w 12192001"/>
              <a:gd name="connsiteY85" fmla="*/ 4048362 h 4290194"/>
              <a:gd name="connsiteX86" fmla="*/ 7752735 w 12192001"/>
              <a:gd name="connsiteY86" fmla="*/ 4282462 h 4290194"/>
              <a:gd name="connsiteX87" fmla="*/ 7195876 w 12192001"/>
              <a:gd name="connsiteY87" fmla="*/ 4041268 h 4290194"/>
              <a:gd name="connsiteX88" fmla="*/ 6956214 w 12192001"/>
              <a:gd name="connsiteY88" fmla="*/ 3910028 h 4290194"/>
              <a:gd name="connsiteX89" fmla="*/ 6674259 w 12192001"/>
              <a:gd name="connsiteY89" fmla="*/ 4044813 h 4290194"/>
              <a:gd name="connsiteX90" fmla="*/ 6578768 w 12192001"/>
              <a:gd name="connsiteY90" fmla="*/ 4127725 h 4290194"/>
              <a:gd name="connsiteX91" fmla="*/ 6558854 w 12192001"/>
              <a:gd name="connsiteY91" fmla="*/ 4140304 h 4290194"/>
              <a:gd name="connsiteX92" fmla="*/ 6545012 w 12192001"/>
              <a:gd name="connsiteY92" fmla="*/ 4153662 h 4290194"/>
              <a:gd name="connsiteX93" fmla="*/ 6109851 w 12192001"/>
              <a:gd name="connsiteY93" fmla="*/ 4275368 h 4290194"/>
              <a:gd name="connsiteX94" fmla="*/ 6096002 w 12192001"/>
              <a:gd name="connsiteY94" fmla="*/ 4274853 h 4290194"/>
              <a:gd name="connsiteX95" fmla="*/ 6082152 w 12192001"/>
              <a:gd name="connsiteY95" fmla="*/ 4275368 h 4290194"/>
              <a:gd name="connsiteX96" fmla="*/ 5646994 w 12192001"/>
              <a:gd name="connsiteY96" fmla="*/ 4153662 h 4290194"/>
              <a:gd name="connsiteX97" fmla="*/ 5633152 w 12192001"/>
              <a:gd name="connsiteY97" fmla="*/ 4140303 h 4290194"/>
              <a:gd name="connsiteX98" fmla="*/ 5613237 w 12192001"/>
              <a:gd name="connsiteY98" fmla="*/ 4127725 h 4290194"/>
              <a:gd name="connsiteX99" fmla="*/ 5517746 w 12192001"/>
              <a:gd name="connsiteY99" fmla="*/ 4044813 h 4290194"/>
              <a:gd name="connsiteX100" fmla="*/ 5235788 w 12192001"/>
              <a:gd name="connsiteY100" fmla="*/ 3910028 h 4290194"/>
              <a:gd name="connsiteX101" fmla="*/ 4996126 w 12192001"/>
              <a:gd name="connsiteY101" fmla="*/ 4041268 h 4290194"/>
              <a:gd name="connsiteX102" fmla="*/ 4439269 w 12192001"/>
              <a:gd name="connsiteY102" fmla="*/ 4282462 h 4290194"/>
              <a:gd name="connsiteX103" fmla="*/ 3762572 w 12192001"/>
              <a:gd name="connsiteY103" fmla="*/ 4048362 h 4290194"/>
              <a:gd name="connsiteX104" fmla="*/ 3473564 w 12192001"/>
              <a:gd name="connsiteY104" fmla="*/ 3899389 h 4290194"/>
              <a:gd name="connsiteX105" fmla="*/ 3242604 w 12192001"/>
              <a:gd name="connsiteY105" fmla="*/ 3993660 h 4290194"/>
              <a:gd name="connsiteX106" fmla="*/ 3212441 w 12192001"/>
              <a:gd name="connsiteY106" fmla="*/ 4022089 h 4290194"/>
              <a:gd name="connsiteX107" fmla="*/ 3203012 w 12192001"/>
              <a:gd name="connsiteY107" fmla="*/ 4035684 h 4290194"/>
              <a:gd name="connsiteX108" fmla="*/ 3158099 w 12192001"/>
              <a:gd name="connsiteY108" fmla="*/ 4072720 h 4290194"/>
              <a:gd name="connsiteX109" fmla="*/ 3095570 w 12192001"/>
              <a:gd name="connsiteY109" fmla="*/ 4130274 h 4290194"/>
              <a:gd name="connsiteX110" fmla="*/ 2627698 w 12192001"/>
              <a:gd name="connsiteY110" fmla="*/ 4278913 h 4290194"/>
              <a:gd name="connsiteX111" fmla="*/ 2063785 w 12192001"/>
              <a:gd name="connsiteY111" fmla="*/ 4059001 h 4290194"/>
              <a:gd name="connsiteX112" fmla="*/ 1767732 w 12192001"/>
              <a:gd name="connsiteY112" fmla="*/ 3910028 h 4290194"/>
              <a:gd name="connsiteX113" fmla="*/ 1344798 w 12192001"/>
              <a:gd name="connsiteY113" fmla="*/ 4098020 h 4290194"/>
              <a:gd name="connsiteX114" fmla="*/ 900721 w 12192001"/>
              <a:gd name="connsiteY114" fmla="*/ 4289556 h 4290194"/>
              <a:gd name="connsiteX115" fmla="*/ 383289 w 12192001"/>
              <a:gd name="connsiteY115" fmla="*/ 4141414 h 4290194"/>
              <a:gd name="connsiteX116" fmla="*/ 280468 w 12192001"/>
              <a:gd name="connsiteY116" fmla="*/ 4059617 h 4290194"/>
              <a:gd name="connsiteX117" fmla="*/ 249604 w 12192001"/>
              <a:gd name="connsiteY117" fmla="*/ 4035684 h 4290194"/>
              <a:gd name="connsiteX118" fmla="*/ 247008 w 12192001"/>
              <a:gd name="connsiteY118" fmla="*/ 4032165 h 4290194"/>
              <a:gd name="connsiteX119" fmla="*/ 224027 w 12192001"/>
              <a:gd name="connsiteY119" fmla="*/ 4012892 h 4290194"/>
              <a:gd name="connsiteX120" fmla="*/ 26659 w 12192001"/>
              <a:gd name="connsiteY120" fmla="*/ 3939735 h 4290194"/>
              <a:gd name="connsiteX121" fmla="*/ 0 w 12192001"/>
              <a:gd name="connsiteY121" fmla="*/ 3937924 h 4290194"/>
              <a:gd name="connsiteX122" fmla="*/ 0 w 12192001"/>
              <a:gd name="connsiteY122" fmla="*/ 3836211 h 4290194"/>
              <a:gd name="connsiteX123" fmla="*/ 0 w 12192001"/>
              <a:gd name="connsiteY123" fmla="*/ 3184290 h 4290194"/>
              <a:gd name="connsiteX124" fmla="*/ 1 w 12192001"/>
              <a:gd name="connsiteY124" fmla="*/ 3184290 h 4290194"/>
              <a:gd name="connsiteX125" fmla="*/ 1 w 12192001"/>
              <a:gd name="connsiteY125" fmla="*/ 1105904 h 4290194"/>
              <a:gd name="connsiteX126" fmla="*/ 0 w 12192001"/>
              <a:gd name="connsiteY126" fmla="*/ 1105904 h 4290194"/>
              <a:gd name="connsiteX127" fmla="*/ 0 w 12192001"/>
              <a:gd name="connsiteY127" fmla="*/ 453983 h 4290194"/>
              <a:gd name="connsiteX128" fmla="*/ 0 w 12192001"/>
              <a:gd name="connsiteY128" fmla="*/ 352270 h 4290194"/>
              <a:gd name="connsiteX129" fmla="*/ 26659 w 12192001"/>
              <a:gd name="connsiteY129" fmla="*/ 350459 h 4290194"/>
              <a:gd name="connsiteX130" fmla="*/ 224027 w 12192001"/>
              <a:gd name="connsiteY130" fmla="*/ 277302 h 4290194"/>
              <a:gd name="connsiteX131" fmla="*/ 247008 w 12192001"/>
              <a:gd name="connsiteY131" fmla="*/ 258029 h 4290194"/>
              <a:gd name="connsiteX132" fmla="*/ 249604 w 12192001"/>
              <a:gd name="connsiteY132" fmla="*/ 254510 h 4290194"/>
              <a:gd name="connsiteX133" fmla="*/ 280468 w 12192001"/>
              <a:gd name="connsiteY133" fmla="*/ 230577 h 4290194"/>
              <a:gd name="connsiteX134" fmla="*/ 383289 w 12192001"/>
              <a:gd name="connsiteY134" fmla="*/ 148780 h 4290194"/>
              <a:gd name="connsiteX135" fmla="*/ 900721 w 12192001"/>
              <a:gd name="connsiteY135" fmla="*/ 638 h 4290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2192001" h="4290194">
                <a:moveTo>
                  <a:pt x="8397881" y="3878590"/>
                </a:moveTo>
                <a:cubicBezTo>
                  <a:pt x="8397905" y="3878695"/>
                  <a:pt x="8397928" y="3878800"/>
                  <a:pt x="8397951" y="3878904"/>
                </a:cubicBezTo>
                <a:lnTo>
                  <a:pt x="8398480" y="3878590"/>
                </a:lnTo>
                <a:close/>
                <a:moveTo>
                  <a:pt x="3793520" y="3878590"/>
                </a:moveTo>
                <a:lnTo>
                  <a:pt x="3794049" y="3878904"/>
                </a:lnTo>
                <a:cubicBezTo>
                  <a:pt x="3794073" y="3878800"/>
                  <a:pt x="3794095" y="3878695"/>
                  <a:pt x="3794120" y="3878590"/>
                </a:cubicBezTo>
                <a:close/>
                <a:moveTo>
                  <a:pt x="8397951" y="411290"/>
                </a:moveTo>
                <a:cubicBezTo>
                  <a:pt x="8397928" y="411394"/>
                  <a:pt x="8397905" y="411499"/>
                  <a:pt x="8397881" y="411604"/>
                </a:cubicBezTo>
                <a:lnTo>
                  <a:pt x="8398480" y="411604"/>
                </a:lnTo>
                <a:close/>
                <a:moveTo>
                  <a:pt x="3794049" y="411290"/>
                </a:moveTo>
                <a:lnTo>
                  <a:pt x="3793520" y="411604"/>
                </a:lnTo>
                <a:lnTo>
                  <a:pt x="3794121" y="411604"/>
                </a:lnTo>
                <a:cubicBezTo>
                  <a:pt x="3794095" y="411499"/>
                  <a:pt x="3794074" y="411394"/>
                  <a:pt x="3794049" y="411290"/>
                </a:cubicBezTo>
                <a:close/>
                <a:moveTo>
                  <a:pt x="900721" y="638"/>
                </a:moveTo>
                <a:cubicBezTo>
                  <a:pt x="1091038" y="4187"/>
                  <a:pt x="1217918" y="96408"/>
                  <a:pt x="1344798" y="192174"/>
                </a:cubicBezTo>
                <a:cubicBezTo>
                  <a:pt x="1464634" y="284396"/>
                  <a:pt x="1598560" y="380166"/>
                  <a:pt x="1767733" y="380166"/>
                </a:cubicBezTo>
                <a:cubicBezTo>
                  <a:pt x="1901665" y="380166"/>
                  <a:pt x="1979199" y="309226"/>
                  <a:pt x="2063786" y="231193"/>
                </a:cubicBezTo>
                <a:cubicBezTo>
                  <a:pt x="2183621" y="121235"/>
                  <a:pt x="2310502" y="7732"/>
                  <a:pt x="2627699" y="11281"/>
                </a:cubicBezTo>
                <a:cubicBezTo>
                  <a:pt x="2870886" y="13939"/>
                  <a:pt x="2999088" y="80446"/>
                  <a:pt x="3095570" y="159920"/>
                </a:cubicBezTo>
                <a:lnTo>
                  <a:pt x="3158099" y="217474"/>
                </a:lnTo>
                <a:lnTo>
                  <a:pt x="3203013" y="254510"/>
                </a:lnTo>
                <a:lnTo>
                  <a:pt x="3212442" y="268105"/>
                </a:lnTo>
                <a:lnTo>
                  <a:pt x="3242605" y="296534"/>
                </a:lnTo>
                <a:cubicBezTo>
                  <a:pt x="3301748" y="348907"/>
                  <a:pt x="3367832" y="390805"/>
                  <a:pt x="3473565" y="390805"/>
                </a:cubicBezTo>
                <a:cubicBezTo>
                  <a:pt x="3593400" y="394354"/>
                  <a:pt x="3677986" y="319865"/>
                  <a:pt x="3762573" y="241832"/>
                </a:cubicBezTo>
                <a:cubicBezTo>
                  <a:pt x="3903550" y="117690"/>
                  <a:pt x="4051574" y="-20644"/>
                  <a:pt x="4439269" y="7732"/>
                </a:cubicBezTo>
                <a:cubicBezTo>
                  <a:pt x="4805812" y="32563"/>
                  <a:pt x="4904493" y="146066"/>
                  <a:pt x="4996126" y="248926"/>
                </a:cubicBezTo>
                <a:cubicBezTo>
                  <a:pt x="5052517" y="312771"/>
                  <a:pt x="5101862" y="373072"/>
                  <a:pt x="5235788" y="380166"/>
                </a:cubicBezTo>
                <a:cubicBezTo>
                  <a:pt x="5362670" y="390805"/>
                  <a:pt x="5433157" y="319865"/>
                  <a:pt x="5517746" y="245381"/>
                </a:cubicBezTo>
                <a:cubicBezTo>
                  <a:pt x="5547703" y="217891"/>
                  <a:pt x="5578542" y="189515"/>
                  <a:pt x="5613237" y="162469"/>
                </a:cubicBezTo>
                <a:lnTo>
                  <a:pt x="5633152" y="149891"/>
                </a:lnTo>
                <a:lnTo>
                  <a:pt x="5646994" y="136532"/>
                </a:lnTo>
                <a:cubicBezTo>
                  <a:pt x="5726622" y="70027"/>
                  <a:pt x="5838966" y="17487"/>
                  <a:pt x="6082152" y="14826"/>
                </a:cubicBezTo>
                <a:lnTo>
                  <a:pt x="6096002" y="15341"/>
                </a:lnTo>
                <a:lnTo>
                  <a:pt x="6109851" y="14826"/>
                </a:lnTo>
                <a:cubicBezTo>
                  <a:pt x="6353036" y="17487"/>
                  <a:pt x="6465382" y="70027"/>
                  <a:pt x="6545012" y="136532"/>
                </a:cubicBezTo>
                <a:lnTo>
                  <a:pt x="6558854" y="149890"/>
                </a:lnTo>
                <a:lnTo>
                  <a:pt x="6578768" y="162469"/>
                </a:lnTo>
                <a:cubicBezTo>
                  <a:pt x="6613461" y="189515"/>
                  <a:pt x="6644300" y="217891"/>
                  <a:pt x="6674259" y="245381"/>
                </a:cubicBezTo>
                <a:cubicBezTo>
                  <a:pt x="6758845" y="319865"/>
                  <a:pt x="6829334" y="390805"/>
                  <a:pt x="6956214" y="380166"/>
                </a:cubicBezTo>
                <a:cubicBezTo>
                  <a:pt x="7090139" y="373072"/>
                  <a:pt x="7139485" y="312771"/>
                  <a:pt x="7195876" y="248926"/>
                </a:cubicBezTo>
                <a:cubicBezTo>
                  <a:pt x="7287509" y="146066"/>
                  <a:pt x="7386193" y="32563"/>
                  <a:pt x="7752735" y="7732"/>
                </a:cubicBezTo>
                <a:cubicBezTo>
                  <a:pt x="8140427" y="-20644"/>
                  <a:pt x="8288451" y="117690"/>
                  <a:pt x="8429428" y="241832"/>
                </a:cubicBezTo>
                <a:cubicBezTo>
                  <a:pt x="8514015" y="319865"/>
                  <a:pt x="8598603" y="394354"/>
                  <a:pt x="8718436" y="390805"/>
                </a:cubicBezTo>
                <a:cubicBezTo>
                  <a:pt x="8824169" y="390805"/>
                  <a:pt x="8890254" y="348907"/>
                  <a:pt x="8949396" y="296534"/>
                </a:cubicBezTo>
                <a:lnTo>
                  <a:pt x="8979560" y="268105"/>
                </a:lnTo>
                <a:lnTo>
                  <a:pt x="8988988" y="254510"/>
                </a:lnTo>
                <a:lnTo>
                  <a:pt x="9033902" y="217474"/>
                </a:lnTo>
                <a:lnTo>
                  <a:pt x="9096430" y="159920"/>
                </a:lnTo>
                <a:cubicBezTo>
                  <a:pt x="9192914" y="80446"/>
                  <a:pt x="9321117" y="13939"/>
                  <a:pt x="9564304" y="11281"/>
                </a:cubicBezTo>
                <a:cubicBezTo>
                  <a:pt x="9881500" y="7732"/>
                  <a:pt x="10008379" y="121235"/>
                  <a:pt x="10128215" y="231193"/>
                </a:cubicBezTo>
                <a:cubicBezTo>
                  <a:pt x="10212801" y="309226"/>
                  <a:pt x="10290336" y="380166"/>
                  <a:pt x="10424269" y="380166"/>
                </a:cubicBezTo>
                <a:cubicBezTo>
                  <a:pt x="10593442" y="380166"/>
                  <a:pt x="10727367" y="284396"/>
                  <a:pt x="10847202" y="192174"/>
                </a:cubicBezTo>
                <a:cubicBezTo>
                  <a:pt x="10974082" y="96408"/>
                  <a:pt x="11100963" y="4187"/>
                  <a:pt x="11291279" y="638"/>
                </a:cubicBezTo>
                <a:cubicBezTo>
                  <a:pt x="11545039" y="-7341"/>
                  <a:pt x="11687779" y="60494"/>
                  <a:pt x="11808711" y="148780"/>
                </a:cubicBezTo>
                <a:lnTo>
                  <a:pt x="11911532" y="230577"/>
                </a:lnTo>
                <a:lnTo>
                  <a:pt x="11942396" y="254510"/>
                </a:lnTo>
                <a:lnTo>
                  <a:pt x="11944992" y="258029"/>
                </a:lnTo>
                <a:lnTo>
                  <a:pt x="11967973" y="277302"/>
                </a:lnTo>
                <a:cubicBezTo>
                  <a:pt x="12024364" y="325187"/>
                  <a:pt x="12101901" y="343809"/>
                  <a:pt x="12165341" y="350459"/>
                </a:cubicBezTo>
                <a:lnTo>
                  <a:pt x="12192000" y="352270"/>
                </a:lnTo>
                <a:lnTo>
                  <a:pt x="12192000" y="453983"/>
                </a:lnTo>
                <a:lnTo>
                  <a:pt x="12192000" y="907623"/>
                </a:lnTo>
                <a:lnTo>
                  <a:pt x="12192001" y="907623"/>
                </a:lnTo>
                <a:lnTo>
                  <a:pt x="12192001" y="3530337"/>
                </a:lnTo>
                <a:lnTo>
                  <a:pt x="12192000" y="3530337"/>
                </a:lnTo>
                <a:lnTo>
                  <a:pt x="12192000" y="3836211"/>
                </a:lnTo>
                <a:lnTo>
                  <a:pt x="12192000" y="3937924"/>
                </a:lnTo>
                <a:lnTo>
                  <a:pt x="12165341" y="3939735"/>
                </a:lnTo>
                <a:cubicBezTo>
                  <a:pt x="12101901" y="3946385"/>
                  <a:pt x="12024364" y="3965007"/>
                  <a:pt x="11967973" y="4012892"/>
                </a:cubicBezTo>
                <a:lnTo>
                  <a:pt x="11944992" y="4032165"/>
                </a:lnTo>
                <a:lnTo>
                  <a:pt x="11942396" y="4035684"/>
                </a:lnTo>
                <a:lnTo>
                  <a:pt x="11911532" y="4059617"/>
                </a:lnTo>
                <a:lnTo>
                  <a:pt x="11808711" y="4141414"/>
                </a:lnTo>
                <a:cubicBezTo>
                  <a:pt x="11687779" y="4229700"/>
                  <a:pt x="11545039" y="4297535"/>
                  <a:pt x="11291279" y="4289556"/>
                </a:cubicBezTo>
                <a:cubicBezTo>
                  <a:pt x="11100963" y="4286007"/>
                  <a:pt x="10974082" y="4193786"/>
                  <a:pt x="10847202" y="4098020"/>
                </a:cubicBezTo>
                <a:cubicBezTo>
                  <a:pt x="10727367" y="4005798"/>
                  <a:pt x="10593442" y="3910028"/>
                  <a:pt x="10424269" y="3910028"/>
                </a:cubicBezTo>
                <a:cubicBezTo>
                  <a:pt x="10290336" y="3910028"/>
                  <a:pt x="10212801" y="3980968"/>
                  <a:pt x="10128215" y="4059001"/>
                </a:cubicBezTo>
                <a:cubicBezTo>
                  <a:pt x="10008379" y="4168959"/>
                  <a:pt x="9881500" y="4282462"/>
                  <a:pt x="9564304" y="4278913"/>
                </a:cubicBezTo>
                <a:cubicBezTo>
                  <a:pt x="9321117" y="4276255"/>
                  <a:pt x="9192914" y="4209748"/>
                  <a:pt x="9096430" y="4130274"/>
                </a:cubicBezTo>
                <a:lnTo>
                  <a:pt x="9033902" y="4072720"/>
                </a:lnTo>
                <a:lnTo>
                  <a:pt x="8988988" y="4035684"/>
                </a:lnTo>
                <a:lnTo>
                  <a:pt x="8979560" y="4022089"/>
                </a:lnTo>
                <a:lnTo>
                  <a:pt x="8949396" y="3993660"/>
                </a:lnTo>
                <a:cubicBezTo>
                  <a:pt x="8890254" y="3941287"/>
                  <a:pt x="8824169" y="3899389"/>
                  <a:pt x="8718436" y="3899389"/>
                </a:cubicBezTo>
                <a:cubicBezTo>
                  <a:pt x="8598603" y="3895840"/>
                  <a:pt x="8514015" y="3970329"/>
                  <a:pt x="8429428" y="4048362"/>
                </a:cubicBezTo>
                <a:cubicBezTo>
                  <a:pt x="8288451" y="4172504"/>
                  <a:pt x="8140427" y="4310838"/>
                  <a:pt x="7752735" y="4282462"/>
                </a:cubicBezTo>
                <a:cubicBezTo>
                  <a:pt x="7386193" y="4257631"/>
                  <a:pt x="7287509" y="4144128"/>
                  <a:pt x="7195876" y="4041268"/>
                </a:cubicBezTo>
                <a:cubicBezTo>
                  <a:pt x="7139485" y="3977423"/>
                  <a:pt x="7090139" y="3917122"/>
                  <a:pt x="6956214" y="3910028"/>
                </a:cubicBezTo>
                <a:cubicBezTo>
                  <a:pt x="6829334" y="3899389"/>
                  <a:pt x="6758845" y="3970329"/>
                  <a:pt x="6674259" y="4044813"/>
                </a:cubicBezTo>
                <a:cubicBezTo>
                  <a:pt x="6644300" y="4072303"/>
                  <a:pt x="6613461" y="4100679"/>
                  <a:pt x="6578768" y="4127725"/>
                </a:cubicBezTo>
                <a:lnTo>
                  <a:pt x="6558854" y="4140304"/>
                </a:lnTo>
                <a:lnTo>
                  <a:pt x="6545012" y="4153662"/>
                </a:lnTo>
                <a:cubicBezTo>
                  <a:pt x="6465382" y="4220167"/>
                  <a:pt x="6353036" y="4272707"/>
                  <a:pt x="6109851" y="4275368"/>
                </a:cubicBezTo>
                <a:lnTo>
                  <a:pt x="6096002" y="4274853"/>
                </a:lnTo>
                <a:lnTo>
                  <a:pt x="6082152" y="4275368"/>
                </a:lnTo>
                <a:cubicBezTo>
                  <a:pt x="5838966" y="4272707"/>
                  <a:pt x="5726622" y="4220167"/>
                  <a:pt x="5646994" y="4153662"/>
                </a:cubicBezTo>
                <a:lnTo>
                  <a:pt x="5633152" y="4140303"/>
                </a:lnTo>
                <a:lnTo>
                  <a:pt x="5613237" y="4127725"/>
                </a:lnTo>
                <a:cubicBezTo>
                  <a:pt x="5578542" y="4100679"/>
                  <a:pt x="5547703" y="4072303"/>
                  <a:pt x="5517746" y="4044813"/>
                </a:cubicBezTo>
                <a:cubicBezTo>
                  <a:pt x="5433157" y="3970329"/>
                  <a:pt x="5362670" y="3899389"/>
                  <a:pt x="5235788" y="3910028"/>
                </a:cubicBezTo>
                <a:cubicBezTo>
                  <a:pt x="5101862" y="3917122"/>
                  <a:pt x="5052517" y="3977423"/>
                  <a:pt x="4996126" y="4041268"/>
                </a:cubicBezTo>
                <a:cubicBezTo>
                  <a:pt x="4904493" y="4144128"/>
                  <a:pt x="4805812" y="4257631"/>
                  <a:pt x="4439269" y="4282462"/>
                </a:cubicBezTo>
                <a:cubicBezTo>
                  <a:pt x="4051573" y="4310838"/>
                  <a:pt x="3903550" y="4172504"/>
                  <a:pt x="3762572" y="4048362"/>
                </a:cubicBezTo>
                <a:cubicBezTo>
                  <a:pt x="3677986" y="3970329"/>
                  <a:pt x="3593399" y="3895840"/>
                  <a:pt x="3473564" y="3899389"/>
                </a:cubicBezTo>
                <a:cubicBezTo>
                  <a:pt x="3367831" y="3899389"/>
                  <a:pt x="3301747" y="3941287"/>
                  <a:pt x="3242604" y="3993660"/>
                </a:cubicBezTo>
                <a:lnTo>
                  <a:pt x="3212441" y="4022089"/>
                </a:lnTo>
                <a:lnTo>
                  <a:pt x="3203012" y="4035684"/>
                </a:lnTo>
                <a:lnTo>
                  <a:pt x="3158099" y="4072720"/>
                </a:lnTo>
                <a:lnTo>
                  <a:pt x="3095570" y="4130274"/>
                </a:lnTo>
                <a:cubicBezTo>
                  <a:pt x="2999088" y="4209748"/>
                  <a:pt x="2870885" y="4276255"/>
                  <a:pt x="2627698" y="4278913"/>
                </a:cubicBezTo>
                <a:cubicBezTo>
                  <a:pt x="2310501" y="4282462"/>
                  <a:pt x="2183621" y="4168959"/>
                  <a:pt x="2063785" y="4059001"/>
                </a:cubicBezTo>
                <a:cubicBezTo>
                  <a:pt x="1979199" y="3980968"/>
                  <a:pt x="1901665" y="3910028"/>
                  <a:pt x="1767732" y="3910028"/>
                </a:cubicBezTo>
                <a:cubicBezTo>
                  <a:pt x="1598560" y="3910028"/>
                  <a:pt x="1464634" y="4005798"/>
                  <a:pt x="1344798" y="4098020"/>
                </a:cubicBezTo>
                <a:cubicBezTo>
                  <a:pt x="1217918" y="4193786"/>
                  <a:pt x="1091038" y="4286007"/>
                  <a:pt x="900721" y="4289556"/>
                </a:cubicBezTo>
                <a:cubicBezTo>
                  <a:pt x="646961" y="4297535"/>
                  <a:pt x="504221" y="4229700"/>
                  <a:pt x="383289" y="4141414"/>
                </a:cubicBezTo>
                <a:lnTo>
                  <a:pt x="280468" y="4059617"/>
                </a:lnTo>
                <a:lnTo>
                  <a:pt x="249604" y="4035684"/>
                </a:lnTo>
                <a:lnTo>
                  <a:pt x="247008" y="4032165"/>
                </a:lnTo>
                <a:lnTo>
                  <a:pt x="224027" y="4012892"/>
                </a:lnTo>
                <a:cubicBezTo>
                  <a:pt x="167637" y="3965007"/>
                  <a:pt x="90099" y="3946385"/>
                  <a:pt x="26659" y="3939735"/>
                </a:cubicBezTo>
                <a:lnTo>
                  <a:pt x="0" y="3937924"/>
                </a:lnTo>
                <a:lnTo>
                  <a:pt x="0" y="3836211"/>
                </a:lnTo>
                <a:lnTo>
                  <a:pt x="0" y="3184290"/>
                </a:lnTo>
                <a:lnTo>
                  <a:pt x="1" y="3184290"/>
                </a:lnTo>
                <a:lnTo>
                  <a:pt x="1" y="1105904"/>
                </a:lnTo>
                <a:lnTo>
                  <a:pt x="0" y="1105904"/>
                </a:lnTo>
                <a:lnTo>
                  <a:pt x="0" y="453983"/>
                </a:lnTo>
                <a:lnTo>
                  <a:pt x="0" y="352270"/>
                </a:lnTo>
                <a:lnTo>
                  <a:pt x="26659" y="350459"/>
                </a:lnTo>
                <a:cubicBezTo>
                  <a:pt x="90099" y="343809"/>
                  <a:pt x="167637" y="325187"/>
                  <a:pt x="224027" y="277302"/>
                </a:cubicBezTo>
                <a:lnTo>
                  <a:pt x="247008" y="258029"/>
                </a:lnTo>
                <a:lnTo>
                  <a:pt x="249604" y="254510"/>
                </a:lnTo>
                <a:lnTo>
                  <a:pt x="280468" y="230577"/>
                </a:lnTo>
                <a:lnTo>
                  <a:pt x="383289" y="148780"/>
                </a:lnTo>
                <a:cubicBezTo>
                  <a:pt x="504221" y="60494"/>
                  <a:pt x="646961" y="-7341"/>
                  <a:pt x="900721" y="638"/>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Picture Placeholder 42">
            <a:extLst>
              <a:ext uri="{FF2B5EF4-FFF2-40B4-BE49-F238E27FC236}">
                <a16:creationId xmlns:a16="http://schemas.microsoft.com/office/drawing/2014/main" id="{38664057-2774-47A1-B26D-41DBBCAF293C}"/>
              </a:ext>
            </a:extLst>
          </p:cNvPr>
          <p:cNvSpPr>
            <a:spLocks noGrp="1"/>
          </p:cNvSpPr>
          <p:nvPr>
            <p:ph type="pic" sz="quarter" idx="10" hasCustomPrompt="1"/>
          </p:nvPr>
        </p:nvSpPr>
        <p:spPr>
          <a:xfrm>
            <a:off x="6347364" y="620713"/>
            <a:ext cx="5844636" cy="4290195"/>
          </a:xfrm>
          <a:custGeom>
            <a:avLst/>
            <a:gdLst>
              <a:gd name="connsiteX0" fmla="*/ 2050516 w 5844636"/>
              <a:gd name="connsiteY0" fmla="*/ 3878591 h 4290195"/>
              <a:gd name="connsiteX1" fmla="*/ 2050586 w 5844636"/>
              <a:gd name="connsiteY1" fmla="*/ 3878905 h 4290195"/>
              <a:gd name="connsiteX2" fmla="*/ 2051115 w 5844636"/>
              <a:gd name="connsiteY2" fmla="*/ 3878591 h 4290195"/>
              <a:gd name="connsiteX3" fmla="*/ 2050586 w 5844636"/>
              <a:gd name="connsiteY3" fmla="*/ 411291 h 4290195"/>
              <a:gd name="connsiteX4" fmla="*/ 2050516 w 5844636"/>
              <a:gd name="connsiteY4" fmla="*/ 411605 h 4290195"/>
              <a:gd name="connsiteX5" fmla="*/ 2051115 w 5844636"/>
              <a:gd name="connsiteY5" fmla="*/ 411605 h 4290195"/>
              <a:gd name="connsiteX6" fmla="*/ 4943914 w 5844636"/>
              <a:gd name="connsiteY6" fmla="*/ 639 h 4290195"/>
              <a:gd name="connsiteX7" fmla="*/ 5461346 w 5844636"/>
              <a:gd name="connsiteY7" fmla="*/ 148781 h 4290195"/>
              <a:gd name="connsiteX8" fmla="*/ 5564167 w 5844636"/>
              <a:gd name="connsiteY8" fmla="*/ 230578 h 4290195"/>
              <a:gd name="connsiteX9" fmla="*/ 5595031 w 5844636"/>
              <a:gd name="connsiteY9" fmla="*/ 254511 h 4290195"/>
              <a:gd name="connsiteX10" fmla="*/ 5597627 w 5844636"/>
              <a:gd name="connsiteY10" fmla="*/ 258030 h 4290195"/>
              <a:gd name="connsiteX11" fmla="*/ 5620608 w 5844636"/>
              <a:gd name="connsiteY11" fmla="*/ 277303 h 4290195"/>
              <a:gd name="connsiteX12" fmla="*/ 5817976 w 5844636"/>
              <a:gd name="connsiteY12" fmla="*/ 350460 h 4290195"/>
              <a:gd name="connsiteX13" fmla="*/ 5844635 w 5844636"/>
              <a:gd name="connsiteY13" fmla="*/ 352271 h 4290195"/>
              <a:gd name="connsiteX14" fmla="*/ 5844635 w 5844636"/>
              <a:gd name="connsiteY14" fmla="*/ 453984 h 4290195"/>
              <a:gd name="connsiteX15" fmla="*/ 5844635 w 5844636"/>
              <a:gd name="connsiteY15" fmla="*/ 907624 h 4290195"/>
              <a:gd name="connsiteX16" fmla="*/ 5844636 w 5844636"/>
              <a:gd name="connsiteY16" fmla="*/ 907624 h 4290195"/>
              <a:gd name="connsiteX17" fmla="*/ 5844636 w 5844636"/>
              <a:gd name="connsiteY17" fmla="*/ 3530338 h 4290195"/>
              <a:gd name="connsiteX18" fmla="*/ 5844635 w 5844636"/>
              <a:gd name="connsiteY18" fmla="*/ 3530338 h 4290195"/>
              <a:gd name="connsiteX19" fmla="*/ 5844635 w 5844636"/>
              <a:gd name="connsiteY19" fmla="*/ 3836212 h 4290195"/>
              <a:gd name="connsiteX20" fmla="*/ 5844635 w 5844636"/>
              <a:gd name="connsiteY20" fmla="*/ 3937925 h 4290195"/>
              <a:gd name="connsiteX21" fmla="*/ 5817976 w 5844636"/>
              <a:gd name="connsiteY21" fmla="*/ 3939736 h 4290195"/>
              <a:gd name="connsiteX22" fmla="*/ 5620608 w 5844636"/>
              <a:gd name="connsiteY22" fmla="*/ 4012893 h 4290195"/>
              <a:gd name="connsiteX23" fmla="*/ 5597627 w 5844636"/>
              <a:gd name="connsiteY23" fmla="*/ 4032166 h 4290195"/>
              <a:gd name="connsiteX24" fmla="*/ 5595031 w 5844636"/>
              <a:gd name="connsiteY24" fmla="*/ 4035685 h 4290195"/>
              <a:gd name="connsiteX25" fmla="*/ 5564167 w 5844636"/>
              <a:gd name="connsiteY25" fmla="*/ 4059618 h 4290195"/>
              <a:gd name="connsiteX26" fmla="*/ 5461346 w 5844636"/>
              <a:gd name="connsiteY26" fmla="*/ 4141415 h 4290195"/>
              <a:gd name="connsiteX27" fmla="*/ 4943914 w 5844636"/>
              <a:gd name="connsiteY27" fmla="*/ 4289557 h 4290195"/>
              <a:gd name="connsiteX28" fmla="*/ 4499837 w 5844636"/>
              <a:gd name="connsiteY28" fmla="*/ 4098021 h 4290195"/>
              <a:gd name="connsiteX29" fmla="*/ 4076904 w 5844636"/>
              <a:gd name="connsiteY29" fmla="*/ 3910029 h 4290195"/>
              <a:gd name="connsiteX30" fmla="*/ 3780850 w 5844636"/>
              <a:gd name="connsiteY30" fmla="*/ 4059002 h 4290195"/>
              <a:gd name="connsiteX31" fmla="*/ 3216939 w 5844636"/>
              <a:gd name="connsiteY31" fmla="*/ 4278914 h 4290195"/>
              <a:gd name="connsiteX32" fmla="*/ 2749065 w 5844636"/>
              <a:gd name="connsiteY32" fmla="*/ 4130275 h 4290195"/>
              <a:gd name="connsiteX33" fmla="*/ 2686537 w 5844636"/>
              <a:gd name="connsiteY33" fmla="*/ 4072721 h 4290195"/>
              <a:gd name="connsiteX34" fmla="*/ 2641623 w 5844636"/>
              <a:gd name="connsiteY34" fmla="*/ 4035685 h 4290195"/>
              <a:gd name="connsiteX35" fmla="*/ 2632195 w 5844636"/>
              <a:gd name="connsiteY35" fmla="*/ 4022090 h 4290195"/>
              <a:gd name="connsiteX36" fmla="*/ 2602031 w 5844636"/>
              <a:gd name="connsiteY36" fmla="*/ 3993661 h 4290195"/>
              <a:gd name="connsiteX37" fmla="*/ 2371071 w 5844636"/>
              <a:gd name="connsiteY37" fmla="*/ 3899390 h 4290195"/>
              <a:gd name="connsiteX38" fmla="*/ 2082063 w 5844636"/>
              <a:gd name="connsiteY38" fmla="*/ 4048363 h 4290195"/>
              <a:gd name="connsiteX39" fmla="*/ 1405371 w 5844636"/>
              <a:gd name="connsiteY39" fmla="*/ 4282463 h 4290195"/>
              <a:gd name="connsiteX40" fmla="*/ 848512 w 5844636"/>
              <a:gd name="connsiteY40" fmla="*/ 4041269 h 4290195"/>
              <a:gd name="connsiteX41" fmla="*/ 608849 w 5844636"/>
              <a:gd name="connsiteY41" fmla="*/ 3910029 h 4290195"/>
              <a:gd name="connsiteX42" fmla="*/ 326895 w 5844636"/>
              <a:gd name="connsiteY42" fmla="*/ 4044814 h 4290195"/>
              <a:gd name="connsiteX43" fmla="*/ 231404 w 5844636"/>
              <a:gd name="connsiteY43" fmla="*/ 4127726 h 4290195"/>
              <a:gd name="connsiteX44" fmla="*/ 211490 w 5844636"/>
              <a:gd name="connsiteY44" fmla="*/ 4140305 h 4290195"/>
              <a:gd name="connsiteX45" fmla="*/ 197648 w 5844636"/>
              <a:gd name="connsiteY45" fmla="*/ 4153663 h 4290195"/>
              <a:gd name="connsiteX46" fmla="*/ 41400 w 5844636"/>
              <a:gd name="connsiteY46" fmla="*/ 4238458 h 4290195"/>
              <a:gd name="connsiteX47" fmla="*/ 0 w 5844636"/>
              <a:gd name="connsiteY47" fmla="*/ 4247507 h 4290195"/>
              <a:gd name="connsiteX48" fmla="*/ 1626 w 5844636"/>
              <a:gd name="connsiteY48" fmla="*/ 4183214 h 4290195"/>
              <a:gd name="connsiteX49" fmla="*/ 2003394 w 5844636"/>
              <a:gd name="connsiteY49" fmla="*/ 207408 h 4290195"/>
              <a:gd name="connsiteX50" fmla="*/ 2022853 w 5844636"/>
              <a:gd name="connsiteY50" fmla="*/ 192116 h 4290195"/>
              <a:gd name="connsiteX51" fmla="*/ 2082063 w 5844636"/>
              <a:gd name="connsiteY51" fmla="*/ 241833 h 4290195"/>
              <a:gd name="connsiteX52" fmla="*/ 2371071 w 5844636"/>
              <a:gd name="connsiteY52" fmla="*/ 390806 h 4290195"/>
              <a:gd name="connsiteX53" fmla="*/ 2602031 w 5844636"/>
              <a:gd name="connsiteY53" fmla="*/ 296535 h 4290195"/>
              <a:gd name="connsiteX54" fmla="*/ 2632195 w 5844636"/>
              <a:gd name="connsiteY54" fmla="*/ 268106 h 4290195"/>
              <a:gd name="connsiteX55" fmla="*/ 2641623 w 5844636"/>
              <a:gd name="connsiteY55" fmla="*/ 254511 h 4290195"/>
              <a:gd name="connsiteX56" fmla="*/ 2686537 w 5844636"/>
              <a:gd name="connsiteY56" fmla="*/ 217475 h 4290195"/>
              <a:gd name="connsiteX57" fmla="*/ 2749065 w 5844636"/>
              <a:gd name="connsiteY57" fmla="*/ 159921 h 4290195"/>
              <a:gd name="connsiteX58" fmla="*/ 3216939 w 5844636"/>
              <a:gd name="connsiteY58" fmla="*/ 11282 h 4290195"/>
              <a:gd name="connsiteX59" fmla="*/ 3780850 w 5844636"/>
              <a:gd name="connsiteY59" fmla="*/ 231194 h 4290195"/>
              <a:gd name="connsiteX60" fmla="*/ 4076904 w 5844636"/>
              <a:gd name="connsiteY60" fmla="*/ 380167 h 4290195"/>
              <a:gd name="connsiteX61" fmla="*/ 4499837 w 5844636"/>
              <a:gd name="connsiteY61" fmla="*/ 192175 h 4290195"/>
              <a:gd name="connsiteX62" fmla="*/ 4943914 w 5844636"/>
              <a:gd name="connsiteY62" fmla="*/ 639 h 429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844636" h="4290195">
                <a:moveTo>
                  <a:pt x="2050516" y="3878591"/>
                </a:moveTo>
                <a:cubicBezTo>
                  <a:pt x="2050540" y="3878696"/>
                  <a:pt x="2050563" y="3878801"/>
                  <a:pt x="2050586" y="3878905"/>
                </a:cubicBezTo>
                <a:lnTo>
                  <a:pt x="2051115" y="3878591"/>
                </a:lnTo>
                <a:close/>
                <a:moveTo>
                  <a:pt x="2050586" y="411291"/>
                </a:moveTo>
                <a:cubicBezTo>
                  <a:pt x="2050563" y="411395"/>
                  <a:pt x="2050540" y="411500"/>
                  <a:pt x="2050516" y="411605"/>
                </a:cubicBezTo>
                <a:lnTo>
                  <a:pt x="2051115" y="411605"/>
                </a:lnTo>
                <a:close/>
                <a:moveTo>
                  <a:pt x="4943914" y="639"/>
                </a:moveTo>
                <a:cubicBezTo>
                  <a:pt x="5197674" y="-7340"/>
                  <a:pt x="5340414" y="60495"/>
                  <a:pt x="5461346" y="148781"/>
                </a:cubicBezTo>
                <a:lnTo>
                  <a:pt x="5564167" y="230578"/>
                </a:lnTo>
                <a:lnTo>
                  <a:pt x="5595031" y="254511"/>
                </a:lnTo>
                <a:lnTo>
                  <a:pt x="5597627" y="258030"/>
                </a:lnTo>
                <a:lnTo>
                  <a:pt x="5620608" y="277303"/>
                </a:lnTo>
                <a:cubicBezTo>
                  <a:pt x="5676999" y="325188"/>
                  <a:pt x="5754536" y="343810"/>
                  <a:pt x="5817976" y="350460"/>
                </a:cubicBezTo>
                <a:lnTo>
                  <a:pt x="5844635" y="352271"/>
                </a:lnTo>
                <a:lnTo>
                  <a:pt x="5844635" y="453984"/>
                </a:lnTo>
                <a:lnTo>
                  <a:pt x="5844635" y="907624"/>
                </a:lnTo>
                <a:lnTo>
                  <a:pt x="5844636" y="907624"/>
                </a:lnTo>
                <a:lnTo>
                  <a:pt x="5844636" y="3530338"/>
                </a:lnTo>
                <a:lnTo>
                  <a:pt x="5844635" y="3530338"/>
                </a:lnTo>
                <a:lnTo>
                  <a:pt x="5844635" y="3836212"/>
                </a:lnTo>
                <a:lnTo>
                  <a:pt x="5844635" y="3937925"/>
                </a:lnTo>
                <a:lnTo>
                  <a:pt x="5817976" y="3939736"/>
                </a:lnTo>
                <a:cubicBezTo>
                  <a:pt x="5754536" y="3946386"/>
                  <a:pt x="5676999" y="3965008"/>
                  <a:pt x="5620608" y="4012893"/>
                </a:cubicBezTo>
                <a:lnTo>
                  <a:pt x="5597627" y="4032166"/>
                </a:lnTo>
                <a:lnTo>
                  <a:pt x="5595031" y="4035685"/>
                </a:lnTo>
                <a:lnTo>
                  <a:pt x="5564167" y="4059618"/>
                </a:lnTo>
                <a:lnTo>
                  <a:pt x="5461346" y="4141415"/>
                </a:lnTo>
                <a:cubicBezTo>
                  <a:pt x="5340414" y="4229701"/>
                  <a:pt x="5197674" y="4297536"/>
                  <a:pt x="4943914" y="4289557"/>
                </a:cubicBezTo>
                <a:cubicBezTo>
                  <a:pt x="4753598" y="4286008"/>
                  <a:pt x="4626717" y="4193787"/>
                  <a:pt x="4499837" y="4098021"/>
                </a:cubicBezTo>
                <a:cubicBezTo>
                  <a:pt x="4380002" y="4005799"/>
                  <a:pt x="4246077" y="3910029"/>
                  <a:pt x="4076904" y="3910029"/>
                </a:cubicBezTo>
                <a:cubicBezTo>
                  <a:pt x="3942971" y="3910029"/>
                  <a:pt x="3865436" y="3980969"/>
                  <a:pt x="3780850" y="4059002"/>
                </a:cubicBezTo>
                <a:cubicBezTo>
                  <a:pt x="3661014" y="4168960"/>
                  <a:pt x="3534135" y="4282463"/>
                  <a:pt x="3216939" y="4278914"/>
                </a:cubicBezTo>
                <a:cubicBezTo>
                  <a:pt x="2973752" y="4276256"/>
                  <a:pt x="2845549" y="4209749"/>
                  <a:pt x="2749065" y="4130275"/>
                </a:cubicBezTo>
                <a:lnTo>
                  <a:pt x="2686537" y="4072721"/>
                </a:lnTo>
                <a:lnTo>
                  <a:pt x="2641623" y="4035685"/>
                </a:lnTo>
                <a:lnTo>
                  <a:pt x="2632195" y="4022090"/>
                </a:lnTo>
                <a:lnTo>
                  <a:pt x="2602031" y="3993661"/>
                </a:lnTo>
                <a:cubicBezTo>
                  <a:pt x="2542889" y="3941288"/>
                  <a:pt x="2476804" y="3899390"/>
                  <a:pt x="2371071" y="3899390"/>
                </a:cubicBezTo>
                <a:cubicBezTo>
                  <a:pt x="2251238" y="3895841"/>
                  <a:pt x="2166650" y="3970330"/>
                  <a:pt x="2082063" y="4048363"/>
                </a:cubicBezTo>
                <a:cubicBezTo>
                  <a:pt x="1941086" y="4172505"/>
                  <a:pt x="1793062" y="4310839"/>
                  <a:pt x="1405371" y="4282463"/>
                </a:cubicBezTo>
                <a:cubicBezTo>
                  <a:pt x="1038829" y="4257632"/>
                  <a:pt x="940144" y="4144129"/>
                  <a:pt x="848512" y="4041269"/>
                </a:cubicBezTo>
                <a:cubicBezTo>
                  <a:pt x="792120" y="3977424"/>
                  <a:pt x="742775" y="3917123"/>
                  <a:pt x="608849" y="3910029"/>
                </a:cubicBezTo>
                <a:cubicBezTo>
                  <a:pt x="481970" y="3899390"/>
                  <a:pt x="411481" y="3970330"/>
                  <a:pt x="326895" y="4044814"/>
                </a:cubicBezTo>
                <a:cubicBezTo>
                  <a:pt x="296936" y="4072304"/>
                  <a:pt x="266096" y="4100680"/>
                  <a:pt x="231404" y="4127726"/>
                </a:cubicBezTo>
                <a:lnTo>
                  <a:pt x="211490" y="4140305"/>
                </a:lnTo>
                <a:lnTo>
                  <a:pt x="197648" y="4153663"/>
                </a:lnTo>
                <a:cubicBezTo>
                  <a:pt x="157833" y="4186916"/>
                  <a:pt x="109839" y="4216677"/>
                  <a:pt x="41400" y="4238458"/>
                </a:cubicBezTo>
                <a:lnTo>
                  <a:pt x="0" y="4247507"/>
                </a:lnTo>
                <a:lnTo>
                  <a:pt x="1626" y="4183214"/>
                </a:lnTo>
                <a:cubicBezTo>
                  <a:pt x="82708" y="2583641"/>
                  <a:pt x="844639" y="1163697"/>
                  <a:pt x="2003394" y="207408"/>
                </a:cubicBezTo>
                <a:lnTo>
                  <a:pt x="2022853" y="192116"/>
                </a:lnTo>
                <a:lnTo>
                  <a:pt x="2082063" y="241833"/>
                </a:lnTo>
                <a:cubicBezTo>
                  <a:pt x="2166650" y="319866"/>
                  <a:pt x="2251238" y="394355"/>
                  <a:pt x="2371071" y="390806"/>
                </a:cubicBezTo>
                <a:cubicBezTo>
                  <a:pt x="2476804" y="390806"/>
                  <a:pt x="2542889" y="348908"/>
                  <a:pt x="2602031" y="296535"/>
                </a:cubicBezTo>
                <a:lnTo>
                  <a:pt x="2632195" y="268106"/>
                </a:lnTo>
                <a:lnTo>
                  <a:pt x="2641623" y="254511"/>
                </a:lnTo>
                <a:lnTo>
                  <a:pt x="2686537" y="217475"/>
                </a:lnTo>
                <a:lnTo>
                  <a:pt x="2749065" y="159921"/>
                </a:lnTo>
                <a:cubicBezTo>
                  <a:pt x="2845549" y="80447"/>
                  <a:pt x="2973752" y="13940"/>
                  <a:pt x="3216939" y="11282"/>
                </a:cubicBezTo>
                <a:cubicBezTo>
                  <a:pt x="3534135" y="7733"/>
                  <a:pt x="3661014" y="121236"/>
                  <a:pt x="3780850" y="231194"/>
                </a:cubicBezTo>
                <a:cubicBezTo>
                  <a:pt x="3865436" y="309227"/>
                  <a:pt x="3942971" y="380167"/>
                  <a:pt x="4076904" y="380167"/>
                </a:cubicBezTo>
                <a:cubicBezTo>
                  <a:pt x="4246077" y="380167"/>
                  <a:pt x="4380002" y="284397"/>
                  <a:pt x="4499837" y="192175"/>
                </a:cubicBezTo>
                <a:cubicBezTo>
                  <a:pt x="4626717" y="96409"/>
                  <a:pt x="4753598" y="4188"/>
                  <a:pt x="4943914" y="639"/>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00151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00" fill="hold"/>
                                        <p:tgtEl>
                                          <p:spTgt spid="36"/>
                                        </p:tgtEl>
                                        <p:attrNameLst>
                                          <p:attrName>ppt_x</p:attrName>
                                        </p:attrNameLst>
                                      </p:cBhvr>
                                      <p:tavLst>
                                        <p:tav tm="0">
                                          <p:val>
                                            <p:strVal val="1+#ppt_w/2"/>
                                          </p:val>
                                        </p:tav>
                                        <p:tav tm="100000">
                                          <p:val>
                                            <p:strVal val="#ppt_x"/>
                                          </p:val>
                                        </p:tav>
                                      </p:tavLst>
                                    </p:anim>
                                    <p:anim calcmode="lin" valueType="num">
                                      <p:cBhvr additive="base">
                                        <p:cTn id="8" dur="1000" fill="hold"/>
                                        <p:tgtEl>
                                          <p:spTgt spid="36"/>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5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7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3" grpId="0" animBg="1"/>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6_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F5C547D-083B-4D53-9837-8219A4C504BD}"/>
              </a:ext>
            </a:extLst>
          </p:cNvPr>
          <p:cNvSpPr>
            <a:spLocks noGrp="1"/>
          </p:cNvSpPr>
          <p:nvPr>
            <p:ph type="pic" sz="quarter" idx="12" hasCustomPrompt="1"/>
          </p:nvPr>
        </p:nvSpPr>
        <p:spPr>
          <a:xfrm>
            <a:off x="8573882" y="4410737"/>
            <a:ext cx="2852809" cy="3232433"/>
          </a:xfrm>
          <a:custGeom>
            <a:avLst/>
            <a:gdLst>
              <a:gd name="connsiteX0" fmla="*/ 2146051 w 2852809"/>
              <a:gd name="connsiteY0" fmla="*/ 155 h 3232433"/>
              <a:gd name="connsiteX1" fmla="*/ 2204900 w 2852809"/>
              <a:gd name="connsiteY1" fmla="*/ 6050 h 3232433"/>
              <a:gd name="connsiteX2" fmla="*/ 2590616 w 2852809"/>
              <a:gd name="connsiteY2" fmla="*/ 467531 h 3232433"/>
              <a:gd name="connsiteX3" fmla="*/ 2519444 w 2852809"/>
              <a:gd name="connsiteY3" fmla="*/ 1101208 h 3232433"/>
              <a:gd name="connsiteX4" fmla="*/ 2496485 w 2852809"/>
              <a:gd name="connsiteY4" fmla="*/ 1734887 h 3232433"/>
              <a:gd name="connsiteX5" fmla="*/ 2838579 w 2852809"/>
              <a:gd name="connsiteY5" fmla="*/ 2414482 h 3232433"/>
              <a:gd name="connsiteX6" fmla="*/ 2158981 w 2852809"/>
              <a:gd name="connsiteY6" fmla="*/ 3231831 h 3232433"/>
              <a:gd name="connsiteX7" fmla="*/ 1242907 w 2852809"/>
              <a:gd name="connsiteY7" fmla="*/ 2561422 h 3232433"/>
              <a:gd name="connsiteX8" fmla="*/ 1031681 w 2852809"/>
              <a:gd name="connsiteY8" fmla="*/ 1891008 h 3232433"/>
              <a:gd name="connsiteX9" fmla="*/ 260249 w 2852809"/>
              <a:gd name="connsiteY9" fmla="*/ 1578761 h 3232433"/>
              <a:gd name="connsiteX10" fmla="*/ 255657 w 2852809"/>
              <a:gd name="connsiteY10" fmla="*/ 793553 h 3232433"/>
              <a:gd name="connsiteX11" fmla="*/ 811272 w 2852809"/>
              <a:gd name="connsiteY11" fmla="*/ 612176 h 3232433"/>
              <a:gd name="connsiteX12" fmla="*/ 1371479 w 2852809"/>
              <a:gd name="connsiteY12" fmla="*/ 446869 h 3232433"/>
              <a:gd name="connsiteX13" fmla="*/ 2146051 w 2852809"/>
              <a:gd name="connsiteY13" fmla="*/ 155 h 323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2809" h="3232433">
                <a:moveTo>
                  <a:pt x="2146051" y="155"/>
                </a:moveTo>
                <a:cubicBezTo>
                  <a:pt x="2165349" y="687"/>
                  <a:pt x="2184954" y="2606"/>
                  <a:pt x="2204900" y="6050"/>
                </a:cubicBezTo>
                <a:cubicBezTo>
                  <a:pt x="2416126" y="42785"/>
                  <a:pt x="2558473" y="256306"/>
                  <a:pt x="2590616" y="467531"/>
                </a:cubicBezTo>
                <a:cubicBezTo>
                  <a:pt x="2620465" y="678757"/>
                  <a:pt x="2565362" y="892279"/>
                  <a:pt x="2519444" y="1101208"/>
                </a:cubicBezTo>
                <a:cubicBezTo>
                  <a:pt x="2471231" y="1310139"/>
                  <a:pt x="2434493" y="1530548"/>
                  <a:pt x="2496485" y="1734887"/>
                </a:cubicBezTo>
                <a:cubicBezTo>
                  <a:pt x="2569954" y="1978255"/>
                  <a:pt x="2778885" y="2166519"/>
                  <a:pt x="2838579" y="2414482"/>
                </a:cubicBezTo>
                <a:cubicBezTo>
                  <a:pt x="2930417" y="2807085"/>
                  <a:pt x="2563067" y="3215760"/>
                  <a:pt x="2158981" y="3231831"/>
                </a:cubicBezTo>
                <a:cubicBezTo>
                  <a:pt x="1754898" y="3247903"/>
                  <a:pt x="1382957" y="2940249"/>
                  <a:pt x="1242907" y="2561422"/>
                </a:cubicBezTo>
                <a:cubicBezTo>
                  <a:pt x="1160253" y="2341010"/>
                  <a:pt x="1144181" y="2097641"/>
                  <a:pt x="1031681" y="1891008"/>
                </a:cubicBezTo>
                <a:cubicBezTo>
                  <a:pt x="836526" y="1532843"/>
                  <a:pt x="556423" y="1679785"/>
                  <a:pt x="260249" y="1578761"/>
                </a:cubicBezTo>
                <a:cubicBezTo>
                  <a:pt x="-136948" y="1443303"/>
                  <a:pt x="-31333" y="979525"/>
                  <a:pt x="255657" y="793553"/>
                </a:cubicBezTo>
                <a:cubicBezTo>
                  <a:pt x="420964" y="687940"/>
                  <a:pt x="618414" y="646616"/>
                  <a:pt x="811272" y="612176"/>
                </a:cubicBezTo>
                <a:cubicBezTo>
                  <a:pt x="1004130" y="577738"/>
                  <a:pt x="1201580" y="543298"/>
                  <a:pt x="1371479" y="446869"/>
                </a:cubicBezTo>
                <a:cubicBezTo>
                  <a:pt x="1636227" y="296199"/>
                  <a:pt x="1856583" y="-7833"/>
                  <a:pt x="2146051" y="155"/>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34AB277B-AEBD-4A76-8AF4-DCE87F3A0388}"/>
              </a:ext>
            </a:extLst>
          </p:cNvPr>
          <p:cNvSpPr>
            <a:spLocks noGrp="1"/>
          </p:cNvSpPr>
          <p:nvPr>
            <p:ph type="pic" sz="quarter" idx="11" hasCustomPrompt="1"/>
          </p:nvPr>
        </p:nvSpPr>
        <p:spPr>
          <a:xfrm>
            <a:off x="9433807" y="123053"/>
            <a:ext cx="2312758" cy="2164531"/>
          </a:xfrm>
          <a:custGeom>
            <a:avLst/>
            <a:gdLst>
              <a:gd name="connsiteX0" fmla="*/ 1637589 w 2312758"/>
              <a:gd name="connsiteY0" fmla="*/ 479 h 2164531"/>
              <a:gd name="connsiteX1" fmla="*/ 2237625 w 2312758"/>
              <a:gd name="connsiteY1" fmla="*/ 1068704 h 2164531"/>
              <a:gd name="connsiteX2" fmla="*/ 1886483 w 2312758"/>
              <a:gd name="connsiteY2" fmla="*/ 1461553 h 2164531"/>
              <a:gd name="connsiteX3" fmla="*/ 1560903 w 2312758"/>
              <a:gd name="connsiteY3" fmla="*/ 2161146 h 2164531"/>
              <a:gd name="connsiteX4" fmla="*/ 1096749 w 2312758"/>
              <a:gd name="connsiteY4" fmla="*/ 1713138 h 2164531"/>
              <a:gd name="connsiteX5" fmla="*/ 268001 w 2312758"/>
              <a:gd name="connsiteY5" fmla="*/ 1781751 h 2164531"/>
              <a:gd name="connsiteX6" fmla="*/ 218223 w 2312758"/>
              <a:gd name="connsiteY6" fmla="*/ 947621 h 2164531"/>
              <a:gd name="connsiteX7" fmla="*/ 716010 w 2312758"/>
              <a:gd name="connsiteY7" fmla="*/ 661057 h 2164531"/>
              <a:gd name="connsiteX8" fmla="*/ 1637589 w 2312758"/>
              <a:gd name="connsiteY8" fmla="*/ 479 h 216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2758" h="2164531">
                <a:moveTo>
                  <a:pt x="1637589" y="479"/>
                </a:moveTo>
                <a:cubicBezTo>
                  <a:pt x="2117887" y="15279"/>
                  <a:pt x="2474410" y="539974"/>
                  <a:pt x="2237625" y="1068704"/>
                </a:cubicBezTo>
                <a:cubicBezTo>
                  <a:pt x="2152867" y="1257056"/>
                  <a:pt x="1952406" y="1314908"/>
                  <a:pt x="1886483" y="1461553"/>
                </a:cubicBezTo>
                <a:cubicBezTo>
                  <a:pt x="1757328" y="1749462"/>
                  <a:pt x="1864957" y="2116750"/>
                  <a:pt x="1560903" y="2161146"/>
                </a:cubicBezTo>
                <a:cubicBezTo>
                  <a:pt x="1233977" y="2206889"/>
                  <a:pt x="1252813" y="1775025"/>
                  <a:pt x="1096749" y="1713138"/>
                </a:cubicBezTo>
                <a:cubicBezTo>
                  <a:pt x="763097" y="1582636"/>
                  <a:pt x="643360" y="1917635"/>
                  <a:pt x="268001" y="1781751"/>
                </a:cubicBezTo>
                <a:cubicBezTo>
                  <a:pt x="-64305" y="1662014"/>
                  <a:pt x="-95249" y="1053906"/>
                  <a:pt x="218223" y="947621"/>
                </a:cubicBezTo>
                <a:cubicBezTo>
                  <a:pt x="346032" y="904569"/>
                  <a:pt x="668921" y="979910"/>
                  <a:pt x="716010" y="661057"/>
                </a:cubicBezTo>
                <a:cubicBezTo>
                  <a:pt x="757716" y="379874"/>
                  <a:pt x="1095405" y="-15666"/>
                  <a:pt x="1637589" y="479"/>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DFB530B4-35D9-4FA0-8897-A74895EFD2EC}"/>
              </a:ext>
            </a:extLst>
          </p:cNvPr>
          <p:cNvSpPr>
            <a:spLocks noGrp="1"/>
          </p:cNvSpPr>
          <p:nvPr>
            <p:ph type="pic" sz="quarter" idx="10" hasCustomPrompt="1"/>
          </p:nvPr>
        </p:nvSpPr>
        <p:spPr>
          <a:xfrm>
            <a:off x="-624161" y="-948470"/>
            <a:ext cx="3917403" cy="3560912"/>
          </a:xfrm>
          <a:custGeom>
            <a:avLst/>
            <a:gdLst>
              <a:gd name="connsiteX0" fmla="*/ 1248336 w 3917403"/>
              <a:gd name="connsiteY0" fmla="*/ 311 h 3560912"/>
              <a:gd name="connsiteX1" fmla="*/ 1758858 w 3917403"/>
              <a:gd name="connsiteY1" fmla="*/ 143801 h 3560912"/>
              <a:gd name="connsiteX2" fmla="*/ 2201249 w 3917403"/>
              <a:gd name="connsiteY2" fmla="*/ 558275 h 3560912"/>
              <a:gd name="connsiteX3" fmla="*/ 2203397 w 3917403"/>
              <a:gd name="connsiteY3" fmla="*/ 560422 h 3560912"/>
              <a:gd name="connsiteX4" fmla="*/ 2691959 w 3917403"/>
              <a:gd name="connsiteY4" fmla="*/ 818126 h 3560912"/>
              <a:gd name="connsiteX5" fmla="*/ 2847656 w 3917403"/>
              <a:gd name="connsiteY5" fmla="*/ 855707 h 3560912"/>
              <a:gd name="connsiteX6" fmla="*/ 3618620 w 3917403"/>
              <a:gd name="connsiteY6" fmla="*/ 1243337 h 3560912"/>
              <a:gd name="connsiteX7" fmla="*/ 3911757 w 3917403"/>
              <a:gd name="connsiteY7" fmla="*/ 2048661 h 3560912"/>
              <a:gd name="connsiteX8" fmla="*/ 3429637 w 3917403"/>
              <a:gd name="connsiteY8" fmla="*/ 2748756 h 3560912"/>
              <a:gd name="connsiteX9" fmla="*/ 2749943 w 3917403"/>
              <a:gd name="connsiteY9" fmla="*/ 2891566 h 3560912"/>
              <a:gd name="connsiteX10" fmla="*/ 1768521 w 3917403"/>
              <a:gd name="connsiteY10" fmla="*/ 3189000 h 3560912"/>
              <a:gd name="connsiteX11" fmla="*/ 888033 w 3917403"/>
              <a:gd name="connsiteY11" fmla="*/ 3553005 h 3560912"/>
              <a:gd name="connsiteX12" fmla="*/ 287799 w 3917403"/>
              <a:gd name="connsiteY12" fmla="*/ 3419860 h 3560912"/>
              <a:gd name="connsiteX13" fmla="*/ 29 w 3917403"/>
              <a:gd name="connsiteY13" fmla="*/ 2889418 h 3560912"/>
              <a:gd name="connsiteX14" fmla="*/ 540133 w 3917403"/>
              <a:gd name="connsiteY14" fmla="*/ 1753375 h 3560912"/>
              <a:gd name="connsiteX15" fmla="*/ 448863 w 3917403"/>
              <a:gd name="connsiteY15" fmla="*/ 731150 h 3560912"/>
              <a:gd name="connsiteX16" fmla="*/ 935279 w 3917403"/>
              <a:gd name="connsiteY16" fmla="*/ 68638 h 3560912"/>
              <a:gd name="connsiteX17" fmla="*/ 1248336 w 3917403"/>
              <a:gd name="connsiteY17" fmla="*/ 311 h 356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17403" h="3560912">
                <a:moveTo>
                  <a:pt x="1248336" y="311"/>
                </a:moveTo>
                <a:cubicBezTo>
                  <a:pt x="1427668" y="-4429"/>
                  <a:pt x="1609201" y="45149"/>
                  <a:pt x="1758858" y="143801"/>
                </a:cubicBezTo>
                <a:cubicBezTo>
                  <a:pt x="1927438" y="254398"/>
                  <a:pt x="2054143" y="418685"/>
                  <a:pt x="2201249" y="558275"/>
                </a:cubicBezTo>
                <a:cubicBezTo>
                  <a:pt x="2201249" y="559348"/>
                  <a:pt x="2202322" y="559348"/>
                  <a:pt x="2203397" y="560422"/>
                </a:cubicBezTo>
                <a:cubicBezTo>
                  <a:pt x="2339764" y="689274"/>
                  <a:pt x="2509419" y="777323"/>
                  <a:pt x="2691959" y="818126"/>
                </a:cubicBezTo>
                <a:cubicBezTo>
                  <a:pt x="2743500" y="829937"/>
                  <a:pt x="2796115" y="842822"/>
                  <a:pt x="2847656" y="855707"/>
                </a:cubicBezTo>
                <a:cubicBezTo>
                  <a:pt x="3130056" y="927650"/>
                  <a:pt x="3412457" y="1038247"/>
                  <a:pt x="3618620" y="1243337"/>
                </a:cubicBezTo>
                <a:cubicBezTo>
                  <a:pt x="3829078" y="1451647"/>
                  <a:pt x="3945044" y="1754449"/>
                  <a:pt x="3911757" y="2048661"/>
                </a:cubicBezTo>
                <a:cubicBezTo>
                  <a:pt x="3880619" y="2342872"/>
                  <a:pt x="3695931" y="2619904"/>
                  <a:pt x="3429637" y="2748756"/>
                </a:cubicBezTo>
                <a:cubicBezTo>
                  <a:pt x="3220252" y="2849690"/>
                  <a:pt x="2980803" y="2859353"/>
                  <a:pt x="2749943" y="2891566"/>
                </a:cubicBezTo>
                <a:cubicBezTo>
                  <a:pt x="2410633" y="2938812"/>
                  <a:pt x="2077765" y="3039746"/>
                  <a:pt x="1768521" y="3189000"/>
                </a:cubicBezTo>
                <a:cubicBezTo>
                  <a:pt x="1481826" y="3328589"/>
                  <a:pt x="1204794" y="3512202"/>
                  <a:pt x="888033" y="3553005"/>
                </a:cubicBezTo>
                <a:cubicBezTo>
                  <a:pt x="679722" y="3579850"/>
                  <a:pt x="459601" y="3539047"/>
                  <a:pt x="287799" y="3419860"/>
                </a:cubicBezTo>
                <a:cubicBezTo>
                  <a:pt x="115996" y="3300671"/>
                  <a:pt x="-2118" y="3098803"/>
                  <a:pt x="29" y="2889418"/>
                </a:cubicBezTo>
                <a:cubicBezTo>
                  <a:pt x="4325" y="2465282"/>
                  <a:pt x="458527" y="2169996"/>
                  <a:pt x="540133" y="1753375"/>
                </a:cubicBezTo>
                <a:cubicBezTo>
                  <a:pt x="606706" y="1415139"/>
                  <a:pt x="415576" y="1073682"/>
                  <a:pt x="448863" y="731150"/>
                </a:cubicBezTo>
                <a:cubicBezTo>
                  <a:pt x="476781" y="444456"/>
                  <a:pt x="672207" y="183530"/>
                  <a:pt x="935279" y="68638"/>
                </a:cubicBezTo>
                <a:cubicBezTo>
                  <a:pt x="1033931" y="25553"/>
                  <a:pt x="1140737" y="3154"/>
                  <a:pt x="1248336" y="311"/>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918695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decel="100000" fill="hold" grpId="1" nodeType="withEffect">
                                  <p:stCondLst>
                                    <p:cond delay="0"/>
                                  </p:stCondLst>
                                  <p:childTnLst>
                                    <p:animScale>
                                      <p:cBhvr>
                                        <p:cTn id="9" dur="3000" fill="hold"/>
                                        <p:tgtEl>
                                          <p:spTgt spid="7"/>
                                        </p:tgtEl>
                                      </p:cBhvr>
                                      <p:by x="108000" y="108000"/>
                                    </p:animScale>
                                  </p:childTnLst>
                                </p:cTn>
                              </p:par>
                              <p:par>
                                <p:cTn id="10" presetID="10" presetClass="entr" presetSubtype="0" fill="hold" grpId="0" nodeType="withEffect">
                                  <p:stCondLst>
                                    <p:cond delay="2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6" presetClass="emph" presetSubtype="0" decel="100000" fill="hold" grpId="1" nodeType="withEffect">
                                  <p:stCondLst>
                                    <p:cond delay="250"/>
                                  </p:stCondLst>
                                  <p:childTnLst>
                                    <p:animScale>
                                      <p:cBhvr>
                                        <p:cTn id="14" dur="3000" fill="hold"/>
                                        <p:tgtEl>
                                          <p:spTgt spid="10"/>
                                        </p:tgtEl>
                                      </p:cBhvr>
                                      <p:by x="108000" y="108000"/>
                                    </p:animScale>
                                  </p:childTnLst>
                                </p:cTn>
                              </p:par>
                              <p:par>
                                <p:cTn id="15" presetID="10" presetClass="entr" presetSubtype="0" fill="hold" grpId="0" nodeType="withEffect">
                                  <p:stCondLst>
                                    <p:cond delay="5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6" presetClass="emph" presetSubtype="0" decel="100000" fill="hold" grpId="1" nodeType="withEffect">
                                  <p:stCondLst>
                                    <p:cond delay="500"/>
                                  </p:stCondLst>
                                  <p:childTnLst>
                                    <p:animScale>
                                      <p:cBhvr>
                                        <p:cTn id="19" dur="3000" fill="hold"/>
                                        <p:tgtEl>
                                          <p:spTgt spid="13"/>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0" grpId="0" animBg="1"/>
      <p:bldP spid="10" grpId="1" animBg="1"/>
      <p:bldP spid="7" grpId="0" animBg="1"/>
      <p:bldP spid="7" grpId="1" animBg="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7_Title and Content">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3DBA0926-5713-485D-95C3-86A3D012B818}"/>
              </a:ext>
            </a:extLst>
          </p:cNvPr>
          <p:cNvSpPr/>
          <p:nvPr userDrawn="1"/>
        </p:nvSpPr>
        <p:spPr>
          <a:xfrm>
            <a:off x="0" y="-117403"/>
            <a:ext cx="6249531" cy="6259150"/>
          </a:xfrm>
          <a:custGeom>
            <a:avLst/>
            <a:gdLst>
              <a:gd name="connsiteX0" fmla="*/ 0 w 6249531"/>
              <a:gd name="connsiteY0" fmla="*/ 0 h 6259150"/>
              <a:gd name="connsiteX1" fmla="*/ 5794633 w 6249531"/>
              <a:gd name="connsiteY1" fmla="*/ 0 h 6259150"/>
              <a:gd name="connsiteX2" fmla="*/ 5832298 w 6249531"/>
              <a:gd name="connsiteY2" fmla="*/ 44579 h 6259150"/>
              <a:gd name="connsiteX3" fmla="*/ 6242094 w 6249531"/>
              <a:gd name="connsiteY3" fmla="*/ 1365061 h 6259150"/>
              <a:gd name="connsiteX4" fmla="*/ 4068348 w 6249531"/>
              <a:gd name="connsiteY4" fmla="*/ 3504072 h 6259150"/>
              <a:gd name="connsiteX5" fmla="*/ 2151623 w 6249531"/>
              <a:gd name="connsiteY5" fmla="*/ 3799886 h 6259150"/>
              <a:gd name="connsiteX6" fmla="*/ 1013465 w 6249531"/>
              <a:gd name="connsiteY6" fmla="*/ 5697712 h 6259150"/>
              <a:gd name="connsiteX7" fmla="*/ 52895 w 6249531"/>
              <a:gd name="connsiteY7" fmla="*/ 6255593 h 6259150"/>
              <a:gd name="connsiteX8" fmla="*/ 0 w 6249531"/>
              <a:gd name="connsiteY8" fmla="*/ 6247643 h 625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531" h="6259150">
                <a:moveTo>
                  <a:pt x="0" y="0"/>
                </a:moveTo>
                <a:lnTo>
                  <a:pt x="5794633" y="0"/>
                </a:lnTo>
                <a:lnTo>
                  <a:pt x="5832298" y="44579"/>
                </a:lnTo>
                <a:cubicBezTo>
                  <a:pt x="6123667" y="424704"/>
                  <a:pt x="6287269" y="900067"/>
                  <a:pt x="6242094" y="1365061"/>
                </a:cubicBezTo>
                <a:cubicBezTo>
                  <a:pt x="6138845" y="2427898"/>
                  <a:pt x="5158969" y="3282802"/>
                  <a:pt x="4068348" y="3504072"/>
                </a:cubicBezTo>
                <a:cubicBezTo>
                  <a:pt x="3433370" y="3635868"/>
                  <a:pt x="2759675" y="3584770"/>
                  <a:pt x="2151623" y="3799886"/>
                </a:cubicBezTo>
                <a:cubicBezTo>
                  <a:pt x="1097607" y="4173163"/>
                  <a:pt x="1398690" y="4961870"/>
                  <a:pt x="1013465" y="5697712"/>
                </a:cubicBezTo>
                <a:cubicBezTo>
                  <a:pt x="787471" y="6129456"/>
                  <a:pt x="424125" y="6285479"/>
                  <a:pt x="52895" y="6255593"/>
                </a:cubicBezTo>
                <a:lnTo>
                  <a:pt x="0" y="624764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Picture Placeholder 12">
            <a:extLst>
              <a:ext uri="{FF2B5EF4-FFF2-40B4-BE49-F238E27FC236}">
                <a16:creationId xmlns:a16="http://schemas.microsoft.com/office/drawing/2014/main" id="{42B9D439-AAAE-48DC-AA04-0C328A789C1A}"/>
              </a:ext>
            </a:extLst>
          </p:cNvPr>
          <p:cNvSpPr>
            <a:spLocks noGrp="1"/>
          </p:cNvSpPr>
          <p:nvPr>
            <p:ph type="pic" sz="quarter" idx="12" hasCustomPrompt="1"/>
          </p:nvPr>
        </p:nvSpPr>
        <p:spPr>
          <a:xfrm>
            <a:off x="8743439" y="1205772"/>
            <a:ext cx="2356359" cy="1382078"/>
          </a:xfrm>
          <a:custGeom>
            <a:avLst/>
            <a:gdLst>
              <a:gd name="connsiteX0" fmla="*/ 230351 w 2356359"/>
              <a:gd name="connsiteY0" fmla="*/ 0 h 1382078"/>
              <a:gd name="connsiteX1" fmla="*/ 2126008 w 2356359"/>
              <a:gd name="connsiteY1" fmla="*/ 0 h 1382078"/>
              <a:gd name="connsiteX2" fmla="*/ 2356359 w 2356359"/>
              <a:gd name="connsiteY2" fmla="*/ 230351 h 1382078"/>
              <a:gd name="connsiteX3" fmla="*/ 2356359 w 2356359"/>
              <a:gd name="connsiteY3" fmla="*/ 1151727 h 1382078"/>
              <a:gd name="connsiteX4" fmla="*/ 2126008 w 2356359"/>
              <a:gd name="connsiteY4" fmla="*/ 1382078 h 1382078"/>
              <a:gd name="connsiteX5" fmla="*/ 230351 w 2356359"/>
              <a:gd name="connsiteY5" fmla="*/ 1382078 h 1382078"/>
              <a:gd name="connsiteX6" fmla="*/ 0 w 2356359"/>
              <a:gd name="connsiteY6" fmla="*/ 1151727 h 1382078"/>
              <a:gd name="connsiteX7" fmla="*/ 0 w 2356359"/>
              <a:gd name="connsiteY7" fmla="*/ 230351 h 1382078"/>
              <a:gd name="connsiteX8" fmla="*/ 230351 w 2356359"/>
              <a:gd name="connsiteY8" fmla="*/ 0 h 13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359" h="1382078">
                <a:moveTo>
                  <a:pt x="230351" y="0"/>
                </a:moveTo>
                <a:lnTo>
                  <a:pt x="2126008" y="0"/>
                </a:lnTo>
                <a:cubicBezTo>
                  <a:pt x="2253227" y="0"/>
                  <a:pt x="2356359" y="103132"/>
                  <a:pt x="2356359" y="230351"/>
                </a:cubicBezTo>
                <a:lnTo>
                  <a:pt x="2356359" y="1151727"/>
                </a:lnTo>
                <a:cubicBezTo>
                  <a:pt x="2356359" y="1278946"/>
                  <a:pt x="2253227" y="1382078"/>
                  <a:pt x="2126008" y="1382078"/>
                </a:cubicBezTo>
                <a:lnTo>
                  <a:pt x="230351" y="1382078"/>
                </a:lnTo>
                <a:cubicBezTo>
                  <a:pt x="103132" y="1382078"/>
                  <a:pt x="0" y="1278946"/>
                  <a:pt x="0" y="1151727"/>
                </a:cubicBezTo>
                <a:lnTo>
                  <a:pt x="0" y="230351"/>
                </a:lnTo>
                <a:cubicBezTo>
                  <a:pt x="0" y="103132"/>
                  <a:pt x="103132" y="0"/>
                  <a:pt x="230351" y="0"/>
                </a:cubicBezTo>
                <a:close/>
              </a:path>
            </a:pathLst>
          </a:custGeom>
          <a:solidFill>
            <a:schemeClr val="bg1">
              <a:lumMod val="95000"/>
              <a:alpha val="25000"/>
            </a:schemeClr>
          </a:solidFill>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A278C9AB-1E88-4835-ACEC-F8557A111475}"/>
              </a:ext>
            </a:extLst>
          </p:cNvPr>
          <p:cNvSpPr>
            <a:spLocks noGrp="1"/>
          </p:cNvSpPr>
          <p:nvPr>
            <p:ph type="pic" sz="quarter" idx="11" hasCustomPrompt="1"/>
          </p:nvPr>
        </p:nvSpPr>
        <p:spPr>
          <a:xfrm>
            <a:off x="6799558" y="2175379"/>
            <a:ext cx="4300242" cy="2522227"/>
          </a:xfrm>
          <a:custGeom>
            <a:avLst/>
            <a:gdLst>
              <a:gd name="connsiteX0" fmla="*/ 420380 w 4300242"/>
              <a:gd name="connsiteY0" fmla="*/ 0 h 2522227"/>
              <a:gd name="connsiteX1" fmla="*/ 3879862 w 4300242"/>
              <a:gd name="connsiteY1" fmla="*/ 0 h 2522227"/>
              <a:gd name="connsiteX2" fmla="*/ 4300242 w 4300242"/>
              <a:gd name="connsiteY2" fmla="*/ 420380 h 2522227"/>
              <a:gd name="connsiteX3" fmla="*/ 4300242 w 4300242"/>
              <a:gd name="connsiteY3" fmla="*/ 2101847 h 2522227"/>
              <a:gd name="connsiteX4" fmla="*/ 3879862 w 4300242"/>
              <a:gd name="connsiteY4" fmla="*/ 2522227 h 2522227"/>
              <a:gd name="connsiteX5" fmla="*/ 420380 w 4300242"/>
              <a:gd name="connsiteY5" fmla="*/ 2522227 h 2522227"/>
              <a:gd name="connsiteX6" fmla="*/ 0 w 4300242"/>
              <a:gd name="connsiteY6" fmla="*/ 2101847 h 2522227"/>
              <a:gd name="connsiteX7" fmla="*/ 0 w 4300242"/>
              <a:gd name="connsiteY7" fmla="*/ 420380 h 2522227"/>
              <a:gd name="connsiteX8" fmla="*/ 420380 w 4300242"/>
              <a:gd name="connsiteY8" fmla="*/ 0 h 25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0242" h="2522227">
                <a:moveTo>
                  <a:pt x="420380" y="0"/>
                </a:moveTo>
                <a:lnTo>
                  <a:pt x="3879862" y="0"/>
                </a:lnTo>
                <a:cubicBezTo>
                  <a:pt x="4112031" y="0"/>
                  <a:pt x="4300242" y="188211"/>
                  <a:pt x="4300242" y="420380"/>
                </a:cubicBezTo>
                <a:lnTo>
                  <a:pt x="4300242" y="2101847"/>
                </a:lnTo>
                <a:cubicBezTo>
                  <a:pt x="4300242" y="2334016"/>
                  <a:pt x="4112031" y="2522227"/>
                  <a:pt x="3879862" y="2522227"/>
                </a:cubicBezTo>
                <a:lnTo>
                  <a:pt x="420380" y="2522227"/>
                </a:lnTo>
                <a:cubicBezTo>
                  <a:pt x="188211" y="2522227"/>
                  <a:pt x="0" y="2334016"/>
                  <a:pt x="0" y="2101847"/>
                </a:cubicBezTo>
                <a:lnTo>
                  <a:pt x="0" y="420380"/>
                </a:lnTo>
                <a:cubicBezTo>
                  <a:pt x="0" y="188211"/>
                  <a:pt x="188211" y="0"/>
                  <a:pt x="420380" y="0"/>
                </a:cubicBezTo>
                <a:close/>
              </a:path>
            </a:pathLst>
          </a:custGeom>
          <a:solidFill>
            <a:schemeClr val="bg1">
              <a:lumMod val="95000"/>
              <a:alpha val="25000"/>
            </a:schemeClr>
          </a:solidFill>
          <a:effectLst>
            <a:outerShdw blurRad="901700" dist="495300" dir="18900000" sx="84000" sy="84000" algn="b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589EFD7C-1F4A-46B7-B4D5-F5AB56B5C228}"/>
              </a:ext>
            </a:extLst>
          </p:cNvPr>
          <p:cNvSpPr>
            <a:spLocks noGrp="1"/>
          </p:cNvSpPr>
          <p:nvPr>
            <p:ph type="pic" sz="quarter" idx="10" hasCustomPrompt="1"/>
          </p:nvPr>
        </p:nvSpPr>
        <p:spPr>
          <a:xfrm>
            <a:off x="4411966" y="3436494"/>
            <a:ext cx="4775183" cy="2800795"/>
          </a:xfrm>
          <a:custGeom>
            <a:avLst/>
            <a:gdLst>
              <a:gd name="connsiteX0" fmla="*/ 466809 w 4775183"/>
              <a:gd name="connsiteY0" fmla="*/ 0 h 2800795"/>
              <a:gd name="connsiteX1" fmla="*/ 4308374 w 4775183"/>
              <a:gd name="connsiteY1" fmla="*/ 0 h 2800795"/>
              <a:gd name="connsiteX2" fmla="*/ 4775183 w 4775183"/>
              <a:gd name="connsiteY2" fmla="*/ 466809 h 2800795"/>
              <a:gd name="connsiteX3" fmla="*/ 4775183 w 4775183"/>
              <a:gd name="connsiteY3" fmla="*/ 2333986 h 2800795"/>
              <a:gd name="connsiteX4" fmla="*/ 4308374 w 4775183"/>
              <a:gd name="connsiteY4" fmla="*/ 2800795 h 2800795"/>
              <a:gd name="connsiteX5" fmla="*/ 466809 w 4775183"/>
              <a:gd name="connsiteY5" fmla="*/ 2800795 h 2800795"/>
              <a:gd name="connsiteX6" fmla="*/ 0 w 4775183"/>
              <a:gd name="connsiteY6" fmla="*/ 2333986 h 2800795"/>
              <a:gd name="connsiteX7" fmla="*/ 0 w 4775183"/>
              <a:gd name="connsiteY7" fmla="*/ 466809 h 2800795"/>
              <a:gd name="connsiteX8" fmla="*/ 466809 w 4775183"/>
              <a:gd name="connsiteY8" fmla="*/ 0 h 280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5183" h="2800795">
                <a:moveTo>
                  <a:pt x="466809" y="0"/>
                </a:moveTo>
                <a:lnTo>
                  <a:pt x="4308374" y="0"/>
                </a:lnTo>
                <a:cubicBezTo>
                  <a:pt x="4566185" y="0"/>
                  <a:pt x="4775183" y="208998"/>
                  <a:pt x="4775183" y="466809"/>
                </a:cubicBezTo>
                <a:lnTo>
                  <a:pt x="4775183" y="2333986"/>
                </a:lnTo>
                <a:cubicBezTo>
                  <a:pt x="4775183" y="2591797"/>
                  <a:pt x="4566185" y="2800795"/>
                  <a:pt x="4308374" y="2800795"/>
                </a:cubicBezTo>
                <a:lnTo>
                  <a:pt x="466809" y="2800795"/>
                </a:lnTo>
                <a:cubicBezTo>
                  <a:pt x="208998" y="2800795"/>
                  <a:pt x="0" y="2591797"/>
                  <a:pt x="0" y="2333986"/>
                </a:cubicBezTo>
                <a:lnTo>
                  <a:pt x="0" y="466809"/>
                </a:lnTo>
                <a:cubicBezTo>
                  <a:pt x="0" y="208998"/>
                  <a:pt x="208998" y="0"/>
                  <a:pt x="466809" y="0"/>
                </a:cubicBezTo>
                <a:close/>
              </a:path>
            </a:pathLst>
          </a:custGeom>
          <a:solidFill>
            <a:schemeClr val="bg1">
              <a:lumMod val="95000"/>
              <a:alpha val="25000"/>
            </a:schemeClr>
          </a:solidFill>
          <a:effectLst>
            <a:outerShdw blurRad="977900" dist="685800" dir="18900000" sx="87000" sy="87000" algn="b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14785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6" presetClass="emph" presetSubtype="0" decel="100000" fill="hold" grpId="1" nodeType="withEffect">
                                  <p:stCondLst>
                                    <p:cond delay="0"/>
                                  </p:stCondLst>
                                  <p:childTnLst>
                                    <p:animScale>
                                      <p:cBhvr>
                                        <p:cTn id="9" dur="3000" fill="hold"/>
                                        <p:tgtEl>
                                          <p:spTgt spid="14"/>
                                        </p:tgtEl>
                                      </p:cBhvr>
                                      <p:by x="108000" y="108000"/>
                                    </p:animScale>
                                  </p:childTnLst>
                                </p:cTn>
                              </p:par>
                              <p:par>
                                <p:cTn id="10" presetID="2" presetClass="entr" presetSubtype="4" decel="10000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2" presetClass="entr" presetSubtype="4" decel="100000" fill="hold" grpId="0" nodeType="withEffect">
                                  <p:stCondLst>
                                    <p:cond delay="25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1000" fill="hold"/>
                                        <p:tgtEl>
                                          <p:spTgt spid="10"/>
                                        </p:tgtEl>
                                        <p:attrNameLst>
                                          <p:attrName>ppt_x</p:attrName>
                                        </p:attrNameLst>
                                      </p:cBhvr>
                                      <p:tavLst>
                                        <p:tav tm="0">
                                          <p:val>
                                            <p:strVal val="#ppt_x"/>
                                          </p:val>
                                        </p:tav>
                                        <p:tav tm="100000">
                                          <p:val>
                                            <p:strVal val="#ppt_x"/>
                                          </p:val>
                                        </p:tav>
                                      </p:tavLst>
                                    </p:anim>
                                    <p:anim calcmode="lin" valueType="num">
                                      <p:cBhvr additive="base">
                                        <p:cTn id="17" dur="1000" fill="hold"/>
                                        <p:tgtEl>
                                          <p:spTgt spid="10"/>
                                        </p:tgtEl>
                                        <p:attrNameLst>
                                          <p:attrName>ppt_y</p:attrName>
                                        </p:attrNameLst>
                                      </p:cBhvr>
                                      <p:tavLst>
                                        <p:tav tm="0">
                                          <p:val>
                                            <p:strVal val="1+#ppt_h/2"/>
                                          </p:val>
                                        </p:tav>
                                        <p:tav tm="100000">
                                          <p:val>
                                            <p:strVal val="#ppt_y"/>
                                          </p:val>
                                        </p:tav>
                                      </p:tavLst>
                                    </p:anim>
                                  </p:childTnLst>
                                </p:cTn>
                              </p:par>
                              <p:par>
                                <p:cTn id="18" presetID="2" presetClass="entr" presetSubtype="4" decel="100000" fill="hold" grpId="0" nodeType="withEffect">
                                  <p:stCondLst>
                                    <p:cond delay="50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1000" fill="hold"/>
                                        <p:tgtEl>
                                          <p:spTgt spid="13"/>
                                        </p:tgtEl>
                                        <p:attrNameLst>
                                          <p:attrName>ppt_x</p:attrName>
                                        </p:attrNameLst>
                                      </p:cBhvr>
                                      <p:tavLst>
                                        <p:tav tm="0">
                                          <p:val>
                                            <p:strVal val="#ppt_x"/>
                                          </p:val>
                                        </p:tav>
                                        <p:tav tm="100000">
                                          <p:val>
                                            <p:strVal val="#ppt_x"/>
                                          </p:val>
                                        </p:tav>
                                      </p:tavLst>
                                    </p:anim>
                                    <p:anim calcmode="lin" valueType="num">
                                      <p:cBhvr additive="base">
                                        <p:cTn id="21"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3" grpId="0" animBg="1"/>
      <p:bldP spid="10" grpId="0" animBg="1"/>
      <p:bldP spid="7" grpId="0" animBg="1"/>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8_Title and Content">
    <p:spTree>
      <p:nvGrpSpPr>
        <p:cNvPr id="1" name=""/>
        <p:cNvGrpSpPr/>
        <p:nvPr/>
      </p:nvGrpSpPr>
      <p:grpSpPr>
        <a:xfrm>
          <a:off x="0" y="0"/>
          <a:ext cx="0" cy="0"/>
          <a:chOff x="0" y="0"/>
          <a:chExt cx="0" cy="0"/>
        </a:xfrm>
      </p:grpSpPr>
      <p:sp>
        <p:nvSpPr>
          <p:cNvPr id="12" name="Rectangle: Single Corner Rounded 11">
            <a:extLst>
              <a:ext uri="{FF2B5EF4-FFF2-40B4-BE49-F238E27FC236}">
                <a16:creationId xmlns:a16="http://schemas.microsoft.com/office/drawing/2014/main" id="{4C24B779-E90C-48FB-A6A4-AEF3C6700498}"/>
              </a:ext>
            </a:extLst>
          </p:cNvPr>
          <p:cNvSpPr/>
          <p:nvPr userDrawn="1"/>
        </p:nvSpPr>
        <p:spPr>
          <a:xfrm flipH="1">
            <a:off x="4008120" y="2148839"/>
            <a:ext cx="8183880" cy="4709161"/>
          </a:xfrm>
          <a:prstGeom prst="round1Rect">
            <a:avLst>
              <a:gd name="adj" fmla="val 857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Picture Placeholder 8">
            <a:extLst>
              <a:ext uri="{FF2B5EF4-FFF2-40B4-BE49-F238E27FC236}">
                <a16:creationId xmlns:a16="http://schemas.microsoft.com/office/drawing/2014/main" id="{695B771F-E549-4F6E-B2ED-962B9DA4802F}"/>
              </a:ext>
            </a:extLst>
          </p:cNvPr>
          <p:cNvSpPr>
            <a:spLocks noGrp="1"/>
          </p:cNvSpPr>
          <p:nvPr>
            <p:ph type="pic" sz="quarter" idx="10" hasCustomPrompt="1"/>
          </p:nvPr>
        </p:nvSpPr>
        <p:spPr>
          <a:xfrm>
            <a:off x="4190202" y="2330244"/>
            <a:ext cx="2359577" cy="2317741"/>
          </a:xfrm>
          <a:custGeom>
            <a:avLst/>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5E20149C-79E7-49C2-83BD-8D85DEDE7A32}"/>
              </a:ext>
            </a:extLst>
          </p:cNvPr>
          <p:cNvSpPr>
            <a:spLocks noGrp="1"/>
          </p:cNvSpPr>
          <p:nvPr>
            <p:ph type="pic" sz="quarter" idx="11" hasCustomPrompt="1"/>
          </p:nvPr>
        </p:nvSpPr>
        <p:spPr>
          <a:xfrm>
            <a:off x="6725316" y="2330244"/>
            <a:ext cx="2359577" cy="2317741"/>
          </a:xfrm>
          <a:custGeom>
            <a:avLst/>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E6F2E8B5-58B2-456E-A791-1CB360904122}"/>
              </a:ext>
            </a:extLst>
          </p:cNvPr>
          <p:cNvSpPr>
            <a:spLocks noGrp="1"/>
          </p:cNvSpPr>
          <p:nvPr>
            <p:ph type="pic" sz="quarter" idx="12" hasCustomPrompt="1"/>
          </p:nvPr>
        </p:nvSpPr>
        <p:spPr>
          <a:xfrm>
            <a:off x="9260432" y="2330244"/>
            <a:ext cx="2359577" cy="2317741"/>
          </a:xfrm>
          <a:custGeom>
            <a:avLst/>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3" name="TextBox 12">
            <a:extLst>
              <a:ext uri="{FF2B5EF4-FFF2-40B4-BE49-F238E27FC236}">
                <a16:creationId xmlns:a16="http://schemas.microsoft.com/office/drawing/2014/main" id="{EA5BA95C-0816-4264-AC24-7743EBA8B584}"/>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21" name="Freeform: Shape 20">
            <a:extLst>
              <a:ext uri="{FF2B5EF4-FFF2-40B4-BE49-F238E27FC236}">
                <a16:creationId xmlns:a16="http://schemas.microsoft.com/office/drawing/2014/main" id="{1BEC274A-E58E-4712-B844-2B5B4F2C40E8}"/>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Tree>
    <p:extLst>
      <p:ext uri="{BB962C8B-B14F-4D97-AF65-F5344CB8AC3E}">
        <p14:creationId xmlns:p14="http://schemas.microsoft.com/office/powerpoint/2010/main" val="3842789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1+#ppt_w/2"/>
                                          </p:val>
                                        </p:tav>
                                        <p:tav tm="100000">
                                          <p:val>
                                            <p:strVal val="#ppt_x"/>
                                          </p:val>
                                        </p:tav>
                                      </p:tavLst>
                                    </p:anim>
                                    <p:anim calcmode="lin" valueType="num">
                                      <p:cBhvr additive="base">
                                        <p:cTn id="8" dur="10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P spid="10" grpId="0" animBg="1"/>
      <p:bldP spid="11" grpId="0" animBg="1"/>
      <p:bldP spid="13" grpId="0"/>
      <p:bldP spid="21" grpId="0"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9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AC8A41A-9F31-4393-B83C-097A612761E9}"/>
              </a:ext>
            </a:extLst>
          </p:cNvPr>
          <p:cNvSpPr>
            <a:spLocks noGrp="1"/>
          </p:cNvSpPr>
          <p:nvPr>
            <p:ph type="pic" sz="quarter" idx="10" hasCustomPrompt="1"/>
          </p:nvPr>
        </p:nvSpPr>
        <p:spPr>
          <a:xfrm>
            <a:off x="1092200" y="1779884"/>
            <a:ext cx="2501900" cy="3858670"/>
          </a:xfrm>
          <a:custGeom>
            <a:avLst/>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a:schemeClr val="bg1">
              <a:lumMod val="95000"/>
              <a:alpha val="25000"/>
            </a:schemeClr>
          </a:solidFill>
          <a:effectLst>
            <a:outerShdw blurRad="1270000" dist="495300" dir="10800000" sx="88000" sy="88000" algn="l" rotWithShape="0">
              <a:prstClr val="black">
                <a:alpha val="17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DA8A8680-19DC-4C7C-BCB5-8BE4DEBA6793}"/>
              </a:ext>
            </a:extLst>
          </p:cNvPr>
          <p:cNvSpPr>
            <a:spLocks noGrp="1"/>
          </p:cNvSpPr>
          <p:nvPr>
            <p:ph type="pic" sz="quarter" idx="11" hasCustomPrompt="1"/>
          </p:nvPr>
        </p:nvSpPr>
        <p:spPr>
          <a:xfrm>
            <a:off x="8770136" y="2068643"/>
            <a:ext cx="2127446" cy="3281152"/>
          </a:xfrm>
          <a:custGeom>
            <a:avLst/>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a:schemeClr val="bg1">
              <a:lumMod val="95000"/>
              <a:alpha val="25000"/>
            </a:schemeClr>
          </a:solidFill>
          <a:effectLst>
            <a:outerShdw blurRad="1270000" dist="609600" sx="88000" sy="88000" algn="l" rotWithShape="0">
              <a:prstClr val="black">
                <a:alpha val="16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DD6EE318-7AB3-4720-9075-16439EDA9682}"/>
              </a:ext>
            </a:extLst>
          </p:cNvPr>
          <p:cNvSpPr>
            <a:spLocks noGrp="1"/>
          </p:cNvSpPr>
          <p:nvPr>
            <p:ph type="pic" sz="quarter" idx="12" hasCustomPrompt="1"/>
          </p:nvPr>
        </p:nvSpPr>
        <p:spPr>
          <a:xfrm>
            <a:off x="6449962" y="1779884"/>
            <a:ext cx="2501900" cy="3858670"/>
          </a:xfrm>
          <a:custGeom>
            <a:avLst/>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a:schemeClr val="bg1">
              <a:lumMod val="95000"/>
              <a:alpha val="25000"/>
            </a:schemeClr>
          </a:solidFill>
          <a:effectLst>
            <a:outerShdw blurRad="1270000" dist="609600" sx="88000" sy="88000" algn="l" rotWithShape="0">
              <a:prstClr val="black">
                <a:alpha val="2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3470201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0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4640808-FF49-40B1-9478-5B58095D2032}"/>
              </a:ext>
            </a:extLst>
          </p:cNvPr>
          <p:cNvSpPr>
            <a:spLocks noGrp="1"/>
          </p:cNvSpPr>
          <p:nvPr>
            <p:ph type="pic" sz="quarter" idx="10" hasCustomPrompt="1"/>
          </p:nvPr>
        </p:nvSpPr>
        <p:spPr>
          <a:xfrm>
            <a:off x="4286599" y="3710467"/>
            <a:ext cx="3274244" cy="2233133"/>
          </a:xfrm>
          <a:custGeom>
            <a:avLst/>
            <a:gdLst>
              <a:gd name="connsiteX0" fmla="*/ 279700 w 3274244"/>
              <a:gd name="connsiteY0" fmla="*/ 0 h 2233133"/>
              <a:gd name="connsiteX1" fmla="*/ 2994544 w 3274244"/>
              <a:gd name="connsiteY1" fmla="*/ 0 h 2233133"/>
              <a:gd name="connsiteX2" fmla="*/ 3274244 w 3274244"/>
              <a:gd name="connsiteY2" fmla="*/ 279700 h 2233133"/>
              <a:gd name="connsiteX3" fmla="*/ 3274244 w 3274244"/>
              <a:gd name="connsiteY3" fmla="*/ 1953433 h 2233133"/>
              <a:gd name="connsiteX4" fmla="*/ 2994544 w 3274244"/>
              <a:gd name="connsiteY4" fmla="*/ 2233133 h 2233133"/>
              <a:gd name="connsiteX5" fmla="*/ 279700 w 3274244"/>
              <a:gd name="connsiteY5" fmla="*/ 2233133 h 2233133"/>
              <a:gd name="connsiteX6" fmla="*/ 0 w 3274244"/>
              <a:gd name="connsiteY6" fmla="*/ 1953433 h 2233133"/>
              <a:gd name="connsiteX7" fmla="*/ 0 w 3274244"/>
              <a:gd name="connsiteY7" fmla="*/ 279700 h 2233133"/>
              <a:gd name="connsiteX8" fmla="*/ 279700 w 3274244"/>
              <a:gd name="connsiteY8" fmla="*/ 0 h 223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4244" h="2233133">
                <a:moveTo>
                  <a:pt x="279700" y="0"/>
                </a:moveTo>
                <a:lnTo>
                  <a:pt x="2994544" y="0"/>
                </a:lnTo>
                <a:cubicBezTo>
                  <a:pt x="3149018" y="0"/>
                  <a:pt x="3274244" y="125226"/>
                  <a:pt x="3274244" y="279700"/>
                </a:cubicBezTo>
                <a:lnTo>
                  <a:pt x="3274244" y="1953433"/>
                </a:lnTo>
                <a:cubicBezTo>
                  <a:pt x="3274244" y="2107907"/>
                  <a:pt x="3149018" y="2233133"/>
                  <a:pt x="2994544" y="2233133"/>
                </a:cubicBezTo>
                <a:lnTo>
                  <a:pt x="279700" y="2233133"/>
                </a:lnTo>
                <a:cubicBezTo>
                  <a:pt x="125226" y="2233133"/>
                  <a:pt x="0" y="2107907"/>
                  <a:pt x="0" y="1953433"/>
                </a:cubicBezTo>
                <a:lnTo>
                  <a:pt x="0" y="279700"/>
                </a:lnTo>
                <a:cubicBezTo>
                  <a:pt x="0" y="125226"/>
                  <a:pt x="125226" y="0"/>
                  <a:pt x="279700" y="0"/>
                </a:cubicBezTo>
                <a:close/>
              </a:path>
            </a:pathLst>
          </a:custGeom>
          <a:solidFill>
            <a:schemeClr val="bg1">
              <a:lumMod val="95000"/>
              <a:alpha val="25000"/>
            </a:schemeClr>
          </a:solidFill>
          <a:effectLst>
            <a:outerShdw blurRad="1130300" dist="622300" dir="5400000" sx="80000" sy="80000" algn="t" rotWithShape="0">
              <a:prstClr val="black">
                <a:alpha val="2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EC13D04A-F323-4B74-98EF-4487A994691B}"/>
              </a:ext>
            </a:extLst>
          </p:cNvPr>
          <p:cNvSpPr>
            <a:spLocks noGrp="1"/>
          </p:cNvSpPr>
          <p:nvPr>
            <p:ph type="pic" sz="quarter" idx="11" hasCustomPrompt="1"/>
          </p:nvPr>
        </p:nvSpPr>
        <p:spPr>
          <a:xfrm>
            <a:off x="7734675" y="1737108"/>
            <a:ext cx="3358812" cy="3675551"/>
          </a:xfrm>
          <a:custGeom>
            <a:avLst/>
            <a:gdLst>
              <a:gd name="connsiteX0" fmla="*/ 420691 w 3358812"/>
              <a:gd name="connsiteY0" fmla="*/ 0 h 3675551"/>
              <a:gd name="connsiteX1" fmla="*/ 2938121 w 3358812"/>
              <a:gd name="connsiteY1" fmla="*/ 0 h 3675551"/>
              <a:gd name="connsiteX2" fmla="*/ 3358812 w 3358812"/>
              <a:gd name="connsiteY2" fmla="*/ 420691 h 3675551"/>
              <a:gd name="connsiteX3" fmla="*/ 3358812 w 3358812"/>
              <a:gd name="connsiteY3" fmla="*/ 3254860 h 3675551"/>
              <a:gd name="connsiteX4" fmla="*/ 2938121 w 3358812"/>
              <a:gd name="connsiteY4" fmla="*/ 3675551 h 3675551"/>
              <a:gd name="connsiteX5" fmla="*/ 420691 w 3358812"/>
              <a:gd name="connsiteY5" fmla="*/ 3675551 h 3675551"/>
              <a:gd name="connsiteX6" fmla="*/ 0 w 3358812"/>
              <a:gd name="connsiteY6" fmla="*/ 3254860 h 3675551"/>
              <a:gd name="connsiteX7" fmla="*/ 0 w 3358812"/>
              <a:gd name="connsiteY7" fmla="*/ 420691 h 3675551"/>
              <a:gd name="connsiteX8" fmla="*/ 420691 w 3358812"/>
              <a:gd name="connsiteY8" fmla="*/ 0 h 367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812" h="3675551">
                <a:moveTo>
                  <a:pt x="420691" y="0"/>
                </a:moveTo>
                <a:lnTo>
                  <a:pt x="2938121" y="0"/>
                </a:lnTo>
                <a:cubicBezTo>
                  <a:pt x="3170462" y="0"/>
                  <a:pt x="3358812" y="188350"/>
                  <a:pt x="3358812" y="420691"/>
                </a:cubicBezTo>
                <a:lnTo>
                  <a:pt x="3358812" y="3254860"/>
                </a:lnTo>
                <a:cubicBezTo>
                  <a:pt x="3358812" y="3487201"/>
                  <a:pt x="3170462" y="3675551"/>
                  <a:pt x="2938121" y="3675551"/>
                </a:cubicBezTo>
                <a:lnTo>
                  <a:pt x="420691" y="3675551"/>
                </a:lnTo>
                <a:cubicBezTo>
                  <a:pt x="188350" y="3675551"/>
                  <a:pt x="0" y="3487201"/>
                  <a:pt x="0" y="3254860"/>
                </a:cubicBezTo>
                <a:lnTo>
                  <a:pt x="0" y="420691"/>
                </a:lnTo>
                <a:cubicBezTo>
                  <a:pt x="0" y="188350"/>
                  <a:pt x="188350" y="0"/>
                  <a:pt x="420691" y="0"/>
                </a:cubicBezTo>
                <a:close/>
              </a:path>
            </a:pathLst>
          </a:custGeom>
          <a:solidFill>
            <a:schemeClr val="bg1">
              <a:lumMod val="95000"/>
              <a:alpha val="25000"/>
            </a:schemeClr>
          </a:solidFill>
          <a:effectLst>
            <a:outerShdw blurRad="1130300" dist="622300" dir="5400000" sx="80000" sy="80000" algn="t" rotWithShape="0">
              <a:prstClr val="black">
                <a:alpha val="2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19150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50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000" fill="hold"/>
                                        <p:tgtEl>
                                          <p:spTgt spid="8"/>
                                        </p:tgtEl>
                                        <p:attrNameLst>
                                          <p:attrName>ppt_x</p:attrName>
                                        </p:attrNameLst>
                                      </p:cBhvr>
                                      <p:tavLst>
                                        <p:tav tm="0">
                                          <p:val>
                                            <p:strVal val="#ppt_x"/>
                                          </p:val>
                                        </p:tav>
                                        <p:tav tm="100000">
                                          <p:val>
                                            <p:strVal val="#ppt_x"/>
                                          </p:val>
                                        </p:tav>
                                      </p:tavLst>
                                    </p:anim>
                                    <p:anim calcmode="lin" valueType="num">
                                      <p:cBhvr additive="base">
                                        <p:cTn id="12"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62_Title and Content">
    <p:bg>
      <p:bgPr>
        <a:solidFill>
          <a:schemeClr val="tx2"/>
        </a:solidFill>
        <a:effectLst/>
      </p:bgPr>
    </p:bg>
    <p:spTree>
      <p:nvGrpSpPr>
        <p:cNvPr id="1" name=""/>
        <p:cNvGrpSpPr/>
        <p:nvPr/>
      </p:nvGrpSpPr>
      <p:grpSpPr>
        <a:xfrm>
          <a:off x="0" y="0"/>
          <a:ext cx="0" cy="0"/>
          <a:chOff x="0" y="0"/>
          <a:chExt cx="0" cy="0"/>
        </a:xfrm>
      </p:grpSpPr>
      <p:pic>
        <p:nvPicPr>
          <p:cNvPr id="43" name="Gráfico 42">
            <a:extLst>
              <a:ext uri="{FF2B5EF4-FFF2-40B4-BE49-F238E27FC236}">
                <a16:creationId xmlns:a16="http://schemas.microsoft.com/office/drawing/2014/main" id="{766FFDA4-C746-9CA0-544C-47A7C36D68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6" y="5997293"/>
            <a:ext cx="758823" cy="834705"/>
          </a:xfrm>
          <a:prstGeom prst="rect">
            <a:avLst/>
          </a:prstGeom>
        </p:spPr>
      </p:pic>
      <p:pic>
        <p:nvPicPr>
          <p:cNvPr id="47" name="Gráfico 46">
            <a:extLst>
              <a:ext uri="{FF2B5EF4-FFF2-40B4-BE49-F238E27FC236}">
                <a16:creationId xmlns:a16="http://schemas.microsoft.com/office/drawing/2014/main" id="{216FB2EA-7DCD-9CAB-3A1B-65D7BA2C8F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6" y="4715384"/>
            <a:ext cx="758823" cy="834705"/>
          </a:xfrm>
          <a:prstGeom prst="rect">
            <a:avLst/>
          </a:prstGeom>
        </p:spPr>
      </p:pic>
      <p:pic>
        <p:nvPicPr>
          <p:cNvPr id="50" name="Gráfico 49">
            <a:extLst>
              <a:ext uri="{FF2B5EF4-FFF2-40B4-BE49-F238E27FC236}">
                <a16:creationId xmlns:a16="http://schemas.microsoft.com/office/drawing/2014/main" id="{BD358D71-3B90-BF0C-17B5-DB3C4831526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30903" y="2959083"/>
            <a:ext cx="758823" cy="834705"/>
          </a:xfrm>
          <a:prstGeom prst="rect">
            <a:avLst/>
          </a:prstGeom>
        </p:spPr>
      </p:pic>
      <p:pic>
        <p:nvPicPr>
          <p:cNvPr id="52" name="Gráfico 51">
            <a:extLst>
              <a:ext uri="{FF2B5EF4-FFF2-40B4-BE49-F238E27FC236}">
                <a16:creationId xmlns:a16="http://schemas.microsoft.com/office/drawing/2014/main" id="{66373740-8A0A-B96D-CCB5-6F5E6F8FAC1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81043" y="2052061"/>
            <a:ext cx="758823" cy="834705"/>
          </a:xfrm>
          <a:prstGeom prst="rect">
            <a:avLst/>
          </a:prstGeom>
        </p:spPr>
      </p:pic>
      <p:pic>
        <p:nvPicPr>
          <p:cNvPr id="54" name="Gráfico 53">
            <a:extLst>
              <a:ext uri="{FF2B5EF4-FFF2-40B4-BE49-F238E27FC236}">
                <a16:creationId xmlns:a16="http://schemas.microsoft.com/office/drawing/2014/main" id="{495B6CBA-BAEC-F0C0-741E-616CD631BE2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133" y="1711111"/>
            <a:ext cx="758823" cy="834705"/>
          </a:xfrm>
          <a:prstGeom prst="rect">
            <a:avLst/>
          </a:prstGeom>
        </p:spPr>
      </p:pic>
      <p:pic>
        <p:nvPicPr>
          <p:cNvPr id="55" name="Gráfico 54">
            <a:extLst>
              <a:ext uri="{FF2B5EF4-FFF2-40B4-BE49-F238E27FC236}">
                <a16:creationId xmlns:a16="http://schemas.microsoft.com/office/drawing/2014/main" id="{EDB6CD3E-3CFA-5B6F-D2E2-E0490ECFB5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133" y="2945461"/>
            <a:ext cx="758823" cy="834705"/>
          </a:xfrm>
          <a:prstGeom prst="rect">
            <a:avLst/>
          </a:prstGeom>
        </p:spPr>
      </p:pic>
      <p:pic>
        <p:nvPicPr>
          <p:cNvPr id="57" name="Gráfico 56">
            <a:extLst>
              <a:ext uri="{FF2B5EF4-FFF2-40B4-BE49-F238E27FC236}">
                <a16:creationId xmlns:a16="http://schemas.microsoft.com/office/drawing/2014/main" id="{25F5DC6A-8AC3-E26B-2C40-C6B791E20CF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619837" y="2262781"/>
            <a:ext cx="758823" cy="834705"/>
          </a:xfrm>
          <a:prstGeom prst="rect">
            <a:avLst/>
          </a:prstGeom>
        </p:spPr>
      </p:pic>
      <p:pic>
        <p:nvPicPr>
          <p:cNvPr id="58" name="Gráfico 57">
            <a:extLst>
              <a:ext uri="{FF2B5EF4-FFF2-40B4-BE49-F238E27FC236}">
                <a16:creationId xmlns:a16="http://schemas.microsoft.com/office/drawing/2014/main" id="{B63ACDE2-4EC7-A51C-8951-F8FA0092B9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88199" y="241590"/>
            <a:ext cx="758823" cy="834705"/>
          </a:xfrm>
          <a:prstGeom prst="rect">
            <a:avLst/>
          </a:prstGeom>
        </p:spPr>
      </p:pic>
      <p:pic>
        <p:nvPicPr>
          <p:cNvPr id="27" name="Gráfico 26">
            <a:extLst>
              <a:ext uri="{FF2B5EF4-FFF2-40B4-BE49-F238E27FC236}">
                <a16:creationId xmlns:a16="http://schemas.microsoft.com/office/drawing/2014/main" id="{A63E9DD9-FAAE-8C1D-6756-B727D42815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4998" y="5529684"/>
            <a:ext cx="758823" cy="834705"/>
          </a:xfrm>
          <a:prstGeom prst="rect">
            <a:avLst/>
          </a:prstGeom>
        </p:spPr>
      </p:pic>
      <p:pic>
        <p:nvPicPr>
          <p:cNvPr id="29" name="Gráfico 28">
            <a:extLst>
              <a:ext uri="{FF2B5EF4-FFF2-40B4-BE49-F238E27FC236}">
                <a16:creationId xmlns:a16="http://schemas.microsoft.com/office/drawing/2014/main" id="{2662CAF1-6330-0436-E49E-CB6AA7FB3A3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17676" y="4962914"/>
            <a:ext cx="758823" cy="834705"/>
          </a:xfrm>
          <a:prstGeom prst="rect">
            <a:avLst/>
          </a:prstGeom>
        </p:spPr>
      </p:pic>
      <p:pic>
        <p:nvPicPr>
          <p:cNvPr id="33" name="Gráfico 32">
            <a:extLst>
              <a:ext uri="{FF2B5EF4-FFF2-40B4-BE49-F238E27FC236}">
                <a16:creationId xmlns:a16="http://schemas.microsoft.com/office/drawing/2014/main" id="{A2A722C8-1A42-615B-27E2-35F84A337F4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79" y="4247775"/>
            <a:ext cx="758823" cy="834705"/>
          </a:xfrm>
          <a:prstGeom prst="rect">
            <a:avLst/>
          </a:prstGeom>
        </p:spPr>
      </p:pic>
      <p:pic>
        <p:nvPicPr>
          <p:cNvPr id="34" name="Gráfico 33">
            <a:extLst>
              <a:ext uri="{FF2B5EF4-FFF2-40B4-BE49-F238E27FC236}">
                <a16:creationId xmlns:a16="http://schemas.microsoft.com/office/drawing/2014/main" id="{E22EF6C7-D53E-B775-A6E9-07E40D5C00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81" y="5551302"/>
            <a:ext cx="758823" cy="834705"/>
          </a:xfrm>
          <a:prstGeom prst="rect">
            <a:avLst/>
          </a:prstGeom>
        </p:spPr>
      </p:pic>
      <p:sp>
        <p:nvSpPr>
          <p:cNvPr id="5" name="Freeform: Shape 4">
            <a:extLst>
              <a:ext uri="{FF2B5EF4-FFF2-40B4-BE49-F238E27FC236}">
                <a16:creationId xmlns:a16="http://schemas.microsoft.com/office/drawing/2014/main" id="{39913389-D143-427B-9746-EF1001FA685D}"/>
              </a:ext>
            </a:extLst>
          </p:cNvPr>
          <p:cNvSpPr/>
          <p:nvPr userDrawn="1"/>
        </p:nvSpPr>
        <p:spPr>
          <a:xfrm flipH="1" flipV="1">
            <a:off x="0" y="-3"/>
            <a:ext cx="12192000" cy="6858000"/>
          </a:xfrm>
          <a:custGeom>
            <a:avLst/>
            <a:gdLst>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3418462 w 12192000"/>
              <a:gd name="connsiteY3" fmla="*/ 1259120 h 6858000"/>
              <a:gd name="connsiteX4" fmla="*/ 3418618 w 12192000"/>
              <a:gd name="connsiteY4" fmla="*/ 1259993 h 6858000"/>
              <a:gd name="connsiteX5" fmla="*/ 3419024 w 12192000"/>
              <a:gd name="connsiteY5" fmla="*/ 1259444 h 6858000"/>
              <a:gd name="connsiteX6" fmla="*/ 7965465 w 12192000"/>
              <a:gd name="connsiteY6" fmla="*/ 0 h 6858000"/>
              <a:gd name="connsiteX7" fmla="*/ 12192000 w 12192000"/>
              <a:gd name="connsiteY7" fmla="*/ 0 h 6858000"/>
              <a:gd name="connsiteX8" fmla="*/ 12192000 w 12192000"/>
              <a:gd name="connsiteY8" fmla="*/ 6858000 h 6858000"/>
              <a:gd name="connsiteX9" fmla="*/ 11453891 w 12192000"/>
              <a:gd name="connsiteY9" fmla="*/ 6858000 h 6858000"/>
              <a:gd name="connsiteX10" fmla="*/ 11412751 w 12192000"/>
              <a:gd name="connsiteY10" fmla="*/ 6815162 h 6858000"/>
              <a:gd name="connsiteX11" fmla="*/ 11289597 w 12192000"/>
              <a:gd name="connsiteY11" fmla="*/ 6217433 h 6858000"/>
              <a:gd name="connsiteX12" fmla="*/ 11169959 w 12192000"/>
              <a:gd name="connsiteY12" fmla="*/ 5812733 h 6858000"/>
              <a:gd name="connsiteX13" fmla="*/ 10803229 w 12192000"/>
              <a:gd name="connsiteY13" fmla="*/ 5927798 h 6858000"/>
              <a:gd name="connsiteX14" fmla="*/ 10019849 w 12192000"/>
              <a:gd name="connsiteY14" fmla="*/ 6076112 h 6858000"/>
              <a:gd name="connsiteX15" fmla="*/ 9636342 w 12192000"/>
              <a:gd name="connsiteY15" fmla="*/ 5271760 h 6858000"/>
              <a:gd name="connsiteX16" fmla="*/ 9525372 w 12192000"/>
              <a:gd name="connsiteY16" fmla="*/ 4836737 h 6858000"/>
              <a:gd name="connsiteX17" fmla="*/ 9206679 w 12192000"/>
              <a:gd name="connsiteY17" fmla="*/ 4887483 h 6858000"/>
              <a:gd name="connsiteX18" fmla="*/ 9147680 w 12192000"/>
              <a:gd name="connsiteY18" fmla="*/ 4924210 h 6858000"/>
              <a:gd name="connsiteX19" fmla="*/ 9124161 w 12192000"/>
              <a:gd name="connsiteY19" fmla="*/ 4944484 h 6858000"/>
              <a:gd name="connsiteX20" fmla="*/ 9042018 w 12192000"/>
              <a:gd name="connsiteY20" fmla="*/ 4989282 h 6858000"/>
              <a:gd name="connsiteX21" fmla="*/ 8921199 w 12192000"/>
              <a:gd name="connsiteY21" fmla="*/ 5062844 h 6858000"/>
              <a:gd name="connsiteX22" fmla="*/ 8321246 w 12192000"/>
              <a:gd name="connsiteY22" fmla="*/ 5086583 h 6858000"/>
              <a:gd name="connsiteX23" fmla="*/ 8028426 w 12192000"/>
              <a:gd name="connsiteY23" fmla="*/ 4369922 h 6858000"/>
              <a:gd name="connsiteX24" fmla="*/ 7910835 w 12192000"/>
              <a:gd name="connsiteY24" fmla="*/ 3931077 h 6858000"/>
              <a:gd name="connsiteX25" fmla="*/ 7310682 w 12192000"/>
              <a:gd name="connsiteY25" fmla="*/ 4052693 h 6858000"/>
              <a:gd name="connsiteX26" fmla="*/ 6686835 w 12192000"/>
              <a:gd name="connsiteY26" fmla="*/ 4169457 h 6858000"/>
              <a:gd name="connsiteX27" fmla="*/ 6360308 w 12192000"/>
              <a:gd name="connsiteY27" fmla="*/ 3612051 h 6858000"/>
              <a:gd name="connsiteX28" fmla="*/ 6351881 w 12192000"/>
              <a:gd name="connsiteY28" fmla="*/ 3403504 h 6858000"/>
              <a:gd name="connsiteX29" fmla="*/ 6348681 w 12192000"/>
              <a:gd name="connsiteY29" fmla="*/ 3342060 h 6858000"/>
              <a:gd name="connsiteX30" fmla="*/ 6350035 w 12192000"/>
              <a:gd name="connsiteY30" fmla="*/ 3334078 h 6858000"/>
              <a:gd name="connsiteX31" fmla="*/ 6349219 w 12192000"/>
              <a:gd name="connsiteY31" fmla="*/ 3285618 h 6858000"/>
              <a:gd name="connsiteX32" fmla="*/ 6242624 w 12192000"/>
              <a:gd name="connsiteY32" fmla="*/ 3041905 h 6858000"/>
              <a:gd name="connsiteX33" fmla="*/ 6219524 w 12192000"/>
              <a:gd name="connsiteY33" fmla="*/ 3024059 h 6858000"/>
              <a:gd name="connsiteX34" fmla="*/ 6329195 w 12192000"/>
              <a:gd name="connsiteY34" fmla="*/ 2834103 h 6858000"/>
              <a:gd name="connsiteX35" fmla="*/ 0 w 12192000"/>
              <a:gd name="connsiteY35" fmla="*/ 0 h 6858000"/>
              <a:gd name="connsiteX36" fmla="*/ 7965461 w 12192000"/>
              <a:gd name="connsiteY36" fmla="*/ 0 h 6858000"/>
              <a:gd name="connsiteX37" fmla="*/ 6331536 w 12192000"/>
              <a:gd name="connsiteY37" fmla="*/ 2830043 h 6858000"/>
              <a:gd name="connsiteX38" fmla="*/ 6210400 w 12192000"/>
              <a:gd name="connsiteY38" fmla="*/ 3039855 h 6858000"/>
              <a:gd name="connsiteX39" fmla="*/ 6153762 w 12192000"/>
              <a:gd name="connsiteY39" fmla="*/ 3040629 h 6858000"/>
              <a:gd name="connsiteX40" fmla="*/ 5850888 w 12192000"/>
              <a:gd name="connsiteY40" fmla="*/ 3174553 h 6858000"/>
              <a:gd name="connsiteX41" fmla="*/ 5167421 w 12192000"/>
              <a:gd name="connsiteY41" fmla="*/ 3256896 h 6858000"/>
              <a:gd name="connsiteX42" fmla="*/ 4859578 w 12192000"/>
              <a:gd name="connsiteY42" fmla="*/ 2505059 h 6858000"/>
              <a:gd name="connsiteX43" fmla="*/ 4739941 w 12192000"/>
              <a:gd name="connsiteY43" fmla="*/ 2100360 h 6858000"/>
              <a:gd name="connsiteX44" fmla="*/ 4373210 w 12192000"/>
              <a:gd name="connsiteY44" fmla="*/ 2215424 h 6858000"/>
              <a:gd name="connsiteX45" fmla="*/ 3589832 w 12192000"/>
              <a:gd name="connsiteY45" fmla="*/ 2363739 h 6858000"/>
              <a:gd name="connsiteX46" fmla="*/ 3206324 w 12192000"/>
              <a:gd name="connsiteY46" fmla="*/ 1559387 h 6858000"/>
              <a:gd name="connsiteX47" fmla="*/ 3095355 w 12192000"/>
              <a:gd name="connsiteY47" fmla="*/ 1124364 h 6858000"/>
              <a:gd name="connsiteX48" fmla="*/ 2776662 w 12192000"/>
              <a:gd name="connsiteY48" fmla="*/ 1175111 h 6858000"/>
              <a:gd name="connsiteX49" fmla="*/ 2717662 w 12192000"/>
              <a:gd name="connsiteY49" fmla="*/ 1211837 h 6858000"/>
              <a:gd name="connsiteX50" fmla="*/ 2694143 w 12192000"/>
              <a:gd name="connsiteY50" fmla="*/ 1232111 h 6858000"/>
              <a:gd name="connsiteX51" fmla="*/ 2612003 w 12192000"/>
              <a:gd name="connsiteY51" fmla="*/ 1276911 h 6858000"/>
              <a:gd name="connsiteX52" fmla="*/ 2491182 w 12192000"/>
              <a:gd name="connsiteY52" fmla="*/ 1350471 h 6858000"/>
              <a:gd name="connsiteX53" fmla="*/ 1891229 w 12192000"/>
              <a:gd name="connsiteY53" fmla="*/ 1374211 h 6858000"/>
              <a:gd name="connsiteX54" fmla="*/ 1598408 w 12192000"/>
              <a:gd name="connsiteY54" fmla="*/ 657549 h 6858000"/>
              <a:gd name="connsiteX55" fmla="*/ 1480818 w 12192000"/>
              <a:gd name="connsiteY55" fmla="*/ 218704 h 6858000"/>
              <a:gd name="connsiteX56" fmla="*/ 880664 w 12192000"/>
              <a:gd name="connsiteY56" fmla="*/ 340320 h 6858000"/>
              <a:gd name="connsiteX57" fmla="*/ 256820 w 12192000"/>
              <a:gd name="connsiteY57" fmla="*/ 457086 h 6858000"/>
              <a:gd name="connsiteX58" fmla="*/ 7821 w 12192000"/>
              <a:gd name="connsiteY58" fmla="*/ 218775 h 6858000"/>
              <a:gd name="connsiteX59" fmla="*/ 0 w 12192000"/>
              <a:gd name="connsiteY59" fmla="*/ 200305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2624 w 12192000"/>
              <a:gd name="connsiteY34" fmla="*/ 3041905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177062 w 12192000"/>
              <a:gd name="connsiteY41" fmla="*/ 2999374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399 w 12192000"/>
              <a:gd name="connsiteY41" fmla="*/ 3042236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2192000" h="6858000">
                <a:moveTo>
                  <a:pt x="9848479" y="4971492"/>
                </a:moveTo>
                <a:lnTo>
                  <a:pt x="9848637" y="4972367"/>
                </a:lnTo>
                <a:lnTo>
                  <a:pt x="9849043" y="4971818"/>
                </a:lnTo>
                <a:lnTo>
                  <a:pt x="9848479" y="4971492"/>
                </a:lnTo>
                <a:close/>
                <a:moveTo>
                  <a:pt x="3418462" y="1259120"/>
                </a:moveTo>
                <a:lnTo>
                  <a:pt x="3418618" y="1259993"/>
                </a:lnTo>
                <a:lnTo>
                  <a:pt x="3419024" y="1259444"/>
                </a:lnTo>
                <a:lnTo>
                  <a:pt x="3418462" y="1259120"/>
                </a:lnTo>
                <a:close/>
                <a:moveTo>
                  <a:pt x="7965465" y="0"/>
                </a:moveTo>
                <a:lnTo>
                  <a:pt x="12192000" y="0"/>
                </a:lnTo>
                <a:lnTo>
                  <a:pt x="12192000" y="6858000"/>
                </a:lnTo>
                <a:lnTo>
                  <a:pt x="11453891" y="6858000"/>
                </a:lnTo>
                <a:lnTo>
                  <a:pt x="11412751" y="6815162"/>
                </a:lnTo>
                <a:cubicBezTo>
                  <a:pt x="11279527" y="6642192"/>
                  <a:pt x="11285140" y="6420212"/>
                  <a:pt x="11289597" y="6217433"/>
                </a:cubicBezTo>
                <a:cubicBezTo>
                  <a:pt x="11290419" y="6032434"/>
                  <a:pt x="11300666" y="5861703"/>
                  <a:pt x="11169959" y="5812733"/>
                </a:cubicBezTo>
                <a:cubicBezTo>
                  <a:pt x="11036454" y="5753316"/>
                  <a:pt x="10925062" y="5839160"/>
                  <a:pt x="10803229" y="5927798"/>
                </a:cubicBezTo>
                <a:cubicBezTo>
                  <a:pt x="10606207" y="6070182"/>
                  <a:pt x="10391084" y="6228612"/>
                  <a:pt x="10019849" y="6076112"/>
                </a:cubicBezTo>
                <a:cubicBezTo>
                  <a:pt x="9624919" y="5918754"/>
                  <a:pt x="9634971" y="5580093"/>
                  <a:pt x="9636342" y="5271760"/>
                </a:cubicBezTo>
                <a:cubicBezTo>
                  <a:pt x="9640988" y="5080134"/>
                  <a:pt x="9641813" y="4895127"/>
                  <a:pt x="9525372" y="4836737"/>
                </a:cubicBezTo>
                <a:cubicBezTo>
                  <a:pt x="9426009" y="4779369"/>
                  <a:pt x="9318729" y="4821762"/>
                  <a:pt x="9206679" y="4887483"/>
                </a:cubicBezTo>
                <a:lnTo>
                  <a:pt x="9147680" y="4924210"/>
                </a:lnTo>
                <a:lnTo>
                  <a:pt x="9124161" y="4944484"/>
                </a:lnTo>
                <a:lnTo>
                  <a:pt x="9042018" y="4989282"/>
                </a:lnTo>
                <a:lnTo>
                  <a:pt x="8921199" y="5062844"/>
                </a:lnTo>
                <a:cubicBezTo>
                  <a:pt x="8744839" y="5158918"/>
                  <a:pt x="8552648" y="5213563"/>
                  <a:pt x="8321246" y="5086583"/>
                </a:cubicBezTo>
                <a:cubicBezTo>
                  <a:pt x="8019331" y="4921112"/>
                  <a:pt x="8022479" y="4640295"/>
                  <a:pt x="8028426" y="4369922"/>
                </a:cubicBezTo>
                <a:cubicBezTo>
                  <a:pt x="8033074" y="4178294"/>
                  <a:pt x="8036699" y="4003744"/>
                  <a:pt x="7910835" y="3931077"/>
                </a:cubicBezTo>
                <a:cubicBezTo>
                  <a:pt x="7751855" y="3839289"/>
                  <a:pt x="7522735" y="3945483"/>
                  <a:pt x="7310682" y="4052693"/>
                </a:cubicBezTo>
                <a:cubicBezTo>
                  <a:pt x="7088187" y="4162702"/>
                  <a:pt x="6869515" y="4266090"/>
                  <a:pt x="6686835" y="4169457"/>
                </a:cubicBezTo>
                <a:cubicBezTo>
                  <a:pt x="6439760" y="4046679"/>
                  <a:pt x="6378761" y="3842546"/>
                  <a:pt x="6360308" y="3612051"/>
                </a:cubicBezTo>
                <a:lnTo>
                  <a:pt x="6351881" y="3403504"/>
                </a:lnTo>
                <a:lnTo>
                  <a:pt x="6348681" y="3342060"/>
                </a:lnTo>
                <a:lnTo>
                  <a:pt x="6350035" y="3334078"/>
                </a:lnTo>
                <a:lnTo>
                  <a:pt x="6349219" y="3285618"/>
                </a:lnTo>
                <a:cubicBezTo>
                  <a:pt x="6347858" y="3165593"/>
                  <a:pt x="6299835" y="3103033"/>
                  <a:pt x="6247387" y="3056192"/>
                </a:cubicBezTo>
                <a:lnTo>
                  <a:pt x="6207618" y="3047871"/>
                </a:lnTo>
                <a:cubicBezTo>
                  <a:pt x="6244175" y="2984552"/>
                  <a:pt x="6292638" y="2897422"/>
                  <a:pt x="6329195" y="2834103"/>
                </a:cubicBezTo>
                <a:lnTo>
                  <a:pt x="7965465" y="0"/>
                </a:lnTo>
                <a:close/>
                <a:moveTo>
                  <a:pt x="0" y="0"/>
                </a:moveTo>
                <a:lnTo>
                  <a:pt x="7965461" y="0"/>
                </a:lnTo>
                <a:lnTo>
                  <a:pt x="6331536" y="2830043"/>
                </a:lnTo>
                <a:lnTo>
                  <a:pt x="6210399" y="3042236"/>
                </a:lnTo>
                <a:lnTo>
                  <a:pt x="6153762" y="3040629"/>
                </a:lnTo>
                <a:cubicBezTo>
                  <a:pt x="6034881" y="3053073"/>
                  <a:pt x="5940096" y="3115652"/>
                  <a:pt x="5850888" y="3174553"/>
                </a:cubicBezTo>
                <a:cubicBezTo>
                  <a:pt x="5661517" y="3303686"/>
                  <a:pt x="5475961" y="3426194"/>
                  <a:pt x="5167421" y="3256896"/>
                </a:cubicBezTo>
                <a:cubicBezTo>
                  <a:pt x="4845636" y="3079939"/>
                  <a:pt x="4853635" y="2775431"/>
                  <a:pt x="4859578" y="2505059"/>
                </a:cubicBezTo>
                <a:cubicBezTo>
                  <a:pt x="4860401" y="2320061"/>
                  <a:pt x="4870650" y="2149331"/>
                  <a:pt x="4739941" y="2100360"/>
                </a:cubicBezTo>
                <a:cubicBezTo>
                  <a:pt x="4606435" y="2040942"/>
                  <a:pt x="4495042" y="2126786"/>
                  <a:pt x="4373210" y="2215424"/>
                </a:cubicBezTo>
                <a:cubicBezTo>
                  <a:pt x="4176188" y="2357808"/>
                  <a:pt x="3961067" y="2516240"/>
                  <a:pt x="3589832" y="2363739"/>
                </a:cubicBezTo>
                <a:cubicBezTo>
                  <a:pt x="3194902" y="2206382"/>
                  <a:pt x="3204954" y="1867721"/>
                  <a:pt x="3206324" y="1559387"/>
                </a:cubicBezTo>
                <a:cubicBezTo>
                  <a:pt x="3210971" y="1367762"/>
                  <a:pt x="3211796" y="1182755"/>
                  <a:pt x="3095355" y="1124364"/>
                </a:cubicBezTo>
                <a:cubicBezTo>
                  <a:pt x="2995992" y="1066997"/>
                  <a:pt x="2888711" y="1109389"/>
                  <a:pt x="2776662" y="1175111"/>
                </a:cubicBezTo>
                <a:lnTo>
                  <a:pt x="2717662" y="1211837"/>
                </a:lnTo>
                <a:lnTo>
                  <a:pt x="2694143" y="1232111"/>
                </a:lnTo>
                <a:lnTo>
                  <a:pt x="2612003" y="1276911"/>
                </a:lnTo>
                <a:lnTo>
                  <a:pt x="2491182" y="1350471"/>
                </a:lnTo>
                <a:cubicBezTo>
                  <a:pt x="2314822" y="1446546"/>
                  <a:pt x="2122633" y="1501192"/>
                  <a:pt x="1891229" y="1374211"/>
                </a:cubicBezTo>
                <a:cubicBezTo>
                  <a:pt x="1589315" y="1208740"/>
                  <a:pt x="1592463" y="927924"/>
                  <a:pt x="1598408" y="657549"/>
                </a:cubicBezTo>
                <a:cubicBezTo>
                  <a:pt x="1603056" y="465922"/>
                  <a:pt x="1606681" y="291372"/>
                  <a:pt x="1480818" y="218704"/>
                </a:cubicBezTo>
                <a:cubicBezTo>
                  <a:pt x="1321837" y="126917"/>
                  <a:pt x="1092718" y="233111"/>
                  <a:pt x="880664" y="340320"/>
                </a:cubicBezTo>
                <a:cubicBezTo>
                  <a:pt x="658169" y="450330"/>
                  <a:pt x="439497" y="553718"/>
                  <a:pt x="256820" y="457086"/>
                </a:cubicBezTo>
                <a:cubicBezTo>
                  <a:pt x="133281" y="395697"/>
                  <a:pt x="56262" y="313968"/>
                  <a:pt x="7821" y="218775"/>
                </a:cubicBezTo>
                <a:lnTo>
                  <a:pt x="0" y="20030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9" name="Group 8">
            <a:extLst>
              <a:ext uri="{FF2B5EF4-FFF2-40B4-BE49-F238E27FC236}">
                <a16:creationId xmlns:a16="http://schemas.microsoft.com/office/drawing/2014/main" id="{60CF2EFC-C477-453B-92F8-9A22946DB3D6}"/>
              </a:ext>
            </a:extLst>
          </p:cNvPr>
          <p:cNvGrpSpPr/>
          <p:nvPr userDrawn="1"/>
        </p:nvGrpSpPr>
        <p:grpSpPr>
          <a:xfrm>
            <a:off x="0" y="910846"/>
            <a:ext cx="9886231" cy="5947154"/>
            <a:chOff x="0" y="910846"/>
            <a:chExt cx="9886231" cy="5947154"/>
          </a:xfrm>
        </p:grpSpPr>
        <p:sp>
          <p:nvSpPr>
            <p:cNvPr id="6" name="Freeform: Shape 5">
              <a:extLst>
                <a:ext uri="{FF2B5EF4-FFF2-40B4-BE49-F238E27FC236}">
                  <a16:creationId xmlns:a16="http://schemas.microsoft.com/office/drawing/2014/main" id="{5D848C68-2AD4-4B05-B09C-4952D1C49A4D}"/>
                </a:ext>
              </a:extLst>
            </p:cNvPr>
            <p:cNvSpPr/>
            <p:nvPr userDrawn="1"/>
          </p:nvSpPr>
          <p:spPr>
            <a:xfrm flipH="1">
              <a:off x="0" y="910846"/>
              <a:ext cx="9886231" cy="5947154"/>
            </a:xfrm>
            <a:custGeom>
              <a:avLst/>
              <a:gdLst>
                <a:gd name="connsiteX0" fmla="*/ 3506461 w 9886230"/>
                <a:gd name="connsiteY0" fmla="*/ 5598007 h 5947154"/>
                <a:gd name="connsiteX1" fmla="*/ 3506868 w 9886230"/>
                <a:gd name="connsiteY1" fmla="*/ 5598556 h 5947154"/>
                <a:gd name="connsiteX2" fmla="*/ 3506305 w 9886230"/>
                <a:gd name="connsiteY2" fmla="*/ 5598880 h 5947154"/>
                <a:gd name="connsiteX3" fmla="*/ 1814508 w 9886230"/>
                <a:gd name="connsiteY3" fmla="*/ 5598007 h 5947154"/>
                <a:gd name="connsiteX4" fmla="*/ 1814352 w 9886230"/>
                <a:gd name="connsiteY4" fmla="*/ 5598880 h 5947154"/>
                <a:gd name="connsiteX5" fmla="*/ 1814914 w 9886230"/>
                <a:gd name="connsiteY5" fmla="*/ 5598556 h 5947154"/>
                <a:gd name="connsiteX6" fmla="*/ 3865223 w 9886230"/>
                <a:gd name="connsiteY6" fmla="*/ 3518710 h 5947154"/>
                <a:gd name="connsiteX7" fmla="*/ 4246778 w 9886230"/>
                <a:gd name="connsiteY7" fmla="*/ 3683447 h 5947154"/>
                <a:gd name="connsiteX8" fmla="*/ 4549652 w 9886230"/>
                <a:gd name="connsiteY8" fmla="*/ 3817371 h 5947154"/>
                <a:gd name="connsiteX9" fmla="*/ 4606290 w 9886230"/>
                <a:gd name="connsiteY9" fmla="*/ 3818145 h 5947154"/>
                <a:gd name="connsiteX10" fmla="*/ 4727426 w 9886230"/>
                <a:gd name="connsiteY10" fmla="*/ 4027957 h 5947154"/>
                <a:gd name="connsiteX11" fmla="*/ 4947436 w 9886230"/>
                <a:gd name="connsiteY11" fmla="*/ 4409025 h 5947154"/>
                <a:gd name="connsiteX12" fmla="*/ 4947456 w 9886230"/>
                <a:gd name="connsiteY12" fmla="*/ 4487335 h 5947154"/>
                <a:gd name="connsiteX13" fmla="*/ 4827784 w 9886230"/>
                <a:gd name="connsiteY13" fmla="*/ 4757640 h 5947154"/>
                <a:gd name="connsiteX14" fmla="*/ 4461053 w 9886230"/>
                <a:gd name="connsiteY14" fmla="*/ 4642576 h 5947154"/>
                <a:gd name="connsiteX15" fmla="*/ 3677675 w 9886230"/>
                <a:gd name="connsiteY15" fmla="*/ 4494261 h 5947154"/>
                <a:gd name="connsiteX16" fmla="*/ 3294167 w 9886230"/>
                <a:gd name="connsiteY16" fmla="*/ 5298613 h 5947154"/>
                <a:gd name="connsiteX17" fmla="*/ 3183199 w 9886230"/>
                <a:gd name="connsiteY17" fmla="*/ 5733636 h 5947154"/>
                <a:gd name="connsiteX18" fmla="*/ 2864505 w 9886230"/>
                <a:gd name="connsiteY18" fmla="*/ 5682889 h 5947154"/>
                <a:gd name="connsiteX19" fmla="*/ 2805505 w 9886230"/>
                <a:gd name="connsiteY19" fmla="*/ 5646163 h 5947154"/>
                <a:gd name="connsiteX20" fmla="*/ 2781986 w 9886230"/>
                <a:gd name="connsiteY20" fmla="*/ 5625889 h 5947154"/>
                <a:gd name="connsiteX21" fmla="*/ 2699847 w 9886230"/>
                <a:gd name="connsiteY21" fmla="*/ 5581089 h 5947154"/>
                <a:gd name="connsiteX22" fmla="*/ 2579026 w 9886230"/>
                <a:gd name="connsiteY22" fmla="*/ 5507529 h 5947154"/>
                <a:gd name="connsiteX23" fmla="*/ 1979073 w 9886230"/>
                <a:gd name="connsiteY23" fmla="*/ 5483789 h 5947154"/>
                <a:gd name="connsiteX24" fmla="*/ 1696683 w 9886230"/>
                <a:gd name="connsiteY24" fmla="*/ 5898508 h 5947154"/>
                <a:gd name="connsiteX25" fmla="*/ 1691953 w 9886230"/>
                <a:gd name="connsiteY25" fmla="*/ 5947154 h 5947154"/>
                <a:gd name="connsiteX26" fmla="*/ 0 w 9886230"/>
                <a:gd name="connsiteY26" fmla="*/ 5947154 h 5947154"/>
                <a:gd name="connsiteX27" fmla="*/ 4730 w 9886230"/>
                <a:gd name="connsiteY27" fmla="*/ 5898508 h 5947154"/>
                <a:gd name="connsiteX28" fmla="*/ 287119 w 9886230"/>
                <a:gd name="connsiteY28" fmla="*/ 5483789 h 5947154"/>
                <a:gd name="connsiteX29" fmla="*/ 887072 w 9886230"/>
                <a:gd name="connsiteY29" fmla="*/ 5507529 h 5947154"/>
                <a:gd name="connsiteX30" fmla="*/ 1007893 w 9886230"/>
                <a:gd name="connsiteY30" fmla="*/ 5581089 h 5947154"/>
                <a:gd name="connsiteX31" fmla="*/ 1090033 w 9886230"/>
                <a:gd name="connsiteY31" fmla="*/ 5625889 h 5947154"/>
                <a:gd name="connsiteX32" fmla="*/ 1113552 w 9886230"/>
                <a:gd name="connsiteY32" fmla="*/ 5646163 h 5947154"/>
                <a:gd name="connsiteX33" fmla="*/ 1172552 w 9886230"/>
                <a:gd name="connsiteY33" fmla="*/ 5682889 h 5947154"/>
                <a:gd name="connsiteX34" fmla="*/ 1491245 w 9886230"/>
                <a:gd name="connsiteY34" fmla="*/ 5733636 h 5947154"/>
                <a:gd name="connsiteX35" fmla="*/ 1602214 w 9886230"/>
                <a:gd name="connsiteY35" fmla="*/ 5298613 h 5947154"/>
                <a:gd name="connsiteX36" fmla="*/ 1985722 w 9886230"/>
                <a:gd name="connsiteY36" fmla="*/ 4494261 h 5947154"/>
                <a:gd name="connsiteX37" fmla="*/ 2769101 w 9886230"/>
                <a:gd name="connsiteY37" fmla="*/ 4642576 h 5947154"/>
                <a:gd name="connsiteX38" fmla="*/ 3135832 w 9886230"/>
                <a:gd name="connsiteY38" fmla="*/ 4757640 h 5947154"/>
                <a:gd name="connsiteX39" fmla="*/ 3255469 w 9886230"/>
                <a:gd name="connsiteY39" fmla="*/ 4352941 h 5947154"/>
                <a:gd name="connsiteX40" fmla="*/ 3563312 w 9886230"/>
                <a:gd name="connsiteY40" fmla="*/ 3601104 h 5947154"/>
                <a:gd name="connsiteX41" fmla="*/ 3865223 w 9886230"/>
                <a:gd name="connsiteY41" fmla="*/ 3518710 h 5947154"/>
                <a:gd name="connsiteX42" fmla="*/ 8244527 w 9886230"/>
                <a:gd name="connsiteY42" fmla="*/ 1885633 h 5947154"/>
                <a:gd name="connsiteX43" fmla="*/ 8244369 w 9886230"/>
                <a:gd name="connsiteY43" fmla="*/ 1886508 h 5947154"/>
                <a:gd name="connsiteX44" fmla="*/ 8244933 w 9886230"/>
                <a:gd name="connsiteY44" fmla="*/ 1886182 h 5947154"/>
                <a:gd name="connsiteX45" fmla="*/ 9849781 w 9886230"/>
                <a:gd name="connsiteY45" fmla="*/ 0 h 5947154"/>
                <a:gd name="connsiteX46" fmla="*/ 9886230 w 9886230"/>
                <a:gd name="connsiteY46" fmla="*/ 0 h 5947154"/>
                <a:gd name="connsiteX47" fmla="*/ 9886230 w 9886230"/>
                <a:gd name="connsiteY47" fmla="*/ 926156 h 5947154"/>
                <a:gd name="connsiteX48" fmla="*/ 9880965 w 9886230"/>
                <a:gd name="connsiteY48" fmla="*/ 930594 h 5947154"/>
                <a:gd name="connsiteX49" fmla="*/ 9724185 w 9886230"/>
                <a:gd name="connsiteY49" fmla="*/ 1586240 h 5947154"/>
                <a:gd name="connsiteX50" fmla="*/ 9613215 w 9886230"/>
                <a:gd name="connsiteY50" fmla="*/ 2021263 h 5947154"/>
                <a:gd name="connsiteX51" fmla="*/ 9294522 w 9886230"/>
                <a:gd name="connsiteY51" fmla="*/ 1970517 h 5947154"/>
                <a:gd name="connsiteX52" fmla="*/ 9235523 w 9886230"/>
                <a:gd name="connsiteY52" fmla="*/ 1933790 h 5947154"/>
                <a:gd name="connsiteX53" fmla="*/ 9212004 w 9886230"/>
                <a:gd name="connsiteY53" fmla="*/ 1913516 h 5947154"/>
                <a:gd name="connsiteX54" fmla="*/ 9129861 w 9886230"/>
                <a:gd name="connsiteY54" fmla="*/ 1868718 h 5947154"/>
                <a:gd name="connsiteX55" fmla="*/ 9009042 w 9886230"/>
                <a:gd name="connsiteY55" fmla="*/ 1795156 h 5947154"/>
                <a:gd name="connsiteX56" fmla="*/ 8409089 w 9886230"/>
                <a:gd name="connsiteY56" fmla="*/ 1771417 h 5947154"/>
                <a:gd name="connsiteX57" fmla="*/ 8116269 w 9886230"/>
                <a:gd name="connsiteY57" fmla="*/ 2488078 h 5947154"/>
                <a:gd name="connsiteX58" fmla="*/ 7998678 w 9886230"/>
                <a:gd name="connsiteY58" fmla="*/ 2926923 h 5947154"/>
                <a:gd name="connsiteX59" fmla="*/ 7398525 w 9886230"/>
                <a:gd name="connsiteY59" fmla="*/ 2805307 h 5947154"/>
                <a:gd name="connsiteX60" fmla="*/ 6774678 w 9886230"/>
                <a:gd name="connsiteY60" fmla="*/ 2688543 h 5947154"/>
                <a:gd name="connsiteX61" fmla="*/ 6448151 w 9886230"/>
                <a:gd name="connsiteY61" fmla="*/ 3245949 h 5947154"/>
                <a:gd name="connsiteX62" fmla="*/ 6439724 w 9886230"/>
                <a:gd name="connsiteY62" fmla="*/ 3454496 h 5947154"/>
                <a:gd name="connsiteX63" fmla="*/ 6436524 w 9886230"/>
                <a:gd name="connsiteY63" fmla="*/ 3515940 h 5947154"/>
                <a:gd name="connsiteX64" fmla="*/ 6437878 w 9886230"/>
                <a:gd name="connsiteY64" fmla="*/ 3523922 h 5947154"/>
                <a:gd name="connsiteX65" fmla="*/ 6437062 w 9886230"/>
                <a:gd name="connsiteY65" fmla="*/ 3572382 h 5947154"/>
                <a:gd name="connsiteX66" fmla="*/ 6330467 w 9886230"/>
                <a:gd name="connsiteY66" fmla="*/ 3816095 h 5947154"/>
                <a:gd name="connsiteX67" fmla="*/ 6307367 w 9886230"/>
                <a:gd name="connsiteY67" fmla="*/ 3833941 h 5947154"/>
                <a:gd name="connsiteX68" fmla="*/ 6417038 w 9886230"/>
                <a:gd name="connsiteY68" fmla="*/ 4023897 h 5947154"/>
                <a:gd name="connsiteX69" fmla="*/ 7527431 w 9886230"/>
                <a:gd name="connsiteY69" fmla="*/ 5947154 h 5947154"/>
                <a:gd name="connsiteX70" fmla="*/ 7527427 w 9886230"/>
                <a:gd name="connsiteY70" fmla="*/ 5947154 h 5947154"/>
                <a:gd name="connsiteX71" fmla="*/ 6419379 w 9886230"/>
                <a:gd name="connsiteY71" fmla="*/ 4027957 h 5947154"/>
                <a:gd name="connsiteX72" fmla="*/ 6298243 w 9886230"/>
                <a:gd name="connsiteY72" fmla="*/ 3818145 h 5947154"/>
                <a:gd name="connsiteX73" fmla="*/ 6241605 w 9886230"/>
                <a:gd name="connsiteY73" fmla="*/ 3817371 h 5947154"/>
                <a:gd name="connsiteX74" fmla="*/ 5938731 w 9886230"/>
                <a:gd name="connsiteY74" fmla="*/ 3683447 h 5947154"/>
                <a:gd name="connsiteX75" fmla="*/ 5255265 w 9886230"/>
                <a:gd name="connsiteY75" fmla="*/ 3601104 h 5947154"/>
                <a:gd name="connsiteX76" fmla="*/ 4947421 w 9886230"/>
                <a:gd name="connsiteY76" fmla="*/ 4352941 h 5947154"/>
                <a:gd name="connsiteX77" fmla="*/ 4947436 w 9886230"/>
                <a:gd name="connsiteY77" fmla="*/ 4409019 h 5947154"/>
                <a:gd name="connsiteX78" fmla="*/ 4725086 w 9886230"/>
                <a:gd name="connsiteY78" fmla="*/ 4023897 h 5947154"/>
                <a:gd name="connsiteX79" fmla="*/ 4615415 w 9886230"/>
                <a:gd name="connsiteY79" fmla="*/ 3833941 h 5947154"/>
                <a:gd name="connsiteX80" fmla="*/ 4638514 w 9886230"/>
                <a:gd name="connsiteY80" fmla="*/ 3816095 h 5947154"/>
                <a:gd name="connsiteX81" fmla="*/ 4745110 w 9886230"/>
                <a:gd name="connsiteY81" fmla="*/ 3572382 h 5947154"/>
                <a:gd name="connsiteX82" fmla="*/ 4745925 w 9886230"/>
                <a:gd name="connsiteY82" fmla="*/ 3523922 h 5947154"/>
                <a:gd name="connsiteX83" fmla="*/ 4744571 w 9886230"/>
                <a:gd name="connsiteY83" fmla="*/ 3515940 h 5947154"/>
                <a:gd name="connsiteX84" fmla="*/ 4747772 w 9886230"/>
                <a:gd name="connsiteY84" fmla="*/ 3454496 h 5947154"/>
                <a:gd name="connsiteX85" fmla="*/ 4756198 w 9886230"/>
                <a:gd name="connsiteY85" fmla="*/ 3245949 h 5947154"/>
                <a:gd name="connsiteX86" fmla="*/ 5082726 w 9886230"/>
                <a:gd name="connsiteY86" fmla="*/ 2688543 h 5947154"/>
                <a:gd name="connsiteX87" fmla="*/ 5706572 w 9886230"/>
                <a:gd name="connsiteY87" fmla="*/ 2805307 h 5947154"/>
                <a:gd name="connsiteX88" fmla="*/ 6306725 w 9886230"/>
                <a:gd name="connsiteY88" fmla="*/ 2926923 h 5947154"/>
                <a:gd name="connsiteX89" fmla="*/ 6424316 w 9886230"/>
                <a:gd name="connsiteY89" fmla="*/ 2488078 h 5947154"/>
                <a:gd name="connsiteX90" fmla="*/ 6717136 w 9886230"/>
                <a:gd name="connsiteY90" fmla="*/ 1771417 h 5947154"/>
                <a:gd name="connsiteX91" fmla="*/ 7317089 w 9886230"/>
                <a:gd name="connsiteY91" fmla="*/ 1795156 h 5947154"/>
                <a:gd name="connsiteX92" fmla="*/ 7437908 w 9886230"/>
                <a:gd name="connsiteY92" fmla="*/ 1868718 h 5947154"/>
                <a:gd name="connsiteX93" fmla="*/ 7520051 w 9886230"/>
                <a:gd name="connsiteY93" fmla="*/ 1913516 h 5947154"/>
                <a:gd name="connsiteX94" fmla="*/ 7543570 w 9886230"/>
                <a:gd name="connsiteY94" fmla="*/ 1933790 h 5947154"/>
                <a:gd name="connsiteX95" fmla="*/ 7602569 w 9886230"/>
                <a:gd name="connsiteY95" fmla="*/ 1970517 h 5947154"/>
                <a:gd name="connsiteX96" fmla="*/ 7921262 w 9886230"/>
                <a:gd name="connsiteY96" fmla="*/ 2021263 h 5947154"/>
                <a:gd name="connsiteX97" fmla="*/ 8032232 w 9886230"/>
                <a:gd name="connsiteY97" fmla="*/ 1586240 h 5947154"/>
                <a:gd name="connsiteX98" fmla="*/ 8415739 w 9886230"/>
                <a:gd name="connsiteY98" fmla="*/ 781888 h 5947154"/>
                <a:gd name="connsiteX99" fmla="*/ 9199119 w 9886230"/>
                <a:gd name="connsiteY99" fmla="*/ 930202 h 5947154"/>
                <a:gd name="connsiteX100" fmla="*/ 9565849 w 9886230"/>
                <a:gd name="connsiteY100" fmla="*/ 1045267 h 5947154"/>
                <a:gd name="connsiteX101" fmla="*/ 9685487 w 9886230"/>
                <a:gd name="connsiteY101" fmla="*/ 640567 h 5947154"/>
                <a:gd name="connsiteX102" fmla="*/ 9808641 w 9886230"/>
                <a:gd name="connsiteY102" fmla="*/ 42838 h 59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886230" h="5947154">
                  <a:moveTo>
                    <a:pt x="3506461" y="5598007"/>
                  </a:moveTo>
                  <a:lnTo>
                    <a:pt x="3506868" y="5598556"/>
                  </a:lnTo>
                  <a:lnTo>
                    <a:pt x="3506305" y="5598880"/>
                  </a:lnTo>
                  <a:close/>
                  <a:moveTo>
                    <a:pt x="1814508" y="5598007"/>
                  </a:moveTo>
                  <a:lnTo>
                    <a:pt x="1814352" y="5598880"/>
                  </a:lnTo>
                  <a:lnTo>
                    <a:pt x="1814914" y="5598556"/>
                  </a:lnTo>
                  <a:close/>
                  <a:moveTo>
                    <a:pt x="3865223" y="3518710"/>
                  </a:moveTo>
                  <a:cubicBezTo>
                    <a:pt x="4011555" y="3524619"/>
                    <a:pt x="4128422" y="3602739"/>
                    <a:pt x="4246778" y="3683447"/>
                  </a:cubicBezTo>
                  <a:cubicBezTo>
                    <a:pt x="4335986" y="3742348"/>
                    <a:pt x="4430771" y="3804927"/>
                    <a:pt x="4549652" y="3817371"/>
                  </a:cubicBezTo>
                  <a:lnTo>
                    <a:pt x="4606290" y="3818145"/>
                  </a:lnTo>
                  <a:lnTo>
                    <a:pt x="4727426" y="4027957"/>
                  </a:lnTo>
                  <a:lnTo>
                    <a:pt x="4947436" y="4409025"/>
                  </a:lnTo>
                  <a:lnTo>
                    <a:pt x="4947456" y="4487335"/>
                  </a:lnTo>
                  <a:cubicBezTo>
                    <a:pt x="4944559" y="4615694"/>
                    <a:pt x="4925816" y="4720911"/>
                    <a:pt x="4827784" y="4757640"/>
                  </a:cubicBezTo>
                  <a:cubicBezTo>
                    <a:pt x="4694278" y="4817058"/>
                    <a:pt x="4582885" y="4731214"/>
                    <a:pt x="4461053" y="4642576"/>
                  </a:cubicBezTo>
                  <a:cubicBezTo>
                    <a:pt x="4264031" y="4500192"/>
                    <a:pt x="4048910" y="4341760"/>
                    <a:pt x="3677675" y="4494261"/>
                  </a:cubicBezTo>
                  <a:cubicBezTo>
                    <a:pt x="3282746" y="4651618"/>
                    <a:pt x="3292798" y="4990279"/>
                    <a:pt x="3294167" y="5298613"/>
                  </a:cubicBezTo>
                  <a:cubicBezTo>
                    <a:pt x="3298814" y="5490238"/>
                    <a:pt x="3299640" y="5675245"/>
                    <a:pt x="3183199" y="5733636"/>
                  </a:cubicBezTo>
                  <a:cubicBezTo>
                    <a:pt x="3083835" y="5791003"/>
                    <a:pt x="2976554" y="5748611"/>
                    <a:pt x="2864505" y="5682889"/>
                  </a:cubicBezTo>
                  <a:lnTo>
                    <a:pt x="2805505" y="5646163"/>
                  </a:lnTo>
                  <a:lnTo>
                    <a:pt x="2781986" y="5625889"/>
                  </a:lnTo>
                  <a:lnTo>
                    <a:pt x="2699847" y="5581089"/>
                  </a:lnTo>
                  <a:lnTo>
                    <a:pt x="2579026" y="5507529"/>
                  </a:lnTo>
                  <a:cubicBezTo>
                    <a:pt x="2402667" y="5411454"/>
                    <a:pt x="2210476" y="5356808"/>
                    <a:pt x="1979073" y="5483789"/>
                  </a:cubicBezTo>
                  <a:cubicBezTo>
                    <a:pt x="1790376" y="5587209"/>
                    <a:pt x="1720845" y="5735685"/>
                    <a:pt x="1696683" y="5898508"/>
                  </a:cubicBezTo>
                  <a:lnTo>
                    <a:pt x="1691953" y="5947154"/>
                  </a:lnTo>
                  <a:lnTo>
                    <a:pt x="0" y="5947154"/>
                  </a:lnTo>
                  <a:lnTo>
                    <a:pt x="4730" y="5898508"/>
                  </a:lnTo>
                  <a:cubicBezTo>
                    <a:pt x="28892" y="5735685"/>
                    <a:pt x="98423" y="5587209"/>
                    <a:pt x="287119" y="5483789"/>
                  </a:cubicBezTo>
                  <a:cubicBezTo>
                    <a:pt x="518523" y="5356808"/>
                    <a:pt x="710712" y="5411454"/>
                    <a:pt x="887072" y="5507529"/>
                  </a:cubicBezTo>
                  <a:lnTo>
                    <a:pt x="1007893" y="5581089"/>
                  </a:lnTo>
                  <a:lnTo>
                    <a:pt x="1090033" y="5625889"/>
                  </a:lnTo>
                  <a:lnTo>
                    <a:pt x="1113552" y="5646163"/>
                  </a:lnTo>
                  <a:lnTo>
                    <a:pt x="1172552" y="5682889"/>
                  </a:lnTo>
                  <a:cubicBezTo>
                    <a:pt x="1284601" y="5748611"/>
                    <a:pt x="1391882" y="5791003"/>
                    <a:pt x="1491245" y="5733636"/>
                  </a:cubicBezTo>
                  <a:cubicBezTo>
                    <a:pt x="1607686" y="5675245"/>
                    <a:pt x="1606861" y="5490238"/>
                    <a:pt x="1602214" y="5298613"/>
                  </a:cubicBezTo>
                  <a:cubicBezTo>
                    <a:pt x="1600844" y="4990279"/>
                    <a:pt x="1590792" y="4651618"/>
                    <a:pt x="1985722" y="4494261"/>
                  </a:cubicBezTo>
                  <a:cubicBezTo>
                    <a:pt x="2356958" y="4341760"/>
                    <a:pt x="2572078" y="4500192"/>
                    <a:pt x="2769101" y="4642576"/>
                  </a:cubicBezTo>
                  <a:cubicBezTo>
                    <a:pt x="2890932" y="4731214"/>
                    <a:pt x="3002326" y="4817058"/>
                    <a:pt x="3135832" y="4757640"/>
                  </a:cubicBezTo>
                  <a:cubicBezTo>
                    <a:pt x="3266541" y="4708669"/>
                    <a:pt x="3256292" y="4537939"/>
                    <a:pt x="3255469" y="4352941"/>
                  </a:cubicBezTo>
                  <a:cubicBezTo>
                    <a:pt x="3249526" y="4082569"/>
                    <a:pt x="3241526" y="3778061"/>
                    <a:pt x="3563312" y="3601104"/>
                  </a:cubicBezTo>
                  <a:cubicBezTo>
                    <a:pt x="3679014" y="3537617"/>
                    <a:pt x="3777423" y="3515166"/>
                    <a:pt x="3865223" y="3518710"/>
                  </a:cubicBezTo>
                  <a:close/>
                  <a:moveTo>
                    <a:pt x="8244527" y="1885633"/>
                  </a:moveTo>
                  <a:lnTo>
                    <a:pt x="8244369" y="1886508"/>
                  </a:lnTo>
                  <a:lnTo>
                    <a:pt x="8244933" y="1886182"/>
                  </a:lnTo>
                  <a:close/>
                  <a:moveTo>
                    <a:pt x="9849781" y="0"/>
                  </a:moveTo>
                  <a:lnTo>
                    <a:pt x="9886230" y="0"/>
                  </a:lnTo>
                  <a:lnTo>
                    <a:pt x="9886230" y="926156"/>
                  </a:lnTo>
                  <a:lnTo>
                    <a:pt x="9880965" y="930594"/>
                  </a:lnTo>
                  <a:cubicBezTo>
                    <a:pt x="9717245" y="1106681"/>
                    <a:pt x="9723157" y="1354990"/>
                    <a:pt x="9724185" y="1586240"/>
                  </a:cubicBezTo>
                  <a:cubicBezTo>
                    <a:pt x="9728831" y="1777866"/>
                    <a:pt x="9729656" y="1962873"/>
                    <a:pt x="9613215" y="2021263"/>
                  </a:cubicBezTo>
                  <a:cubicBezTo>
                    <a:pt x="9513852" y="2078631"/>
                    <a:pt x="9406572" y="2036238"/>
                    <a:pt x="9294522" y="1970517"/>
                  </a:cubicBezTo>
                  <a:lnTo>
                    <a:pt x="9235523" y="1933790"/>
                  </a:lnTo>
                  <a:lnTo>
                    <a:pt x="9212004" y="1913516"/>
                  </a:lnTo>
                  <a:lnTo>
                    <a:pt x="9129861" y="1868718"/>
                  </a:lnTo>
                  <a:lnTo>
                    <a:pt x="9009042" y="1795156"/>
                  </a:lnTo>
                  <a:cubicBezTo>
                    <a:pt x="8832682" y="1699082"/>
                    <a:pt x="8640491" y="1644437"/>
                    <a:pt x="8409089" y="1771417"/>
                  </a:cubicBezTo>
                  <a:cubicBezTo>
                    <a:pt x="8107174" y="1936888"/>
                    <a:pt x="8110322" y="2217705"/>
                    <a:pt x="8116269" y="2488078"/>
                  </a:cubicBezTo>
                  <a:cubicBezTo>
                    <a:pt x="8120917" y="2679706"/>
                    <a:pt x="8124542" y="2854256"/>
                    <a:pt x="7998678" y="2926923"/>
                  </a:cubicBezTo>
                  <a:cubicBezTo>
                    <a:pt x="7839698" y="3018711"/>
                    <a:pt x="7610578" y="2912517"/>
                    <a:pt x="7398525" y="2805307"/>
                  </a:cubicBezTo>
                  <a:cubicBezTo>
                    <a:pt x="7176030" y="2695298"/>
                    <a:pt x="6957358" y="2591910"/>
                    <a:pt x="6774678" y="2688543"/>
                  </a:cubicBezTo>
                  <a:cubicBezTo>
                    <a:pt x="6527603" y="2811321"/>
                    <a:pt x="6466604" y="3015454"/>
                    <a:pt x="6448151" y="3245949"/>
                  </a:cubicBezTo>
                  <a:lnTo>
                    <a:pt x="6439724" y="3454496"/>
                  </a:lnTo>
                  <a:lnTo>
                    <a:pt x="6436524" y="3515940"/>
                  </a:lnTo>
                  <a:lnTo>
                    <a:pt x="6437878" y="3523922"/>
                  </a:lnTo>
                  <a:lnTo>
                    <a:pt x="6437062" y="3572382"/>
                  </a:lnTo>
                  <a:cubicBezTo>
                    <a:pt x="6435701" y="3692407"/>
                    <a:pt x="6382915" y="3769254"/>
                    <a:pt x="6330467" y="3816095"/>
                  </a:cubicBezTo>
                  <a:lnTo>
                    <a:pt x="6307367" y="3833941"/>
                  </a:lnTo>
                  <a:lnTo>
                    <a:pt x="6417038" y="4023897"/>
                  </a:lnTo>
                  <a:lnTo>
                    <a:pt x="7527431" y="5947154"/>
                  </a:lnTo>
                  <a:lnTo>
                    <a:pt x="7527427" y="5947154"/>
                  </a:lnTo>
                  <a:lnTo>
                    <a:pt x="6419379" y="4027957"/>
                  </a:lnTo>
                  <a:lnTo>
                    <a:pt x="6298243" y="3818145"/>
                  </a:lnTo>
                  <a:lnTo>
                    <a:pt x="6241605" y="3817371"/>
                  </a:lnTo>
                  <a:cubicBezTo>
                    <a:pt x="6122724" y="3804927"/>
                    <a:pt x="6027939" y="3742348"/>
                    <a:pt x="5938731" y="3683447"/>
                  </a:cubicBezTo>
                  <a:cubicBezTo>
                    <a:pt x="5749360" y="3554314"/>
                    <a:pt x="5563804" y="3431806"/>
                    <a:pt x="5255265" y="3601104"/>
                  </a:cubicBezTo>
                  <a:cubicBezTo>
                    <a:pt x="4933480" y="3778061"/>
                    <a:pt x="4941478" y="4082569"/>
                    <a:pt x="4947421" y="4352941"/>
                  </a:cubicBezTo>
                  <a:lnTo>
                    <a:pt x="4947436" y="4409019"/>
                  </a:lnTo>
                  <a:lnTo>
                    <a:pt x="4725086" y="4023897"/>
                  </a:lnTo>
                  <a:lnTo>
                    <a:pt x="4615415" y="3833941"/>
                  </a:lnTo>
                  <a:lnTo>
                    <a:pt x="4638514" y="3816095"/>
                  </a:lnTo>
                  <a:cubicBezTo>
                    <a:pt x="4690962" y="3769254"/>
                    <a:pt x="4743748" y="3692407"/>
                    <a:pt x="4745110" y="3572382"/>
                  </a:cubicBezTo>
                  <a:lnTo>
                    <a:pt x="4745925" y="3523922"/>
                  </a:lnTo>
                  <a:lnTo>
                    <a:pt x="4744571" y="3515940"/>
                  </a:lnTo>
                  <a:lnTo>
                    <a:pt x="4747772" y="3454496"/>
                  </a:lnTo>
                  <a:lnTo>
                    <a:pt x="4756198" y="3245949"/>
                  </a:lnTo>
                  <a:cubicBezTo>
                    <a:pt x="4774652" y="3015454"/>
                    <a:pt x="4835651" y="2811321"/>
                    <a:pt x="5082726" y="2688543"/>
                  </a:cubicBezTo>
                  <a:cubicBezTo>
                    <a:pt x="5265406" y="2591910"/>
                    <a:pt x="5484077" y="2695298"/>
                    <a:pt x="5706572" y="2805307"/>
                  </a:cubicBezTo>
                  <a:cubicBezTo>
                    <a:pt x="5918625" y="2912517"/>
                    <a:pt x="6147745" y="3018711"/>
                    <a:pt x="6306725" y="2926923"/>
                  </a:cubicBezTo>
                  <a:cubicBezTo>
                    <a:pt x="6432589" y="2854256"/>
                    <a:pt x="6428964" y="2679706"/>
                    <a:pt x="6424316" y="2488078"/>
                  </a:cubicBezTo>
                  <a:cubicBezTo>
                    <a:pt x="6418369" y="2217705"/>
                    <a:pt x="6415221" y="1936888"/>
                    <a:pt x="6717136" y="1771417"/>
                  </a:cubicBezTo>
                  <a:cubicBezTo>
                    <a:pt x="6948538" y="1644437"/>
                    <a:pt x="7140729" y="1699082"/>
                    <a:pt x="7317089" y="1795156"/>
                  </a:cubicBezTo>
                  <a:lnTo>
                    <a:pt x="7437908" y="1868718"/>
                  </a:lnTo>
                  <a:lnTo>
                    <a:pt x="7520051" y="1913516"/>
                  </a:lnTo>
                  <a:lnTo>
                    <a:pt x="7543570" y="1933790"/>
                  </a:lnTo>
                  <a:lnTo>
                    <a:pt x="7602569" y="1970517"/>
                  </a:lnTo>
                  <a:cubicBezTo>
                    <a:pt x="7714619" y="2036238"/>
                    <a:pt x="7821899" y="2078631"/>
                    <a:pt x="7921262" y="2021263"/>
                  </a:cubicBezTo>
                  <a:cubicBezTo>
                    <a:pt x="8037703" y="1962873"/>
                    <a:pt x="8036878" y="1777866"/>
                    <a:pt x="8032232" y="1586240"/>
                  </a:cubicBezTo>
                  <a:cubicBezTo>
                    <a:pt x="8030861" y="1277907"/>
                    <a:pt x="8020809" y="939246"/>
                    <a:pt x="8415739" y="781888"/>
                  </a:cubicBezTo>
                  <a:cubicBezTo>
                    <a:pt x="8786974" y="629388"/>
                    <a:pt x="9002097" y="787818"/>
                    <a:pt x="9199119" y="930202"/>
                  </a:cubicBezTo>
                  <a:cubicBezTo>
                    <a:pt x="9320952" y="1018840"/>
                    <a:pt x="9432344" y="1104684"/>
                    <a:pt x="9565849" y="1045267"/>
                  </a:cubicBezTo>
                  <a:cubicBezTo>
                    <a:pt x="9696556" y="996297"/>
                    <a:pt x="9686309" y="825566"/>
                    <a:pt x="9685487" y="640567"/>
                  </a:cubicBezTo>
                  <a:cubicBezTo>
                    <a:pt x="9681030" y="437788"/>
                    <a:pt x="9675417" y="215808"/>
                    <a:pt x="9808641" y="4283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Freeform: Shape 6">
              <a:extLst>
                <a:ext uri="{FF2B5EF4-FFF2-40B4-BE49-F238E27FC236}">
                  <a16:creationId xmlns:a16="http://schemas.microsoft.com/office/drawing/2014/main" id="{09B5E42C-B13C-44D8-8EB1-CFCF68E9539B}"/>
                </a:ext>
              </a:extLst>
            </p:cNvPr>
            <p:cNvSpPr/>
            <p:nvPr userDrawn="1"/>
          </p:nvSpPr>
          <p:spPr>
            <a:xfrm flipH="1">
              <a:off x="0" y="3561016"/>
              <a:ext cx="5485327" cy="3296984"/>
            </a:xfrm>
            <a:custGeom>
              <a:avLst/>
              <a:gdLst>
                <a:gd name="connsiteX0" fmla="*/ 3503552 w 5485326"/>
                <a:gd name="connsiteY0" fmla="*/ 2947837 h 3296984"/>
                <a:gd name="connsiteX1" fmla="*/ 3503959 w 5485326"/>
                <a:gd name="connsiteY1" fmla="*/ 2948386 h 3296984"/>
                <a:gd name="connsiteX2" fmla="*/ 3503396 w 5485326"/>
                <a:gd name="connsiteY2" fmla="*/ 2948710 h 3296984"/>
                <a:gd name="connsiteX3" fmla="*/ 1811599 w 5485326"/>
                <a:gd name="connsiteY3" fmla="*/ 2947837 h 3296984"/>
                <a:gd name="connsiteX4" fmla="*/ 1811443 w 5485326"/>
                <a:gd name="connsiteY4" fmla="*/ 2948710 h 3296984"/>
                <a:gd name="connsiteX5" fmla="*/ 1812005 w 5485326"/>
                <a:gd name="connsiteY5" fmla="*/ 2948386 h 3296984"/>
                <a:gd name="connsiteX6" fmla="*/ 3862313 w 5485326"/>
                <a:gd name="connsiteY6" fmla="*/ 868540 h 3296984"/>
                <a:gd name="connsiteX7" fmla="*/ 4243869 w 5485326"/>
                <a:gd name="connsiteY7" fmla="*/ 1033277 h 3296984"/>
                <a:gd name="connsiteX8" fmla="*/ 4546743 w 5485326"/>
                <a:gd name="connsiteY8" fmla="*/ 1167201 h 3296984"/>
                <a:gd name="connsiteX9" fmla="*/ 4603381 w 5485326"/>
                <a:gd name="connsiteY9" fmla="*/ 1167975 h 3296984"/>
                <a:gd name="connsiteX10" fmla="*/ 4724517 w 5485326"/>
                <a:gd name="connsiteY10" fmla="*/ 1377787 h 3296984"/>
                <a:gd name="connsiteX11" fmla="*/ 4944527 w 5485326"/>
                <a:gd name="connsiteY11" fmla="*/ 1758855 h 3296984"/>
                <a:gd name="connsiteX12" fmla="*/ 4944547 w 5485326"/>
                <a:gd name="connsiteY12" fmla="*/ 1837165 h 3296984"/>
                <a:gd name="connsiteX13" fmla="*/ 4824875 w 5485326"/>
                <a:gd name="connsiteY13" fmla="*/ 2107470 h 3296984"/>
                <a:gd name="connsiteX14" fmla="*/ 4458144 w 5485326"/>
                <a:gd name="connsiteY14" fmla="*/ 1992406 h 3296984"/>
                <a:gd name="connsiteX15" fmla="*/ 3674766 w 5485326"/>
                <a:gd name="connsiteY15" fmla="*/ 1844091 h 3296984"/>
                <a:gd name="connsiteX16" fmla="*/ 3291258 w 5485326"/>
                <a:gd name="connsiteY16" fmla="*/ 2648443 h 3296984"/>
                <a:gd name="connsiteX17" fmla="*/ 3180290 w 5485326"/>
                <a:gd name="connsiteY17" fmla="*/ 3083466 h 3296984"/>
                <a:gd name="connsiteX18" fmla="*/ 2861596 w 5485326"/>
                <a:gd name="connsiteY18" fmla="*/ 3032719 h 3296984"/>
                <a:gd name="connsiteX19" fmla="*/ 2802596 w 5485326"/>
                <a:gd name="connsiteY19" fmla="*/ 2995993 h 3296984"/>
                <a:gd name="connsiteX20" fmla="*/ 2779077 w 5485326"/>
                <a:gd name="connsiteY20" fmla="*/ 2975719 h 3296984"/>
                <a:gd name="connsiteX21" fmla="*/ 2696938 w 5485326"/>
                <a:gd name="connsiteY21" fmla="*/ 2930919 h 3296984"/>
                <a:gd name="connsiteX22" fmla="*/ 2576117 w 5485326"/>
                <a:gd name="connsiteY22" fmla="*/ 2857359 h 3296984"/>
                <a:gd name="connsiteX23" fmla="*/ 1976163 w 5485326"/>
                <a:gd name="connsiteY23" fmla="*/ 2833619 h 3296984"/>
                <a:gd name="connsiteX24" fmla="*/ 1714306 w 5485326"/>
                <a:gd name="connsiteY24" fmla="*/ 3152611 h 3296984"/>
                <a:gd name="connsiteX25" fmla="*/ 1691953 w 5485326"/>
                <a:gd name="connsiteY25" fmla="*/ 3296984 h 3296984"/>
                <a:gd name="connsiteX26" fmla="*/ 0 w 5485326"/>
                <a:gd name="connsiteY26" fmla="*/ 3296984 h 3296984"/>
                <a:gd name="connsiteX27" fmla="*/ 22353 w 5485326"/>
                <a:gd name="connsiteY27" fmla="*/ 3152611 h 3296984"/>
                <a:gd name="connsiteX28" fmla="*/ 284210 w 5485326"/>
                <a:gd name="connsiteY28" fmla="*/ 2833619 h 3296984"/>
                <a:gd name="connsiteX29" fmla="*/ 884163 w 5485326"/>
                <a:gd name="connsiteY29" fmla="*/ 2857359 h 3296984"/>
                <a:gd name="connsiteX30" fmla="*/ 1004984 w 5485326"/>
                <a:gd name="connsiteY30" fmla="*/ 2930919 h 3296984"/>
                <a:gd name="connsiteX31" fmla="*/ 1087124 w 5485326"/>
                <a:gd name="connsiteY31" fmla="*/ 2975719 h 3296984"/>
                <a:gd name="connsiteX32" fmla="*/ 1110643 w 5485326"/>
                <a:gd name="connsiteY32" fmla="*/ 2995993 h 3296984"/>
                <a:gd name="connsiteX33" fmla="*/ 1169643 w 5485326"/>
                <a:gd name="connsiteY33" fmla="*/ 3032719 h 3296984"/>
                <a:gd name="connsiteX34" fmla="*/ 1488337 w 5485326"/>
                <a:gd name="connsiteY34" fmla="*/ 3083466 h 3296984"/>
                <a:gd name="connsiteX35" fmla="*/ 1599305 w 5485326"/>
                <a:gd name="connsiteY35" fmla="*/ 2648443 h 3296984"/>
                <a:gd name="connsiteX36" fmla="*/ 1982813 w 5485326"/>
                <a:gd name="connsiteY36" fmla="*/ 1844091 h 3296984"/>
                <a:gd name="connsiteX37" fmla="*/ 2766192 w 5485326"/>
                <a:gd name="connsiteY37" fmla="*/ 1992406 h 3296984"/>
                <a:gd name="connsiteX38" fmla="*/ 3132922 w 5485326"/>
                <a:gd name="connsiteY38" fmla="*/ 2107470 h 3296984"/>
                <a:gd name="connsiteX39" fmla="*/ 3252560 w 5485326"/>
                <a:gd name="connsiteY39" fmla="*/ 1702771 h 3296984"/>
                <a:gd name="connsiteX40" fmla="*/ 3560402 w 5485326"/>
                <a:gd name="connsiteY40" fmla="*/ 950934 h 3296984"/>
                <a:gd name="connsiteX41" fmla="*/ 3862313 w 5485326"/>
                <a:gd name="connsiteY41" fmla="*/ 868540 h 3296984"/>
                <a:gd name="connsiteX42" fmla="*/ 5223073 w 5485326"/>
                <a:gd name="connsiteY42" fmla="*/ 381 h 3296984"/>
                <a:gd name="connsiteX43" fmla="*/ 5456666 w 5485326"/>
                <a:gd name="connsiteY43" fmla="*/ 44369 h 3296984"/>
                <a:gd name="connsiteX44" fmla="*/ 5485326 w 5485326"/>
                <a:gd name="connsiteY44" fmla="*/ 55829 h 3296984"/>
                <a:gd name="connsiteX45" fmla="*/ 5485326 w 5485326"/>
                <a:gd name="connsiteY45" fmla="*/ 872815 h 3296984"/>
                <a:gd name="connsiteX46" fmla="*/ 5462682 w 5485326"/>
                <a:gd name="connsiteY46" fmla="*/ 874218 h 3296984"/>
                <a:gd name="connsiteX47" fmla="*/ 5252356 w 5485326"/>
                <a:gd name="connsiteY47" fmla="*/ 950934 h 3296984"/>
                <a:gd name="connsiteX48" fmla="*/ 4944512 w 5485326"/>
                <a:gd name="connsiteY48" fmla="*/ 1702771 h 3296984"/>
                <a:gd name="connsiteX49" fmla="*/ 4944527 w 5485326"/>
                <a:gd name="connsiteY49" fmla="*/ 1758849 h 3296984"/>
                <a:gd name="connsiteX50" fmla="*/ 4722177 w 5485326"/>
                <a:gd name="connsiteY50" fmla="*/ 1373727 h 3296984"/>
                <a:gd name="connsiteX51" fmla="*/ 4612506 w 5485326"/>
                <a:gd name="connsiteY51" fmla="*/ 1183771 h 3296984"/>
                <a:gd name="connsiteX52" fmla="*/ 4635605 w 5485326"/>
                <a:gd name="connsiteY52" fmla="*/ 1165925 h 3296984"/>
                <a:gd name="connsiteX53" fmla="*/ 4742201 w 5485326"/>
                <a:gd name="connsiteY53" fmla="*/ 922212 h 3296984"/>
                <a:gd name="connsiteX54" fmla="*/ 4743016 w 5485326"/>
                <a:gd name="connsiteY54" fmla="*/ 873752 h 3296984"/>
                <a:gd name="connsiteX55" fmla="*/ 4741662 w 5485326"/>
                <a:gd name="connsiteY55" fmla="*/ 865770 h 3296984"/>
                <a:gd name="connsiteX56" fmla="*/ 4744863 w 5485326"/>
                <a:gd name="connsiteY56" fmla="*/ 804326 h 3296984"/>
                <a:gd name="connsiteX57" fmla="*/ 4753289 w 5485326"/>
                <a:gd name="connsiteY57" fmla="*/ 595779 h 3296984"/>
                <a:gd name="connsiteX58" fmla="*/ 5079817 w 5485326"/>
                <a:gd name="connsiteY58" fmla="*/ 38373 h 3296984"/>
                <a:gd name="connsiteX59" fmla="*/ 5223073 w 5485326"/>
                <a:gd name="connsiteY59" fmla="*/ 381 h 329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485326" h="3296984">
                  <a:moveTo>
                    <a:pt x="3503552" y="2947837"/>
                  </a:moveTo>
                  <a:lnTo>
                    <a:pt x="3503959" y="2948386"/>
                  </a:lnTo>
                  <a:lnTo>
                    <a:pt x="3503396" y="2948710"/>
                  </a:lnTo>
                  <a:close/>
                  <a:moveTo>
                    <a:pt x="1811599" y="2947837"/>
                  </a:moveTo>
                  <a:lnTo>
                    <a:pt x="1811443" y="2948710"/>
                  </a:lnTo>
                  <a:lnTo>
                    <a:pt x="1812005" y="2948386"/>
                  </a:lnTo>
                  <a:close/>
                  <a:moveTo>
                    <a:pt x="3862313" y="868540"/>
                  </a:moveTo>
                  <a:cubicBezTo>
                    <a:pt x="4008646" y="874449"/>
                    <a:pt x="4125513" y="952569"/>
                    <a:pt x="4243869" y="1033277"/>
                  </a:cubicBezTo>
                  <a:cubicBezTo>
                    <a:pt x="4333077" y="1092178"/>
                    <a:pt x="4427862" y="1154757"/>
                    <a:pt x="4546743" y="1167201"/>
                  </a:cubicBezTo>
                  <a:lnTo>
                    <a:pt x="4603381" y="1167975"/>
                  </a:lnTo>
                  <a:lnTo>
                    <a:pt x="4724517" y="1377787"/>
                  </a:lnTo>
                  <a:lnTo>
                    <a:pt x="4944527" y="1758855"/>
                  </a:lnTo>
                  <a:lnTo>
                    <a:pt x="4944547" y="1837165"/>
                  </a:lnTo>
                  <a:cubicBezTo>
                    <a:pt x="4941650" y="1965524"/>
                    <a:pt x="4922907" y="2070741"/>
                    <a:pt x="4824875" y="2107470"/>
                  </a:cubicBezTo>
                  <a:cubicBezTo>
                    <a:pt x="4691369" y="2166888"/>
                    <a:pt x="4579976" y="2081044"/>
                    <a:pt x="4458144" y="1992406"/>
                  </a:cubicBezTo>
                  <a:cubicBezTo>
                    <a:pt x="4261122" y="1850022"/>
                    <a:pt x="4046001" y="1691590"/>
                    <a:pt x="3674766" y="1844091"/>
                  </a:cubicBezTo>
                  <a:cubicBezTo>
                    <a:pt x="3279837" y="2001448"/>
                    <a:pt x="3289888" y="2340109"/>
                    <a:pt x="3291258" y="2648443"/>
                  </a:cubicBezTo>
                  <a:cubicBezTo>
                    <a:pt x="3295905" y="2840068"/>
                    <a:pt x="3296731" y="3025075"/>
                    <a:pt x="3180290" y="3083466"/>
                  </a:cubicBezTo>
                  <a:cubicBezTo>
                    <a:pt x="3080926" y="3140833"/>
                    <a:pt x="2973645" y="3098441"/>
                    <a:pt x="2861596" y="3032719"/>
                  </a:cubicBezTo>
                  <a:lnTo>
                    <a:pt x="2802596" y="2995993"/>
                  </a:lnTo>
                  <a:lnTo>
                    <a:pt x="2779077" y="2975719"/>
                  </a:lnTo>
                  <a:lnTo>
                    <a:pt x="2696938" y="2930919"/>
                  </a:lnTo>
                  <a:lnTo>
                    <a:pt x="2576117" y="2857359"/>
                  </a:lnTo>
                  <a:cubicBezTo>
                    <a:pt x="2399757" y="2761284"/>
                    <a:pt x="2207567" y="2706638"/>
                    <a:pt x="1976163" y="2833619"/>
                  </a:cubicBezTo>
                  <a:cubicBezTo>
                    <a:pt x="1825206" y="2916355"/>
                    <a:pt x="1750515" y="3027926"/>
                    <a:pt x="1714306" y="3152611"/>
                  </a:cubicBezTo>
                  <a:lnTo>
                    <a:pt x="1691953" y="3296984"/>
                  </a:lnTo>
                  <a:lnTo>
                    <a:pt x="0" y="3296984"/>
                  </a:lnTo>
                  <a:lnTo>
                    <a:pt x="22353" y="3152611"/>
                  </a:lnTo>
                  <a:cubicBezTo>
                    <a:pt x="58562" y="3027926"/>
                    <a:pt x="133253" y="2916355"/>
                    <a:pt x="284210" y="2833619"/>
                  </a:cubicBezTo>
                  <a:cubicBezTo>
                    <a:pt x="515615" y="2706638"/>
                    <a:pt x="707804" y="2761284"/>
                    <a:pt x="884163" y="2857359"/>
                  </a:cubicBezTo>
                  <a:lnTo>
                    <a:pt x="1004984" y="2930919"/>
                  </a:lnTo>
                  <a:lnTo>
                    <a:pt x="1087124" y="2975719"/>
                  </a:lnTo>
                  <a:lnTo>
                    <a:pt x="1110643" y="2995993"/>
                  </a:lnTo>
                  <a:lnTo>
                    <a:pt x="1169643" y="3032719"/>
                  </a:lnTo>
                  <a:cubicBezTo>
                    <a:pt x="1281693" y="3098441"/>
                    <a:pt x="1388973" y="3140833"/>
                    <a:pt x="1488337" y="3083466"/>
                  </a:cubicBezTo>
                  <a:cubicBezTo>
                    <a:pt x="1604778" y="3025075"/>
                    <a:pt x="1603952" y="2840068"/>
                    <a:pt x="1599305" y="2648443"/>
                  </a:cubicBezTo>
                  <a:cubicBezTo>
                    <a:pt x="1597935" y="2340109"/>
                    <a:pt x="1587883" y="2001448"/>
                    <a:pt x="1982813" y="1844091"/>
                  </a:cubicBezTo>
                  <a:cubicBezTo>
                    <a:pt x="2354048" y="1691590"/>
                    <a:pt x="2569169" y="1850022"/>
                    <a:pt x="2766192" y="1992406"/>
                  </a:cubicBezTo>
                  <a:cubicBezTo>
                    <a:pt x="2888023" y="2081044"/>
                    <a:pt x="2999417" y="2166888"/>
                    <a:pt x="3132922" y="2107470"/>
                  </a:cubicBezTo>
                  <a:cubicBezTo>
                    <a:pt x="3263632" y="2058499"/>
                    <a:pt x="3253383" y="1887769"/>
                    <a:pt x="3252560" y="1702771"/>
                  </a:cubicBezTo>
                  <a:cubicBezTo>
                    <a:pt x="3246616" y="1432399"/>
                    <a:pt x="3238617" y="1127891"/>
                    <a:pt x="3560402" y="950934"/>
                  </a:cubicBezTo>
                  <a:cubicBezTo>
                    <a:pt x="3676105" y="887447"/>
                    <a:pt x="3774513" y="864996"/>
                    <a:pt x="3862313" y="868540"/>
                  </a:cubicBezTo>
                  <a:close/>
                  <a:moveTo>
                    <a:pt x="5223073" y="381"/>
                  </a:moveTo>
                  <a:cubicBezTo>
                    <a:pt x="5297572" y="-2886"/>
                    <a:pt x="5376002" y="15177"/>
                    <a:pt x="5456666" y="44369"/>
                  </a:cubicBezTo>
                  <a:lnTo>
                    <a:pt x="5485326" y="55829"/>
                  </a:lnTo>
                  <a:lnTo>
                    <a:pt x="5485326" y="872815"/>
                  </a:lnTo>
                  <a:lnTo>
                    <a:pt x="5462682" y="874218"/>
                  </a:lnTo>
                  <a:cubicBezTo>
                    <a:pt x="5398939" y="884523"/>
                    <a:pt x="5329491" y="908610"/>
                    <a:pt x="5252356" y="950934"/>
                  </a:cubicBezTo>
                  <a:cubicBezTo>
                    <a:pt x="4930571" y="1127891"/>
                    <a:pt x="4938569" y="1432399"/>
                    <a:pt x="4944512" y="1702771"/>
                  </a:cubicBezTo>
                  <a:lnTo>
                    <a:pt x="4944527" y="1758849"/>
                  </a:lnTo>
                  <a:lnTo>
                    <a:pt x="4722177" y="1373727"/>
                  </a:lnTo>
                  <a:lnTo>
                    <a:pt x="4612506" y="1183771"/>
                  </a:lnTo>
                  <a:lnTo>
                    <a:pt x="4635605" y="1165925"/>
                  </a:lnTo>
                  <a:cubicBezTo>
                    <a:pt x="4688053" y="1119084"/>
                    <a:pt x="4740839" y="1042237"/>
                    <a:pt x="4742201" y="922212"/>
                  </a:cubicBezTo>
                  <a:lnTo>
                    <a:pt x="4743016" y="873752"/>
                  </a:lnTo>
                  <a:lnTo>
                    <a:pt x="4741662" y="865770"/>
                  </a:lnTo>
                  <a:lnTo>
                    <a:pt x="4744863" y="804326"/>
                  </a:lnTo>
                  <a:lnTo>
                    <a:pt x="4753289" y="595779"/>
                  </a:lnTo>
                  <a:cubicBezTo>
                    <a:pt x="4771743" y="365284"/>
                    <a:pt x="4832742" y="161151"/>
                    <a:pt x="5079817" y="38373"/>
                  </a:cubicBezTo>
                  <a:cubicBezTo>
                    <a:pt x="5125487" y="14215"/>
                    <a:pt x="5173406" y="2558"/>
                    <a:pt x="5223073" y="381"/>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Freeform: Shape 7">
              <a:extLst>
                <a:ext uri="{FF2B5EF4-FFF2-40B4-BE49-F238E27FC236}">
                  <a16:creationId xmlns:a16="http://schemas.microsoft.com/office/drawing/2014/main" id="{7942C339-A8DC-4E9C-8E18-CEAEF41974A3}"/>
                </a:ext>
              </a:extLst>
            </p:cNvPr>
            <p:cNvSpPr/>
            <p:nvPr userDrawn="1"/>
          </p:nvSpPr>
          <p:spPr>
            <a:xfrm flipH="1">
              <a:off x="1" y="6320364"/>
              <a:ext cx="689528" cy="537636"/>
            </a:xfrm>
            <a:custGeom>
              <a:avLst/>
              <a:gdLst>
                <a:gd name="connsiteX0" fmla="*/ 529229 w 689528"/>
                <a:gd name="connsiteY0" fmla="*/ 648 h 537636"/>
                <a:gd name="connsiteX1" fmla="*/ 677847 w 689528"/>
                <a:gd name="connsiteY1" fmla="*/ 14798 h 537636"/>
                <a:gd name="connsiteX2" fmla="*/ 689528 w 689528"/>
                <a:gd name="connsiteY2" fmla="*/ 18286 h 537636"/>
                <a:gd name="connsiteX3" fmla="*/ 689528 w 689528"/>
                <a:gd name="connsiteY3" fmla="*/ 537636 h 537636"/>
                <a:gd name="connsiteX4" fmla="*/ 0 w 689528"/>
                <a:gd name="connsiteY4" fmla="*/ 537636 h 537636"/>
                <a:gd name="connsiteX5" fmla="*/ 22353 w 689528"/>
                <a:gd name="connsiteY5" fmla="*/ 393263 h 537636"/>
                <a:gd name="connsiteX6" fmla="*/ 284210 w 689528"/>
                <a:gd name="connsiteY6" fmla="*/ 74271 h 537636"/>
                <a:gd name="connsiteX7" fmla="*/ 529229 w 689528"/>
                <a:gd name="connsiteY7" fmla="*/ 648 h 537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9528" h="537636">
                  <a:moveTo>
                    <a:pt x="529229" y="648"/>
                  </a:moveTo>
                  <a:cubicBezTo>
                    <a:pt x="580549" y="-1971"/>
                    <a:pt x="629967" y="3476"/>
                    <a:pt x="677847" y="14798"/>
                  </a:cubicBezTo>
                  <a:lnTo>
                    <a:pt x="689528" y="18286"/>
                  </a:lnTo>
                  <a:lnTo>
                    <a:pt x="689528" y="537636"/>
                  </a:lnTo>
                  <a:lnTo>
                    <a:pt x="0" y="537636"/>
                  </a:lnTo>
                  <a:lnTo>
                    <a:pt x="22353" y="393263"/>
                  </a:lnTo>
                  <a:cubicBezTo>
                    <a:pt x="58562" y="268578"/>
                    <a:pt x="133253" y="157007"/>
                    <a:pt x="284210" y="74271"/>
                  </a:cubicBezTo>
                  <a:cubicBezTo>
                    <a:pt x="370987" y="26653"/>
                    <a:pt x="452248" y="4577"/>
                    <a:pt x="529229" y="64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
        <p:nvSpPr>
          <p:cNvPr id="10" name="TextBox 9">
            <a:extLst>
              <a:ext uri="{FF2B5EF4-FFF2-40B4-BE49-F238E27FC236}">
                <a16:creationId xmlns:a16="http://schemas.microsoft.com/office/drawing/2014/main" id="{04DDC962-B9ED-4978-B06F-FEFAA00EA89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19" name="Freeform: Shape 18">
            <a:extLst>
              <a:ext uri="{FF2B5EF4-FFF2-40B4-BE49-F238E27FC236}">
                <a16:creationId xmlns:a16="http://schemas.microsoft.com/office/drawing/2014/main" id="{47125CF6-839A-48DD-9B5C-9E087C487F4B}"/>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3" name="Gráfico 22">
            <a:extLst>
              <a:ext uri="{FF2B5EF4-FFF2-40B4-BE49-F238E27FC236}">
                <a16:creationId xmlns:a16="http://schemas.microsoft.com/office/drawing/2014/main" id="{B29774FF-522F-C3E9-3B80-D084D42746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5000" y="241591"/>
            <a:ext cx="758823" cy="834705"/>
          </a:xfrm>
          <a:prstGeom prst="rect">
            <a:avLst/>
          </a:prstGeom>
        </p:spPr>
      </p:pic>
      <p:pic>
        <p:nvPicPr>
          <p:cNvPr id="24" name="Gráfico 23">
            <a:extLst>
              <a:ext uri="{FF2B5EF4-FFF2-40B4-BE49-F238E27FC236}">
                <a16:creationId xmlns:a16="http://schemas.microsoft.com/office/drawing/2014/main" id="{C33D3B91-148E-4EDC-381C-FFC7F2D4BE6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5000" y="1593526"/>
            <a:ext cx="758823" cy="834705"/>
          </a:xfrm>
          <a:prstGeom prst="rect">
            <a:avLst/>
          </a:prstGeom>
        </p:spPr>
      </p:pic>
      <p:pic>
        <p:nvPicPr>
          <p:cNvPr id="25" name="Gráfico 24">
            <a:extLst>
              <a:ext uri="{FF2B5EF4-FFF2-40B4-BE49-F238E27FC236}">
                <a16:creationId xmlns:a16="http://schemas.microsoft.com/office/drawing/2014/main" id="{768CB258-A39D-8256-757B-27B2F87A19D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4999" y="2945461"/>
            <a:ext cx="758823" cy="834705"/>
          </a:xfrm>
          <a:prstGeom prst="rect">
            <a:avLst/>
          </a:prstGeom>
        </p:spPr>
      </p:pic>
      <p:pic>
        <p:nvPicPr>
          <p:cNvPr id="26" name="Gráfico 25">
            <a:extLst>
              <a:ext uri="{FF2B5EF4-FFF2-40B4-BE49-F238E27FC236}">
                <a16:creationId xmlns:a16="http://schemas.microsoft.com/office/drawing/2014/main" id="{4933ADDF-8A2B-25D7-CBA2-19A89BBDAA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4998" y="4247775"/>
            <a:ext cx="758823" cy="834705"/>
          </a:xfrm>
          <a:prstGeom prst="rect">
            <a:avLst/>
          </a:prstGeom>
        </p:spPr>
      </p:pic>
      <p:pic>
        <p:nvPicPr>
          <p:cNvPr id="28" name="Gráfico 27">
            <a:extLst>
              <a:ext uri="{FF2B5EF4-FFF2-40B4-BE49-F238E27FC236}">
                <a16:creationId xmlns:a16="http://schemas.microsoft.com/office/drawing/2014/main" id="{C5A3920D-DF3A-292B-6A65-FA32F4FE00D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269200" y="689621"/>
            <a:ext cx="758823" cy="834705"/>
          </a:xfrm>
          <a:prstGeom prst="rect">
            <a:avLst/>
          </a:prstGeom>
        </p:spPr>
      </p:pic>
      <p:pic>
        <p:nvPicPr>
          <p:cNvPr id="30" name="Gráfico 29">
            <a:extLst>
              <a:ext uri="{FF2B5EF4-FFF2-40B4-BE49-F238E27FC236}">
                <a16:creationId xmlns:a16="http://schemas.microsoft.com/office/drawing/2014/main" id="{77D00A42-C679-BA3D-F522-359BED1C79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81" y="241591"/>
            <a:ext cx="758823" cy="834705"/>
          </a:xfrm>
          <a:prstGeom prst="rect">
            <a:avLst/>
          </a:prstGeom>
        </p:spPr>
      </p:pic>
      <p:pic>
        <p:nvPicPr>
          <p:cNvPr id="31" name="Gráfico 30">
            <a:extLst>
              <a:ext uri="{FF2B5EF4-FFF2-40B4-BE49-F238E27FC236}">
                <a16:creationId xmlns:a16="http://schemas.microsoft.com/office/drawing/2014/main" id="{69DB9A2E-E99A-EC8D-0A01-B44AD30ED17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81" y="1593526"/>
            <a:ext cx="758823" cy="834705"/>
          </a:xfrm>
          <a:prstGeom prst="rect">
            <a:avLst/>
          </a:prstGeom>
        </p:spPr>
      </p:pic>
      <p:pic>
        <p:nvPicPr>
          <p:cNvPr id="32" name="Gráfico 31">
            <a:extLst>
              <a:ext uri="{FF2B5EF4-FFF2-40B4-BE49-F238E27FC236}">
                <a16:creationId xmlns:a16="http://schemas.microsoft.com/office/drawing/2014/main" id="{B592667B-C876-B86E-EF9E-4F929AD0926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80" y="2945461"/>
            <a:ext cx="758823" cy="834705"/>
          </a:xfrm>
          <a:prstGeom prst="rect">
            <a:avLst/>
          </a:prstGeom>
        </p:spPr>
      </p:pic>
      <p:pic>
        <p:nvPicPr>
          <p:cNvPr id="35" name="Gráfico 34">
            <a:extLst>
              <a:ext uri="{FF2B5EF4-FFF2-40B4-BE49-F238E27FC236}">
                <a16:creationId xmlns:a16="http://schemas.microsoft.com/office/drawing/2014/main" id="{AF72EBFA-343A-0D3C-B95C-0CAE376B99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27883" y="711239"/>
            <a:ext cx="758823" cy="834705"/>
          </a:xfrm>
          <a:prstGeom prst="rect">
            <a:avLst/>
          </a:prstGeom>
        </p:spPr>
      </p:pic>
      <p:pic>
        <p:nvPicPr>
          <p:cNvPr id="36" name="Gráfico 35">
            <a:extLst>
              <a:ext uri="{FF2B5EF4-FFF2-40B4-BE49-F238E27FC236}">
                <a16:creationId xmlns:a16="http://schemas.microsoft.com/office/drawing/2014/main" id="{5DAEE7E3-75BC-4B50-9B62-DB9EF9EA9F9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27883" y="2128464"/>
            <a:ext cx="758823" cy="834705"/>
          </a:xfrm>
          <a:prstGeom prst="rect">
            <a:avLst/>
          </a:prstGeom>
        </p:spPr>
      </p:pic>
      <p:pic>
        <p:nvPicPr>
          <p:cNvPr id="37" name="Gráfico 36">
            <a:extLst>
              <a:ext uri="{FF2B5EF4-FFF2-40B4-BE49-F238E27FC236}">
                <a16:creationId xmlns:a16="http://schemas.microsoft.com/office/drawing/2014/main" id="{A1DFD8AD-8045-D5BC-9CE4-D45DA798B10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17677" y="3545689"/>
            <a:ext cx="758823" cy="834705"/>
          </a:xfrm>
          <a:prstGeom prst="rect">
            <a:avLst/>
          </a:prstGeom>
        </p:spPr>
      </p:pic>
      <p:pic>
        <p:nvPicPr>
          <p:cNvPr id="41" name="Imagen 40" descr="Logotipo&#10;&#10;El contenido generado por IA puede ser incorrecto.">
            <a:extLst>
              <a:ext uri="{FF2B5EF4-FFF2-40B4-BE49-F238E27FC236}">
                <a16:creationId xmlns:a16="http://schemas.microsoft.com/office/drawing/2014/main" id="{3ACC8A67-8AE0-5865-2286-E0A2B848547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2" name="TextBox 7">
            <a:extLst>
              <a:ext uri="{FF2B5EF4-FFF2-40B4-BE49-F238E27FC236}">
                <a16:creationId xmlns:a16="http://schemas.microsoft.com/office/drawing/2014/main" id="{3A75D47C-9747-468A-0728-A1BBD0DE4B4E}"/>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pic>
        <p:nvPicPr>
          <p:cNvPr id="44" name="Gráfico 43">
            <a:extLst>
              <a:ext uri="{FF2B5EF4-FFF2-40B4-BE49-F238E27FC236}">
                <a16:creationId xmlns:a16="http://schemas.microsoft.com/office/drawing/2014/main" id="{78E4B039-D47A-2B91-E017-CD6F483543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8" y="709200"/>
            <a:ext cx="758823" cy="834705"/>
          </a:xfrm>
          <a:prstGeom prst="rect">
            <a:avLst/>
          </a:prstGeom>
        </p:spPr>
      </p:pic>
      <p:pic>
        <p:nvPicPr>
          <p:cNvPr id="45" name="Gráfico 44">
            <a:extLst>
              <a:ext uri="{FF2B5EF4-FFF2-40B4-BE49-F238E27FC236}">
                <a16:creationId xmlns:a16="http://schemas.microsoft.com/office/drawing/2014/main" id="{C4D67617-EDFF-B1EC-F509-931FB1FC93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8" y="2061135"/>
            <a:ext cx="758823" cy="834705"/>
          </a:xfrm>
          <a:prstGeom prst="rect">
            <a:avLst/>
          </a:prstGeom>
        </p:spPr>
      </p:pic>
      <p:pic>
        <p:nvPicPr>
          <p:cNvPr id="46" name="Gráfico 45">
            <a:extLst>
              <a:ext uri="{FF2B5EF4-FFF2-40B4-BE49-F238E27FC236}">
                <a16:creationId xmlns:a16="http://schemas.microsoft.com/office/drawing/2014/main" id="{6B60269F-C6A6-5EAE-D0BA-1BB85BBC8A0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7" y="3413070"/>
            <a:ext cx="758823" cy="834705"/>
          </a:xfrm>
          <a:prstGeom prst="rect">
            <a:avLst/>
          </a:prstGeom>
        </p:spPr>
      </p:pic>
      <p:pic>
        <p:nvPicPr>
          <p:cNvPr id="48" name="Gráfico 47">
            <a:extLst>
              <a:ext uri="{FF2B5EF4-FFF2-40B4-BE49-F238E27FC236}">
                <a16:creationId xmlns:a16="http://schemas.microsoft.com/office/drawing/2014/main" id="{8E07B6F1-FE74-90A8-F9E5-E95B2F33D4E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30904" y="255213"/>
            <a:ext cx="758823" cy="834705"/>
          </a:xfrm>
          <a:prstGeom prst="rect">
            <a:avLst/>
          </a:prstGeom>
        </p:spPr>
      </p:pic>
      <p:pic>
        <p:nvPicPr>
          <p:cNvPr id="49" name="Gráfico 48">
            <a:extLst>
              <a:ext uri="{FF2B5EF4-FFF2-40B4-BE49-F238E27FC236}">
                <a16:creationId xmlns:a16="http://schemas.microsoft.com/office/drawing/2014/main" id="{27D212E7-049B-7034-BDB6-3DBB5F1D58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30904" y="1607148"/>
            <a:ext cx="758823" cy="834705"/>
          </a:xfrm>
          <a:prstGeom prst="rect">
            <a:avLst/>
          </a:prstGeom>
        </p:spPr>
      </p:pic>
      <p:pic>
        <p:nvPicPr>
          <p:cNvPr id="51" name="Gráfico 50">
            <a:extLst>
              <a:ext uri="{FF2B5EF4-FFF2-40B4-BE49-F238E27FC236}">
                <a16:creationId xmlns:a16="http://schemas.microsoft.com/office/drawing/2014/main" id="{6C032A56-6678-CA1F-B852-2674F9CA8D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90991" y="709200"/>
            <a:ext cx="758823" cy="834705"/>
          </a:xfrm>
          <a:prstGeom prst="rect">
            <a:avLst/>
          </a:prstGeom>
        </p:spPr>
      </p:pic>
      <p:pic>
        <p:nvPicPr>
          <p:cNvPr id="53" name="Gráfico 52">
            <a:extLst>
              <a:ext uri="{FF2B5EF4-FFF2-40B4-BE49-F238E27FC236}">
                <a16:creationId xmlns:a16="http://schemas.microsoft.com/office/drawing/2014/main" id="{5B620D51-882F-078C-A7FE-5B397480D37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86808" y="241591"/>
            <a:ext cx="758823" cy="834705"/>
          </a:xfrm>
          <a:prstGeom prst="rect">
            <a:avLst/>
          </a:prstGeom>
        </p:spPr>
      </p:pic>
      <p:pic>
        <p:nvPicPr>
          <p:cNvPr id="56" name="Gráfico 55">
            <a:extLst>
              <a:ext uri="{FF2B5EF4-FFF2-40B4-BE49-F238E27FC236}">
                <a16:creationId xmlns:a16="http://schemas.microsoft.com/office/drawing/2014/main" id="{AC4EE173-AA68-F4DE-615C-322A676823F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646599" y="689621"/>
            <a:ext cx="758823" cy="834705"/>
          </a:xfrm>
          <a:prstGeom prst="rect">
            <a:avLst/>
          </a:prstGeom>
        </p:spPr>
      </p:pic>
    </p:spTree>
    <p:extLst>
      <p:ext uri="{BB962C8B-B14F-4D97-AF65-F5344CB8AC3E}">
        <p14:creationId xmlns:p14="http://schemas.microsoft.com/office/powerpoint/2010/main" val="402114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B927AD-3F09-0F59-79C1-328397DB67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F648F977-271B-03DD-73C3-7EE98EEAE1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07E4CD15-713F-F956-B141-B770C00B9EC0}"/>
              </a:ext>
            </a:extLst>
          </p:cNvPr>
          <p:cNvSpPr>
            <a:spLocks noGrp="1"/>
          </p:cNvSpPr>
          <p:nvPr>
            <p:ph type="dt" sz="half" idx="10"/>
          </p:nvPr>
        </p:nvSpPr>
        <p:spPr/>
        <p:txBody>
          <a:bodyPr/>
          <a:lstStyle/>
          <a:p>
            <a:fld id="{5D237EE9-FE2D-4B98-B178-1153273E8850}" type="datetimeFigureOut">
              <a:rPr lang="es-ES" smtClean="0"/>
              <a:t>03/10/2026</a:t>
            </a:fld>
            <a:endParaRPr lang="es-ES"/>
          </a:p>
        </p:txBody>
      </p:sp>
      <p:sp>
        <p:nvSpPr>
          <p:cNvPr id="5" name="Marcador de pie de página 4">
            <a:extLst>
              <a:ext uri="{FF2B5EF4-FFF2-40B4-BE49-F238E27FC236}">
                <a16:creationId xmlns:a16="http://schemas.microsoft.com/office/drawing/2014/main" id="{8F40AE74-DD79-D1E7-B6B8-96D915400E1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23D1709-3A26-6F5E-C569-F2D0783CA2A6}"/>
              </a:ext>
            </a:extLst>
          </p:cNvPr>
          <p:cNvSpPr>
            <a:spLocks noGrp="1"/>
          </p:cNvSpPr>
          <p:nvPr>
            <p:ph type="sldNum" sz="quarter" idx="12"/>
          </p:nvPr>
        </p:nvSpPr>
        <p:spPr/>
        <p:txBody>
          <a:bodyPr/>
          <a:lstStyle/>
          <a:p>
            <a:fld id="{E32431CE-2AC2-42EE-AB03-DB203074B47E}" type="slidenum">
              <a:rPr lang="es-ES" smtClean="0"/>
              <a:t>‹Nº›</a:t>
            </a:fld>
            <a:endParaRPr lang="es-ES"/>
          </a:p>
        </p:txBody>
      </p:sp>
    </p:spTree>
    <p:extLst>
      <p:ext uri="{BB962C8B-B14F-4D97-AF65-F5344CB8AC3E}">
        <p14:creationId xmlns:p14="http://schemas.microsoft.com/office/powerpoint/2010/main" val="29964829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CEA75C3-FF13-37F8-479F-FBD1D960B675}"/>
              </a:ext>
            </a:extLst>
          </p:cNvPr>
          <p:cNvSpPr>
            <a:spLocks noGrp="1"/>
          </p:cNvSpPr>
          <p:nvPr>
            <p:ph type="dt" sz="half" idx="10"/>
          </p:nvPr>
        </p:nvSpPr>
        <p:spPr/>
        <p:txBody>
          <a:bodyPr/>
          <a:lstStyle/>
          <a:p>
            <a:fld id="{5D237EE9-FE2D-4B98-B178-1153273E8850}" type="datetimeFigureOut">
              <a:rPr lang="es-ES" smtClean="0"/>
              <a:t>03/10/2026</a:t>
            </a:fld>
            <a:endParaRPr lang="es-ES"/>
          </a:p>
        </p:txBody>
      </p:sp>
      <p:sp>
        <p:nvSpPr>
          <p:cNvPr id="3" name="Marcador de pie de página 2">
            <a:extLst>
              <a:ext uri="{FF2B5EF4-FFF2-40B4-BE49-F238E27FC236}">
                <a16:creationId xmlns:a16="http://schemas.microsoft.com/office/drawing/2014/main" id="{819BE6BC-E6E7-4B84-9A0F-11C51DFFE1B9}"/>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1227EEC8-BDD8-7779-1EB2-A282E158E855}"/>
              </a:ext>
            </a:extLst>
          </p:cNvPr>
          <p:cNvSpPr>
            <a:spLocks noGrp="1"/>
          </p:cNvSpPr>
          <p:nvPr>
            <p:ph type="sldNum" sz="quarter" idx="12"/>
          </p:nvPr>
        </p:nvSpPr>
        <p:spPr/>
        <p:txBody>
          <a:bodyPr/>
          <a:lstStyle/>
          <a:p>
            <a:fld id="{E32431CE-2AC2-42EE-AB03-DB203074B47E}" type="slidenum">
              <a:rPr lang="es-ES" smtClean="0"/>
              <a:t>‹Nº›</a:t>
            </a:fld>
            <a:endParaRPr lang="es-ES"/>
          </a:p>
        </p:txBody>
      </p:sp>
    </p:spTree>
    <p:extLst>
      <p:ext uri="{BB962C8B-B14F-4D97-AF65-F5344CB8AC3E}">
        <p14:creationId xmlns:p14="http://schemas.microsoft.com/office/powerpoint/2010/main" val="230530921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416207C-FF11-40DE-B9C0-CEB4888F4E26}"/>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1">
                    <a:lumMod val="50000"/>
                    <a:lumOff val="50000"/>
                  </a:schemeClr>
                </a:solidFill>
                <a:latin typeface="+mj-lt"/>
                <a:ea typeface="Roboto Condensed" panose="02000000000000000000" pitchFamily="2" charset="0"/>
                <a:cs typeface="Segoe UI" panose="020B0502040204020203" pitchFamily="34" charset="0"/>
              </a:rPr>
              <a:pPr algn="ctr"/>
              <a:t>‹Nº›</a:t>
            </a:fld>
            <a:endParaRPr lang="id-ID" sz="4400" i="0">
              <a:solidFill>
                <a:schemeClr val="tx1">
                  <a:lumMod val="50000"/>
                  <a:lumOff val="50000"/>
                </a:schemeClr>
              </a:solidFill>
              <a:latin typeface="+mj-lt"/>
              <a:ea typeface="Roboto Condensed" panose="02000000000000000000" pitchFamily="2" charset="0"/>
              <a:cs typeface="Segoe UI" panose="020B0502040204020203" pitchFamily="34" charset="0"/>
            </a:endParaRPr>
          </a:p>
        </p:txBody>
      </p:sp>
      <p:sp>
        <p:nvSpPr>
          <p:cNvPr id="8" name="TextBox 7">
            <a:extLst>
              <a:ext uri="{FF2B5EF4-FFF2-40B4-BE49-F238E27FC236}">
                <a16:creationId xmlns:a16="http://schemas.microsoft.com/office/drawing/2014/main" id="{CE9DEFE9-F2E2-4331-AFC6-5ABE82E6A5F7}"/>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tx1">
                    <a:lumMod val="75000"/>
                    <a:lumOff val="25000"/>
                  </a:schemeClr>
                </a:solidFill>
                <a:latin typeface="Segoe UI" panose="020B0502040204020203" pitchFamily="34" charset="0"/>
                <a:cs typeface="Segoe UI" panose="020B0502040204020203" pitchFamily="34" charset="0"/>
              </a:rPr>
              <a:t>#BizzSummit2026</a:t>
            </a:r>
            <a:endParaRPr lang="en-GB" sz="1100" b="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25" name="Freeform: Shape 24">
            <a:extLst>
              <a:ext uri="{FF2B5EF4-FFF2-40B4-BE49-F238E27FC236}">
                <a16:creationId xmlns:a16="http://schemas.microsoft.com/office/drawing/2014/main" id="{023CAFE7-6A74-4343-8542-B856EF27BD7E}"/>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Imagen 23" descr="Logotipo&#10;&#10;El contenido generado por IA puede ser incorrecto.">
            <a:extLst>
              <a:ext uri="{FF2B5EF4-FFF2-40B4-BE49-F238E27FC236}">
                <a16:creationId xmlns:a16="http://schemas.microsoft.com/office/drawing/2014/main" id="{561FFF6A-3E14-EF5B-FE90-AAD61F730520}"/>
              </a:ext>
            </a:extLst>
          </p:cNvPr>
          <p:cNvPicPr>
            <a:picLocks noChangeAspect="1"/>
          </p:cNvPicPr>
          <p:nvPr userDrawn="1"/>
        </p:nvPicPr>
        <p:blipFill>
          <a:blip r:embed="rId55">
            <a:extLst>
              <a:ext uri="{28A0092B-C50C-407E-A947-70E740481C1C}">
                <a14:useLocalDpi xmlns:a14="http://schemas.microsoft.com/office/drawing/2010/main" val="0"/>
              </a:ext>
            </a:extLst>
          </a:blip>
          <a:stretch>
            <a:fillRect/>
          </a:stretch>
        </p:blipFill>
        <p:spPr>
          <a:xfrm>
            <a:off x="263997" y="6177177"/>
            <a:ext cx="1536779" cy="317516"/>
          </a:xfrm>
          <a:prstGeom prst="rect">
            <a:avLst/>
          </a:prstGeom>
        </p:spPr>
      </p:pic>
    </p:spTree>
    <p:extLst>
      <p:ext uri="{BB962C8B-B14F-4D97-AF65-F5344CB8AC3E}">
        <p14:creationId xmlns:p14="http://schemas.microsoft.com/office/powerpoint/2010/main" val="2859822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74" r:id="rId4"/>
    <p:sldLayoutId id="2147483686" r:id="rId5"/>
    <p:sldLayoutId id="2147483655" r:id="rId6"/>
    <p:sldLayoutId id="2147483654" r:id="rId7"/>
    <p:sldLayoutId id="2147483675" r:id="rId8"/>
    <p:sldLayoutId id="2147483656" r:id="rId9"/>
    <p:sldLayoutId id="2147483657" r:id="rId10"/>
    <p:sldLayoutId id="2147483673" r:id="rId11"/>
    <p:sldLayoutId id="2147483685" r:id="rId12"/>
    <p:sldLayoutId id="2147483696" r:id="rId13"/>
    <p:sldLayoutId id="2147483698" r:id="rId14"/>
    <p:sldLayoutId id="2147483660" r:id="rId15"/>
    <p:sldLayoutId id="2147483661" r:id="rId16"/>
    <p:sldLayoutId id="2147483663" r:id="rId17"/>
    <p:sldLayoutId id="2147483664" r:id="rId18"/>
    <p:sldLayoutId id="2147483665" r:id="rId19"/>
    <p:sldLayoutId id="2147483666" r:id="rId20"/>
    <p:sldLayoutId id="2147483667" r:id="rId21"/>
    <p:sldLayoutId id="2147483653" r:id="rId22"/>
    <p:sldLayoutId id="2147483668" r:id="rId23"/>
    <p:sldLayoutId id="2147483669" r:id="rId24"/>
    <p:sldLayoutId id="2147483670" r:id="rId25"/>
    <p:sldLayoutId id="2147483671" r:id="rId26"/>
    <p:sldLayoutId id="2147483672" r:id="rId27"/>
    <p:sldLayoutId id="2147483676" r:id="rId28"/>
    <p:sldLayoutId id="2147483677" r:id="rId29"/>
    <p:sldLayoutId id="2147483678" r:id="rId30"/>
    <p:sldLayoutId id="2147483679" r:id="rId31"/>
    <p:sldLayoutId id="2147483680" r:id="rId32"/>
    <p:sldLayoutId id="2147483682" r:id="rId33"/>
    <p:sldLayoutId id="2147483683" r:id="rId34"/>
    <p:sldLayoutId id="2147483684" r:id="rId35"/>
    <p:sldLayoutId id="2147483687" r:id="rId36"/>
    <p:sldLayoutId id="2147483688" r:id="rId37"/>
    <p:sldLayoutId id="2147483689" r:id="rId38"/>
    <p:sldLayoutId id="2147483690" r:id="rId39"/>
    <p:sldLayoutId id="2147483691" r:id="rId40"/>
    <p:sldLayoutId id="2147483693" r:id="rId41"/>
    <p:sldLayoutId id="2147483695" r:id="rId42"/>
    <p:sldLayoutId id="2147483700" r:id="rId43"/>
    <p:sldLayoutId id="2147483705" r:id="rId44"/>
    <p:sldLayoutId id="2147483706" r:id="rId45"/>
    <p:sldLayoutId id="2147483707" r:id="rId46"/>
    <p:sldLayoutId id="2147483708" r:id="rId47"/>
    <p:sldLayoutId id="2147483709" r:id="rId48"/>
    <p:sldLayoutId id="2147483710" r:id="rId49"/>
    <p:sldLayoutId id="2147483711" r:id="rId50"/>
    <p:sldLayoutId id="2147483713" r:id="rId51"/>
    <p:sldLayoutId id="2147483714" r:id="rId52"/>
    <p:sldLayoutId id="2147483715" r:id="rId53"/>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sv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svg"/><Relationship Id="rId17" Type="http://schemas.openxmlformats.org/officeDocument/2006/relationships/image" Target="../media/image22.svg"/><Relationship Id="rId2" Type="http://schemas.openxmlformats.org/officeDocument/2006/relationships/notesSlide" Target="../notesSlides/notesSlide1.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svg"/><Relationship Id="rId19" Type="http://schemas.openxmlformats.org/officeDocument/2006/relationships/image" Target="../media/image24.svg"/><Relationship Id="rId4" Type="http://schemas.openxmlformats.org/officeDocument/2006/relationships/image" Target="../media/image9.svg"/><Relationship Id="rId9" Type="http://schemas.openxmlformats.org/officeDocument/2006/relationships/image" Target="../media/image14.gif"/><Relationship Id="rId14" Type="http://schemas.openxmlformats.org/officeDocument/2006/relationships/image" Target="../media/image19.svg"/><Relationship Id="rId22" Type="http://schemas.openxmlformats.org/officeDocument/2006/relationships/image" Target="../media/image27.png"/></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jpeg"/><Relationship Id="rId1" Type="http://schemas.openxmlformats.org/officeDocument/2006/relationships/slideLayout" Target="../slideLayouts/slideLayout1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5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2.xml"/></Relationships>
</file>

<file path=ppt/slides/_rels/slide47.xml.rels><?xml version="1.0" encoding="UTF-8" standalone="yes"?>
<Relationships xmlns="http://schemas.openxmlformats.org/package/2006/relationships"><Relationship Id="rId3" Type="http://schemas.openxmlformats.org/officeDocument/2006/relationships/hyperlink" Target="https://github.com/microsoft/agent365-skills" TargetMode="External"/><Relationship Id="rId2" Type="http://schemas.openxmlformats.org/officeDocument/2006/relationships/image" Target="../media/image40.png"/><Relationship Id="rId1" Type="http://schemas.openxmlformats.org/officeDocument/2006/relationships/slideLayout" Target="../slideLayouts/slideLayout53.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3.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3.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3.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3.xml"/><Relationship Id="rId4" Type="http://schemas.openxmlformats.org/officeDocument/2006/relationships/image" Target="../media/image34.png"/></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3.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reeform: Shape 55">
            <a:extLst>
              <a:ext uri="{FF2B5EF4-FFF2-40B4-BE49-F238E27FC236}">
                <a16:creationId xmlns:a16="http://schemas.microsoft.com/office/drawing/2014/main" id="{BBFEAC38-689B-4588-A133-2649219EA9F2}"/>
              </a:ext>
            </a:extLst>
          </p:cNvPr>
          <p:cNvSpPr/>
          <p:nvPr/>
        </p:nvSpPr>
        <p:spPr>
          <a:xfrm rot="522837">
            <a:off x="-2314985" y="-1534939"/>
            <a:ext cx="5801540" cy="6044718"/>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1">
              <a:lumMod val="50000"/>
              <a:alpha val="15000"/>
            </a:schemeClr>
          </a:solidFill>
          <a:ln w="9525" cap="flat">
            <a:noFill/>
            <a:prstDash val="solid"/>
            <a:miter/>
          </a:ln>
        </p:spPr>
        <p:txBody>
          <a:bodyPr rtlCol="0" anchor="ctr"/>
          <a:lstStyle/>
          <a:p>
            <a:endParaRPr lang="en-GB"/>
          </a:p>
        </p:txBody>
      </p:sp>
      <p:sp>
        <p:nvSpPr>
          <p:cNvPr id="38" name="Freeform: Shape 37">
            <a:extLst>
              <a:ext uri="{FF2B5EF4-FFF2-40B4-BE49-F238E27FC236}">
                <a16:creationId xmlns:a16="http://schemas.microsoft.com/office/drawing/2014/main" id="{E7EA2659-962F-4074-82E3-32B4D6EA78FF}"/>
              </a:ext>
            </a:extLst>
          </p:cNvPr>
          <p:cNvSpPr/>
          <p:nvPr/>
        </p:nvSpPr>
        <p:spPr>
          <a:xfrm>
            <a:off x="8039682" y="2866025"/>
            <a:ext cx="5847749" cy="5317595"/>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sp>
        <p:nvSpPr>
          <p:cNvPr id="42" name="Freeform: Shape 41">
            <a:extLst>
              <a:ext uri="{FF2B5EF4-FFF2-40B4-BE49-F238E27FC236}">
                <a16:creationId xmlns:a16="http://schemas.microsoft.com/office/drawing/2014/main" id="{15997929-E2F8-4DED-B504-3C39B97DEADC}"/>
              </a:ext>
            </a:extLst>
          </p:cNvPr>
          <p:cNvSpPr/>
          <p:nvPr/>
        </p:nvSpPr>
        <p:spPr>
          <a:xfrm rot="14400000">
            <a:off x="-271950" y="5343369"/>
            <a:ext cx="2068608" cy="2225320"/>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1">
              <a:lumMod val="75000"/>
            </a:schemeClr>
          </a:solidFill>
          <a:ln w="9525" cap="flat">
            <a:noFill/>
            <a:prstDash val="solid"/>
            <a:miter/>
          </a:ln>
        </p:spPr>
        <p:txBody>
          <a:bodyPr rtlCol="0" anchor="ctr"/>
          <a:lstStyle/>
          <a:p>
            <a:endParaRPr lang="en-US"/>
          </a:p>
          <a:p>
            <a:endParaRPr lang="en-GB"/>
          </a:p>
          <a:p>
            <a:endParaRPr lang="en-GB"/>
          </a:p>
          <a:p>
            <a:endParaRPr lang="en-GB"/>
          </a:p>
          <a:p>
            <a:endParaRPr lang="en-GB"/>
          </a:p>
          <a:p>
            <a:endParaRPr lang="en-GB"/>
          </a:p>
          <a:p>
            <a:endParaRPr lang="en-GB"/>
          </a:p>
        </p:txBody>
      </p:sp>
      <p:sp>
        <p:nvSpPr>
          <p:cNvPr id="45" name="Freeform: Shape 44">
            <a:extLst>
              <a:ext uri="{FF2B5EF4-FFF2-40B4-BE49-F238E27FC236}">
                <a16:creationId xmlns:a16="http://schemas.microsoft.com/office/drawing/2014/main" id="{0CA998FC-A01D-45D1-98F7-C44B011EA700}"/>
              </a:ext>
            </a:extLst>
          </p:cNvPr>
          <p:cNvSpPr/>
          <p:nvPr/>
        </p:nvSpPr>
        <p:spPr>
          <a:xfrm rot="522837">
            <a:off x="-452881" y="405217"/>
            <a:ext cx="2077332" cy="2164406"/>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1">
              <a:lumMod val="75000"/>
            </a:schemeClr>
          </a:solidFill>
          <a:ln w="9525" cap="flat">
            <a:noFill/>
            <a:prstDash val="solid"/>
            <a:miter/>
          </a:ln>
        </p:spPr>
        <p:txBody>
          <a:bodyPr rtlCol="0" anchor="ctr"/>
          <a:lstStyle/>
          <a:p>
            <a:endParaRPr lang="en-GB"/>
          </a:p>
        </p:txBody>
      </p:sp>
      <p:sp>
        <p:nvSpPr>
          <p:cNvPr id="12" name="Graphic 37">
            <a:extLst>
              <a:ext uri="{FF2B5EF4-FFF2-40B4-BE49-F238E27FC236}">
                <a16:creationId xmlns:a16="http://schemas.microsoft.com/office/drawing/2014/main" id="{A91876E0-CBF3-36AA-0B42-641FAAE9C92F}"/>
              </a:ext>
            </a:extLst>
          </p:cNvPr>
          <p:cNvSpPr/>
          <p:nvPr/>
        </p:nvSpPr>
        <p:spPr>
          <a:xfrm rot="5400000">
            <a:off x="7002526" y="-4265008"/>
            <a:ext cx="5595226" cy="6730404"/>
          </a:xfrm>
          <a:custGeom>
            <a:avLst/>
            <a:gdLst>
              <a:gd name="connsiteX0" fmla="*/ 5592222 w 5595226"/>
              <a:gd name="connsiteY0" fmla="*/ 68300 h 6730404"/>
              <a:gd name="connsiteX1" fmla="*/ 5475065 w 5595226"/>
              <a:gd name="connsiteY1" fmla="*/ 1816 h 6730404"/>
              <a:gd name="connsiteX2" fmla="*/ 4790693 w 5595226"/>
              <a:gd name="connsiteY2" fmla="*/ 647896 h 6730404"/>
              <a:gd name="connsiteX3" fmla="*/ 4710017 w 5595226"/>
              <a:gd name="connsiteY3" fmla="*/ 1822519 h 6730404"/>
              <a:gd name="connsiteX4" fmla="*/ 4677822 w 5595226"/>
              <a:gd name="connsiteY4" fmla="*/ 2493175 h 6730404"/>
              <a:gd name="connsiteX5" fmla="*/ 4458747 w 5595226"/>
              <a:gd name="connsiteY5" fmla="*/ 2965043 h 6730404"/>
              <a:gd name="connsiteX6" fmla="*/ 3607688 w 5595226"/>
              <a:gd name="connsiteY6" fmla="*/ 3474345 h 6730404"/>
              <a:gd name="connsiteX7" fmla="*/ 2672333 w 5595226"/>
              <a:gd name="connsiteY7" fmla="*/ 3227933 h 6730404"/>
              <a:gd name="connsiteX8" fmla="*/ 2777965 w 5595226"/>
              <a:gd name="connsiteY8" fmla="*/ 2606522 h 6730404"/>
              <a:gd name="connsiteX9" fmla="*/ 2285714 w 5595226"/>
              <a:gd name="connsiteY9" fmla="*/ 2437168 h 6730404"/>
              <a:gd name="connsiteX10" fmla="*/ 2202751 w 5595226"/>
              <a:gd name="connsiteY10" fmla="*/ 2990094 h 6730404"/>
              <a:gd name="connsiteX11" fmla="*/ 2421254 w 5595226"/>
              <a:gd name="connsiteY11" fmla="*/ 3266224 h 6730404"/>
              <a:gd name="connsiteX12" fmla="*/ 2123407 w 5595226"/>
              <a:gd name="connsiteY12" fmla="*/ 3613791 h 6730404"/>
              <a:gd name="connsiteX13" fmla="*/ 1165859 w 5595226"/>
              <a:gd name="connsiteY13" fmla="*/ 4379220 h 6730404"/>
              <a:gd name="connsiteX14" fmla="*/ 284416 w 5595226"/>
              <a:gd name="connsiteY14" fmla="*/ 5260663 h 6730404"/>
              <a:gd name="connsiteX15" fmla="*/ 15334 w 5595226"/>
              <a:gd name="connsiteY15" fmla="*/ 6387566 h 6730404"/>
              <a:gd name="connsiteX16" fmla="*/ 92296 w 5595226"/>
              <a:gd name="connsiteY16" fmla="*/ 6660362 h 6730404"/>
              <a:gd name="connsiteX17" fmla="*/ 209454 w 5595226"/>
              <a:gd name="connsiteY17" fmla="*/ 6726847 h 6730404"/>
              <a:gd name="connsiteX18" fmla="*/ 275938 w 5595226"/>
              <a:gd name="connsiteY18" fmla="*/ 6609689 h 6730404"/>
              <a:gd name="connsiteX19" fmla="*/ 379380 w 5595226"/>
              <a:gd name="connsiteY19" fmla="*/ 5475833 h 6730404"/>
              <a:gd name="connsiteX20" fmla="*/ 1242631 w 5595226"/>
              <a:gd name="connsiteY20" fmla="*/ 4558576 h 6730404"/>
              <a:gd name="connsiteX21" fmla="*/ 2258281 w 5595226"/>
              <a:gd name="connsiteY21" fmla="*/ 3748475 h 6730404"/>
              <a:gd name="connsiteX22" fmla="*/ 2569178 w 5595226"/>
              <a:gd name="connsiteY22" fmla="*/ 3387001 h 6730404"/>
              <a:gd name="connsiteX23" fmla="*/ 2620613 w 5595226"/>
              <a:gd name="connsiteY23" fmla="*/ 3422815 h 6730404"/>
              <a:gd name="connsiteX24" fmla="*/ 3155060 w 5595226"/>
              <a:gd name="connsiteY24" fmla="*/ 3643700 h 6730404"/>
              <a:gd name="connsiteX25" fmla="*/ 4255103 w 5595226"/>
              <a:gd name="connsiteY25" fmla="*/ 3420148 h 6730404"/>
              <a:gd name="connsiteX26" fmla="*/ 4875942 w 5595226"/>
              <a:gd name="connsiteY26" fmla="*/ 2473649 h 6730404"/>
              <a:gd name="connsiteX27" fmla="*/ 4882991 w 5595226"/>
              <a:gd name="connsiteY27" fmla="*/ 1075759 h 6730404"/>
              <a:gd name="connsiteX28" fmla="*/ 5311711 w 5595226"/>
              <a:gd name="connsiteY28" fmla="*/ 261943 h 6730404"/>
              <a:gd name="connsiteX29" fmla="*/ 5525738 w 5595226"/>
              <a:gd name="connsiteY29" fmla="*/ 185362 h 6730404"/>
              <a:gd name="connsiteX30" fmla="*/ 5592222 w 5595226"/>
              <a:gd name="connsiteY30" fmla="*/ 68300 h 6730404"/>
              <a:gd name="connsiteX31" fmla="*/ 2325147 w 5595226"/>
              <a:gd name="connsiteY31" fmla="*/ 2750826 h 6730404"/>
              <a:gd name="connsiteX32" fmla="*/ 2408110 w 5595226"/>
              <a:gd name="connsiteY32" fmla="*/ 2584615 h 6730404"/>
              <a:gd name="connsiteX33" fmla="*/ 2573083 w 5595226"/>
              <a:gd name="connsiteY33" fmla="*/ 2637193 h 6730404"/>
              <a:gd name="connsiteX34" fmla="*/ 2525934 w 5595226"/>
              <a:gd name="connsiteY34" fmla="*/ 3100870 h 6730404"/>
              <a:gd name="connsiteX35" fmla="*/ 2431446 w 5595226"/>
              <a:gd name="connsiteY35" fmla="*/ 2993428 h 6730404"/>
              <a:gd name="connsiteX36" fmla="*/ 2325147 w 5595226"/>
              <a:gd name="connsiteY36" fmla="*/ 2750826 h 6730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595226" h="6730404">
                <a:moveTo>
                  <a:pt x="5592222" y="68300"/>
                </a:moveTo>
                <a:cubicBezTo>
                  <a:pt x="5577458" y="14389"/>
                  <a:pt x="5526023" y="-6662"/>
                  <a:pt x="5475065" y="1816"/>
                </a:cubicBezTo>
                <a:cubicBezTo>
                  <a:pt x="5135308" y="58204"/>
                  <a:pt x="4908613" y="342811"/>
                  <a:pt x="4790693" y="647896"/>
                </a:cubicBezTo>
                <a:cubicBezTo>
                  <a:pt x="4644389" y="1026420"/>
                  <a:pt x="4688014" y="1426946"/>
                  <a:pt x="4710017" y="1822519"/>
                </a:cubicBezTo>
                <a:cubicBezTo>
                  <a:pt x="4722494" y="2045881"/>
                  <a:pt x="4728400" y="2273814"/>
                  <a:pt x="4677822" y="2493175"/>
                </a:cubicBezTo>
                <a:cubicBezTo>
                  <a:pt x="4638293" y="2664720"/>
                  <a:pt x="4563332" y="2823502"/>
                  <a:pt x="4458747" y="2965043"/>
                </a:cubicBezTo>
                <a:cubicBezTo>
                  <a:pt x="4258436" y="3236220"/>
                  <a:pt x="3943540" y="3431292"/>
                  <a:pt x="3607688" y="3474345"/>
                </a:cubicBezTo>
                <a:cubicBezTo>
                  <a:pt x="3282124" y="3516065"/>
                  <a:pt x="2936176" y="3424148"/>
                  <a:pt x="2672333" y="3227933"/>
                </a:cubicBezTo>
                <a:cubicBezTo>
                  <a:pt x="2780728" y="3043243"/>
                  <a:pt x="2873787" y="2814739"/>
                  <a:pt x="2777965" y="2606522"/>
                </a:cubicBezTo>
                <a:cubicBezTo>
                  <a:pt x="2694812" y="2425833"/>
                  <a:pt x="2462116" y="2312295"/>
                  <a:pt x="2285714" y="2437168"/>
                </a:cubicBezTo>
                <a:cubicBezTo>
                  <a:pt x="2104072" y="2565851"/>
                  <a:pt x="2107215" y="2810071"/>
                  <a:pt x="2202751" y="2990094"/>
                </a:cubicBezTo>
                <a:cubicBezTo>
                  <a:pt x="2257139" y="3092583"/>
                  <a:pt x="2334101" y="3185166"/>
                  <a:pt x="2421254" y="3266224"/>
                </a:cubicBezTo>
                <a:cubicBezTo>
                  <a:pt x="2333529" y="3391287"/>
                  <a:pt x="2232373" y="3506254"/>
                  <a:pt x="2123407" y="3613791"/>
                </a:cubicBezTo>
                <a:cubicBezTo>
                  <a:pt x="1831561" y="3901922"/>
                  <a:pt x="1491043" y="4131570"/>
                  <a:pt x="1165859" y="4379220"/>
                </a:cubicBezTo>
                <a:cubicBezTo>
                  <a:pt x="835056" y="4631156"/>
                  <a:pt x="509491" y="4905953"/>
                  <a:pt x="284416" y="5260663"/>
                </a:cubicBezTo>
                <a:cubicBezTo>
                  <a:pt x="74199" y="5592229"/>
                  <a:pt x="-44102" y="5994755"/>
                  <a:pt x="15334" y="6387566"/>
                </a:cubicBezTo>
                <a:cubicBezTo>
                  <a:pt x="29527" y="6481578"/>
                  <a:pt x="55339" y="6572732"/>
                  <a:pt x="92296" y="6660362"/>
                </a:cubicBezTo>
                <a:cubicBezTo>
                  <a:pt x="112204" y="6707701"/>
                  <a:pt x="155257" y="6741801"/>
                  <a:pt x="209454" y="6726847"/>
                </a:cubicBezTo>
                <a:cubicBezTo>
                  <a:pt x="254126" y="6714560"/>
                  <a:pt x="296036" y="6657410"/>
                  <a:pt x="275938" y="6609689"/>
                </a:cubicBezTo>
                <a:cubicBezTo>
                  <a:pt x="119633" y="6238405"/>
                  <a:pt x="193357" y="5822258"/>
                  <a:pt x="379380" y="5475833"/>
                </a:cubicBezTo>
                <a:cubicBezTo>
                  <a:pt x="580357" y="5101406"/>
                  <a:pt x="909541" y="4813465"/>
                  <a:pt x="1242631" y="4558576"/>
                </a:cubicBezTo>
                <a:cubicBezTo>
                  <a:pt x="1586293" y="4295495"/>
                  <a:pt x="1949195" y="4053655"/>
                  <a:pt x="2258281" y="3748475"/>
                </a:cubicBezTo>
                <a:cubicBezTo>
                  <a:pt x="2371248" y="3636937"/>
                  <a:pt x="2476880" y="3516636"/>
                  <a:pt x="2569178" y="3387001"/>
                </a:cubicBezTo>
                <a:cubicBezTo>
                  <a:pt x="2586227" y="3399288"/>
                  <a:pt x="2603372" y="3411290"/>
                  <a:pt x="2620613" y="3422815"/>
                </a:cubicBezTo>
                <a:cubicBezTo>
                  <a:pt x="2781204" y="3529971"/>
                  <a:pt x="2965798" y="3605885"/>
                  <a:pt x="3155060" y="3643700"/>
                </a:cubicBezTo>
                <a:cubicBezTo>
                  <a:pt x="3536822" y="3719900"/>
                  <a:pt x="3934586" y="3643318"/>
                  <a:pt x="4255103" y="3420148"/>
                </a:cubicBezTo>
                <a:cubicBezTo>
                  <a:pt x="4574857" y="3197453"/>
                  <a:pt x="4806124" y="2859030"/>
                  <a:pt x="4875942" y="2473649"/>
                </a:cubicBezTo>
                <a:cubicBezTo>
                  <a:pt x="4960238" y="2008352"/>
                  <a:pt x="4836413" y="1541913"/>
                  <a:pt x="4882991" y="1075759"/>
                </a:cubicBezTo>
                <a:cubicBezTo>
                  <a:pt x="4912994" y="775055"/>
                  <a:pt x="5041868" y="424059"/>
                  <a:pt x="5311711" y="261943"/>
                </a:cubicBezTo>
                <a:cubicBezTo>
                  <a:pt x="5378481" y="221843"/>
                  <a:pt x="5447919" y="198316"/>
                  <a:pt x="5525738" y="185362"/>
                </a:cubicBezTo>
                <a:cubicBezTo>
                  <a:pt x="5576506" y="177076"/>
                  <a:pt x="5604890" y="114211"/>
                  <a:pt x="5592222" y="68300"/>
                </a:cubicBezTo>
                <a:close/>
                <a:moveTo>
                  <a:pt x="2325147" y="2750826"/>
                </a:moveTo>
                <a:cubicBezTo>
                  <a:pt x="2323909" y="2689104"/>
                  <a:pt x="2348864" y="2613571"/>
                  <a:pt x="2408110" y="2584615"/>
                </a:cubicBezTo>
                <a:cubicBezTo>
                  <a:pt x="2467831" y="2555468"/>
                  <a:pt x="2531554" y="2590520"/>
                  <a:pt x="2573083" y="2637193"/>
                </a:cubicBezTo>
                <a:cubicBezTo>
                  <a:pt x="2689478" y="2768161"/>
                  <a:pt x="2604801" y="2961805"/>
                  <a:pt x="2525934" y="3100870"/>
                </a:cubicBezTo>
                <a:cubicBezTo>
                  <a:pt x="2492120" y="3066961"/>
                  <a:pt x="2460307" y="3031242"/>
                  <a:pt x="2431446" y="2993428"/>
                </a:cubicBezTo>
                <a:cubicBezTo>
                  <a:pt x="2378963" y="2924657"/>
                  <a:pt x="2326861" y="2840075"/>
                  <a:pt x="2325147" y="2750826"/>
                </a:cubicBezTo>
                <a:close/>
              </a:path>
            </a:pathLst>
          </a:custGeom>
          <a:solidFill>
            <a:schemeClr val="accent3"/>
          </a:solidFill>
          <a:ln w="9525" cap="flat">
            <a:noFill/>
            <a:prstDash val="solid"/>
            <a:miter/>
          </a:ln>
        </p:spPr>
        <p:txBody>
          <a:bodyPr rtlCol="0" anchor="ctr"/>
          <a:lstStyle/>
          <a:p>
            <a:endParaRPr lang="en-US">
              <a:solidFill>
                <a:schemeClr val="accent3"/>
              </a:solidFill>
            </a:endParaRPr>
          </a:p>
        </p:txBody>
      </p:sp>
      <p:sp>
        <p:nvSpPr>
          <p:cNvPr id="14" name="CuadroTexto 13">
            <a:extLst>
              <a:ext uri="{FF2B5EF4-FFF2-40B4-BE49-F238E27FC236}">
                <a16:creationId xmlns:a16="http://schemas.microsoft.com/office/drawing/2014/main" id="{2921E7F8-57ED-61DB-4C4A-AE57E5351894}"/>
              </a:ext>
            </a:extLst>
          </p:cNvPr>
          <p:cNvSpPr txBox="1"/>
          <p:nvPr/>
        </p:nvSpPr>
        <p:spPr>
          <a:xfrm>
            <a:off x="1486303" y="2286114"/>
            <a:ext cx="8023721" cy="3139321"/>
          </a:xfrm>
          <a:prstGeom prst="rect">
            <a:avLst/>
          </a:prstGeom>
          <a:noFill/>
        </p:spPr>
        <p:txBody>
          <a:bodyPr wrap="square" rtlCol="0">
            <a:spAutoFit/>
          </a:bodyPr>
          <a:lstStyle/>
          <a:p>
            <a:r>
              <a:rPr lang="es-ES" sz="6600" b="1" dirty="0">
                <a:solidFill>
                  <a:schemeClr val="bg1"/>
                </a:solidFill>
                <a:latin typeface="Segoe UI" panose="020B0502040204020203" pitchFamily="34" charset="0"/>
                <a:cs typeface="Segoe UI" panose="020B0502040204020203" pitchFamily="34" charset="0"/>
              </a:rPr>
              <a:t>De la jungla de agentes al control plane</a:t>
            </a:r>
          </a:p>
        </p:txBody>
      </p:sp>
      <p:sp>
        <p:nvSpPr>
          <p:cNvPr id="15" name="CuadroTexto 14">
            <a:extLst>
              <a:ext uri="{FF2B5EF4-FFF2-40B4-BE49-F238E27FC236}">
                <a16:creationId xmlns:a16="http://schemas.microsoft.com/office/drawing/2014/main" id="{E4DE1087-C48A-4984-832A-C9D09D342340}"/>
              </a:ext>
            </a:extLst>
          </p:cNvPr>
          <p:cNvSpPr txBox="1"/>
          <p:nvPr/>
        </p:nvSpPr>
        <p:spPr>
          <a:xfrm>
            <a:off x="1963463" y="5359015"/>
            <a:ext cx="8023721" cy="646331"/>
          </a:xfrm>
          <a:prstGeom prst="rect">
            <a:avLst/>
          </a:prstGeom>
          <a:noFill/>
        </p:spPr>
        <p:txBody>
          <a:bodyPr wrap="square" rtlCol="0">
            <a:spAutoFit/>
          </a:bodyPr>
          <a:lstStyle/>
          <a:p>
            <a:r>
              <a:rPr lang="es-ES" sz="3600" dirty="0">
                <a:solidFill>
                  <a:schemeClr val="bg1"/>
                </a:solidFill>
                <a:latin typeface="Segoe UI" panose="020B0502040204020203" pitchFamily="34" charset="0"/>
                <a:cs typeface="Segoe UI" panose="020B0502040204020203" pitchFamily="34" charset="0"/>
              </a:rPr>
              <a:t>@antoniosql</a:t>
            </a:r>
          </a:p>
        </p:txBody>
      </p:sp>
      <p:pic>
        <p:nvPicPr>
          <p:cNvPr id="20" name="Imagen 19" descr="Un dibujo con letras&#10;&#10;El contenido generado por IA puede ser incorrecto.">
            <a:extLst>
              <a:ext uri="{FF2B5EF4-FFF2-40B4-BE49-F238E27FC236}">
                <a16:creationId xmlns:a16="http://schemas.microsoft.com/office/drawing/2014/main" id="{7AD5A8ED-0EAF-6A8F-EB32-7A2EDE31E5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081" y="771421"/>
            <a:ext cx="2817559" cy="1307808"/>
          </a:xfrm>
          <a:prstGeom prst="rect">
            <a:avLst/>
          </a:prstGeom>
        </p:spPr>
      </p:pic>
      <p:sp>
        <p:nvSpPr>
          <p:cNvPr id="71" name="TextBox 7">
            <a:extLst>
              <a:ext uri="{FF2B5EF4-FFF2-40B4-BE49-F238E27FC236}">
                <a16:creationId xmlns:a16="http://schemas.microsoft.com/office/drawing/2014/main" id="{FDE71F51-E210-FD7D-51B8-B69393F509B3}"/>
              </a:ext>
            </a:extLst>
          </p:cNvPr>
          <p:cNvSpPr txBox="1"/>
          <p:nvPr/>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6027296"/>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750"/>
                                        <p:tgtEl>
                                          <p:spTgt spid="38"/>
                                        </p:tgtEl>
                                      </p:cBhvr>
                                    </p:animEffect>
                                  </p:childTnLst>
                                </p:cTn>
                              </p:par>
                              <p:par>
                                <p:cTn id="8" presetID="8" presetClass="emph" presetSubtype="0" repeatCount="indefinite" accel="50000" decel="50000" autoRev="1" fill="hold" grpId="1" nodeType="withEffect">
                                  <p:stCondLst>
                                    <p:cond delay="0"/>
                                  </p:stCondLst>
                                  <p:childTnLst>
                                    <p:animRot by="10800000">
                                      <p:cBhvr>
                                        <p:cTn id="9" dur="20000" fill="hold"/>
                                        <p:tgtEl>
                                          <p:spTgt spid="38"/>
                                        </p:tgtEl>
                                        <p:attrNameLst>
                                          <p:attrName>r</p:attrName>
                                        </p:attrNameLst>
                                      </p:cBhvr>
                                    </p:animRot>
                                  </p:childTnLst>
                                </p:cTn>
                              </p:par>
                              <p:par>
                                <p:cTn id="10" presetID="10" presetClass="entr" presetSubtype="0" fill="hold" grpId="0" nodeType="with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750"/>
                                        <p:tgtEl>
                                          <p:spTgt spid="45"/>
                                        </p:tgtEl>
                                      </p:cBhvr>
                                    </p:animEffect>
                                  </p:childTnLst>
                                </p:cTn>
                              </p:par>
                              <p:par>
                                <p:cTn id="13" presetID="8" presetClass="emph" presetSubtype="0" repeatCount="indefinite" accel="50000" decel="50000" autoRev="1" fill="hold" grpId="1" nodeType="withEffect">
                                  <p:stCondLst>
                                    <p:cond delay="0"/>
                                  </p:stCondLst>
                                  <p:childTnLst>
                                    <p:animRot by="5400000">
                                      <p:cBhvr>
                                        <p:cTn id="14" dur="20000" fill="hold"/>
                                        <p:tgtEl>
                                          <p:spTgt spid="45"/>
                                        </p:tgtEl>
                                        <p:attrNameLst>
                                          <p:attrName>r</p:attrName>
                                        </p:attrNameLst>
                                      </p:cBhvr>
                                    </p:animRot>
                                  </p:childTnLst>
                                </p:cTn>
                              </p:par>
                              <p:par>
                                <p:cTn id="15" presetID="10"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fade">
                                      <p:cBhvr>
                                        <p:cTn id="17" dur="750"/>
                                        <p:tgtEl>
                                          <p:spTgt spid="56"/>
                                        </p:tgtEl>
                                      </p:cBhvr>
                                    </p:animEffect>
                                  </p:childTnLst>
                                </p:cTn>
                              </p:par>
                              <p:par>
                                <p:cTn id="18" presetID="8" presetClass="emph" presetSubtype="0" repeatCount="indefinite" accel="50000" decel="50000" autoRev="1" fill="hold" grpId="1" nodeType="withEffect">
                                  <p:stCondLst>
                                    <p:cond delay="0"/>
                                  </p:stCondLst>
                                  <p:childTnLst>
                                    <p:animRot by="-5400000">
                                      <p:cBhvr>
                                        <p:cTn id="19" dur="20000" fill="hold"/>
                                        <p:tgtEl>
                                          <p:spTgt spid="56"/>
                                        </p:tgtEl>
                                        <p:attrNameLst>
                                          <p:attrName>r</p:attrName>
                                        </p:attrNameLst>
                                      </p:cBhvr>
                                    </p:animRot>
                                  </p:childTnLst>
                                </p:cTn>
                              </p:par>
                              <p:par>
                                <p:cTn id="20" presetID="10" presetClass="entr" presetSubtype="0" fill="hold" grpId="0" nodeType="withEffect">
                                  <p:stCondLst>
                                    <p:cond delay="100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par>
                                <p:cTn id="23" presetID="26" presetClass="emph" presetSubtype="0" fill="hold" grpId="1" nodeType="withEffect">
                                  <p:stCondLst>
                                    <p:cond delay="1000"/>
                                  </p:stCondLst>
                                  <p:childTnLst>
                                    <p:animEffect transition="out" filter="fade">
                                      <p:cBhvr>
                                        <p:cTn id="24" dur="500" tmFilter="0, 0; .2, .5; .8, .5; 1, 0"/>
                                        <p:tgtEl>
                                          <p:spTgt spid="42"/>
                                        </p:tgtEl>
                                      </p:cBhvr>
                                    </p:animEffect>
                                    <p:animScale>
                                      <p:cBhvr>
                                        <p:cTn id="25" dur="250" autoRev="1" fill="hold"/>
                                        <p:tgtEl>
                                          <p:spTgt spid="42"/>
                                        </p:tgtEl>
                                      </p:cBhvr>
                                      <p:by x="105000" y="105000"/>
                                    </p:animScale>
                                  </p:childTnLst>
                                </p:cTn>
                              </p:par>
                              <p:par>
                                <p:cTn id="26" presetID="10" presetClass="entr" presetSubtype="0" fill="hold" nodeType="withEffect">
                                  <p:stCondLst>
                                    <p:cond delay="100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38" grpId="0" animBg="1"/>
      <p:bldP spid="38" grpId="1" animBg="1"/>
      <p:bldP spid="42" grpId="0" animBg="1"/>
      <p:bldP spid="42" grpId="1" animBg="1"/>
      <p:bldP spid="45" grpId="0" animBg="1"/>
      <p:bldP spid="45"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ABF50102-F2A2-0AFC-04CA-2D1D4C80DB9A}"/>
              </a:ext>
            </a:extLst>
          </p:cNvPr>
          <p:cNvSpPr>
            <a:spLocks noGrp="1" noRot="1" noMove="1" noResize="1" noEditPoints="1" noAdjustHandles="1" noChangeArrowheads="1" noChangeShapeType="1"/>
          </p:cNvSpPr>
          <p:nvPr/>
        </p:nvSpPr>
        <p:spPr>
          <a:xfrm>
            <a:off x="5333003" y="1281329"/>
            <a:ext cx="6481864" cy="3623408"/>
          </a:xfrm>
          <a:prstGeom prst="roundRect">
            <a:avLst>
              <a:gd name="adj" fmla="val 822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ángulo: esquinas redondeadas 4">
            <a:extLst>
              <a:ext uri="{FF2B5EF4-FFF2-40B4-BE49-F238E27FC236}">
                <a16:creationId xmlns:a16="http://schemas.microsoft.com/office/drawing/2014/main" id="{1421258A-AB17-2D60-67EC-0D71FC492A91}"/>
              </a:ext>
            </a:extLst>
          </p:cNvPr>
          <p:cNvSpPr>
            <a:spLocks/>
          </p:cNvSpPr>
          <p:nvPr/>
        </p:nvSpPr>
        <p:spPr>
          <a:xfrm>
            <a:off x="5333003" y="5125442"/>
            <a:ext cx="3858867" cy="1014100"/>
          </a:xfrm>
          <a:prstGeom prst="roundRect">
            <a:avLst>
              <a:gd name="adj" fmla="val 1392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esquinas redondeadas 5">
            <a:extLst>
              <a:ext uri="{FF2B5EF4-FFF2-40B4-BE49-F238E27FC236}">
                <a16:creationId xmlns:a16="http://schemas.microsoft.com/office/drawing/2014/main" id="{0AEDCCED-F15A-5E34-F6CB-8D773AC58FCC}"/>
              </a:ext>
            </a:extLst>
          </p:cNvPr>
          <p:cNvSpPr>
            <a:spLocks/>
          </p:cNvSpPr>
          <p:nvPr/>
        </p:nvSpPr>
        <p:spPr>
          <a:xfrm>
            <a:off x="9328583" y="5125442"/>
            <a:ext cx="2486284" cy="1002849"/>
          </a:xfrm>
          <a:prstGeom prst="roundRect">
            <a:avLst>
              <a:gd name="adj" fmla="val 147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TextBox 32">
            <a:extLst>
              <a:ext uri="{FF2B5EF4-FFF2-40B4-BE49-F238E27FC236}">
                <a16:creationId xmlns:a16="http://schemas.microsoft.com/office/drawing/2014/main" id="{E05541D6-50D3-EAC5-78EA-DEDB2D9074D9}"/>
              </a:ext>
            </a:extLst>
          </p:cNvPr>
          <p:cNvSpPr txBox="1"/>
          <p:nvPr/>
        </p:nvSpPr>
        <p:spPr>
          <a:xfrm>
            <a:off x="377133" y="404661"/>
            <a:ext cx="6946982" cy="646331"/>
          </a:xfrm>
          <a:prstGeom prst="rect">
            <a:avLst/>
          </a:prstGeom>
          <a:noFill/>
        </p:spPr>
        <p:txBody>
          <a:bodyPr wrap="square" rtlCol="0">
            <a:spAutoFit/>
          </a:bodyPr>
          <a:lstStyle/>
          <a:p>
            <a:r>
              <a:rPr lang="en-GB" sz="3600" b="1">
                <a:solidFill>
                  <a:schemeClr val="tx2"/>
                </a:solidFill>
                <a:latin typeface="Segoe UI" panose="020B0502040204020203" pitchFamily="34" charset="0"/>
                <a:cs typeface="Segoe UI" panose="020B0502040204020203" pitchFamily="34" charset="0"/>
              </a:rPr>
              <a:t>¡Gracias a nuestros sponsors!</a:t>
            </a:r>
          </a:p>
        </p:txBody>
      </p:sp>
      <p:sp>
        <p:nvSpPr>
          <p:cNvPr id="9" name="TextBox 32">
            <a:extLst>
              <a:ext uri="{FF2B5EF4-FFF2-40B4-BE49-F238E27FC236}">
                <a16:creationId xmlns:a16="http://schemas.microsoft.com/office/drawing/2014/main" id="{E28C60E8-3BC7-1D6E-BCF9-340BAA85E7C8}"/>
              </a:ext>
            </a:extLst>
          </p:cNvPr>
          <p:cNvSpPr txBox="1"/>
          <p:nvPr/>
        </p:nvSpPr>
        <p:spPr>
          <a:xfrm>
            <a:off x="5472504" y="1406569"/>
            <a:ext cx="2103135" cy="400110"/>
          </a:xfrm>
          <a:prstGeom prst="rect">
            <a:avLst/>
          </a:prstGeom>
          <a:noFill/>
        </p:spPr>
        <p:txBody>
          <a:bodyPr wrap="square" rtlCol="0">
            <a:spAutoFit/>
          </a:bodyPr>
          <a:lstStyle/>
          <a:p>
            <a:r>
              <a:rPr lang="en-GB" sz="2000" b="1">
                <a:solidFill>
                  <a:schemeClr val="bg1"/>
                </a:solidFill>
                <a:latin typeface="Segoe UI" panose="020B0502040204020203" pitchFamily="34" charset="0"/>
                <a:cs typeface="Segoe UI" panose="020B0502040204020203" pitchFamily="34" charset="0"/>
              </a:rPr>
              <a:t>ORO</a:t>
            </a:r>
          </a:p>
        </p:txBody>
      </p:sp>
      <p:sp>
        <p:nvSpPr>
          <p:cNvPr id="12" name="TextBox 32">
            <a:extLst>
              <a:ext uri="{FF2B5EF4-FFF2-40B4-BE49-F238E27FC236}">
                <a16:creationId xmlns:a16="http://schemas.microsoft.com/office/drawing/2014/main" id="{16F146DA-F2C4-7A33-10A2-0BA4AE3F7157}"/>
              </a:ext>
            </a:extLst>
          </p:cNvPr>
          <p:cNvSpPr txBox="1"/>
          <p:nvPr/>
        </p:nvSpPr>
        <p:spPr>
          <a:xfrm>
            <a:off x="5472503" y="5231673"/>
            <a:ext cx="3240932" cy="338554"/>
          </a:xfrm>
          <a:prstGeom prst="rect">
            <a:avLst/>
          </a:prstGeom>
          <a:noFill/>
        </p:spPr>
        <p:txBody>
          <a:bodyPr wrap="square" rtlCol="0">
            <a:spAutoFit/>
          </a:bodyPr>
          <a:lstStyle/>
          <a:p>
            <a:r>
              <a:rPr lang="en-GB" sz="1600" b="1">
                <a:solidFill>
                  <a:schemeClr val="bg1"/>
                </a:solidFill>
                <a:latin typeface="Segoe UI" panose="020B0502040204020203" pitchFamily="34" charset="0"/>
                <a:cs typeface="Segoe UI" panose="020B0502040204020203" pitchFamily="34" charset="0"/>
              </a:rPr>
              <a:t>COLABORAN</a:t>
            </a:r>
          </a:p>
        </p:txBody>
      </p:sp>
      <p:pic>
        <p:nvPicPr>
          <p:cNvPr id="14" name="Imagen 13" descr="Dibujo con letras blancas&#10;&#10;El contenido generado por IA puede ser incorrecto.">
            <a:extLst>
              <a:ext uri="{FF2B5EF4-FFF2-40B4-BE49-F238E27FC236}">
                <a16:creationId xmlns:a16="http://schemas.microsoft.com/office/drawing/2014/main" id="{21ECBF35-B846-D818-3751-73BAB03761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9721" y="3552615"/>
            <a:ext cx="1897524" cy="550633"/>
          </a:xfrm>
          <a:prstGeom prst="rect">
            <a:avLst/>
          </a:prstGeom>
        </p:spPr>
      </p:pic>
      <p:pic>
        <p:nvPicPr>
          <p:cNvPr id="26" name="Gráfico 25">
            <a:extLst>
              <a:ext uri="{FF2B5EF4-FFF2-40B4-BE49-F238E27FC236}">
                <a16:creationId xmlns:a16="http://schemas.microsoft.com/office/drawing/2014/main" id="{7B9D898A-D772-DF4F-1202-6241858F6A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24915" y="2667217"/>
            <a:ext cx="3209694" cy="4542122"/>
          </a:xfrm>
          <a:prstGeom prst="rect">
            <a:avLst/>
          </a:prstGeom>
        </p:spPr>
      </p:pic>
      <p:pic>
        <p:nvPicPr>
          <p:cNvPr id="28" name="Picture 12">
            <a:extLst>
              <a:ext uri="{FF2B5EF4-FFF2-40B4-BE49-F238E27FC236}">
                <a16:creationId xmlns:a16="http://schemas.microsoft.com/office/drawing/2014/main" id="{818091B7-0827-85AA-0184-F4F62C8235E5}"/>
              </a:ext>
            </a:extLst>
          </p:cNvPr>
          <p:cNvPicPr>
            <a:picLocks noChangeAspect="1"/>
          </p:cNvPicPr>
          <p:nvPr/>
        </p:nvPicPr>
        <p:blipFill>
          <a:blip r:embed="rId5">
            <a:biLevel thresh="25000"/>
            <a:extLst>
              <a:ext uri="{28A0092B-C50C-407E-A947-70E740481C1C}">
                <a14:useLocalDpi xmlns:a14="http://schemas.microsoft.com/office/drawing/2010/main" val="0"/>
              </a:ext>
            </a:extLst>
          </a:blip>
          <a:srcRect/>
          <a:stretch/>
        </p:blipFill>
        <p:spPr>
          <a:xfrm>
            <a:off x="7815279" y="5692835"/>
            <a:ext cx="898156" cy="324099"/>
          </a:xfrm>
          <a:prstGeom prst="rect">
            <a:avLst/>
          </a:prstGeom>
        </p:spPr>
      </p:pic>
      <p:pic>
        <p:nvPicPr>
          <p:cNvPr id="29" name="Picture 49" descr="A blue text on a black background&#10;&#10;Description automatically generated">
            <a:extLst>
              <a:ext uri="{FF2B5EF4-FFF2-40B4-BE49-F238E27FC236}">
                <a16:creationId xmlns:a16="http://schemas.microsoft.com/office/drawing/2014/main" id="{F315214C-706B-5252-24C3-F9BF92083E1C}"/>
              </a:ext>
            </a:extLst>
          </p:cNvPr>
          <p:cNvPicPr>
            <a:picLocks noChangeAspect="1"/>
          </p:cNvPicPr>
          <p:nvPr/>
        </p:nvPicPr>
        <p:blipFill>
          <a:blip r:embed="rId6">
            <a:biLevel thresh="25000"/>
          </a:blip>
          <a:stretch>
            <a:fillRect/>
          </a:stretch>
        </p:blipFill>
        <p:spPr>
          <a:xfrm>
            <a:off x="5551372" y="5676458"/>
            <a:ext cx="1720494" cy="311580"/>
          </a:xfrm>
          <a:prstGeom prst="rect">
            <a:avLst/>
          </a:prstGeom>
        </p:spPr>
      </p:pic>
      <p:pic>
        <p:nvPicPr>
          <p:cNvPr id="30" name="Picture 2">
            <a:extLst>
              <a:ext uri="{FF2B5EF4-FFF2-40B4-BE49-F238E27FC236}">
                <a16:creationId xmlns:a16="http://schemas.microsoft.com/office/drawing/2014/main" id="{1F32BEE7-E623-CDFD-32BA-11F49BBFBD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51866" y="2848246"/>
            <a:ext cx="1436905" cy="43053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7" descr="Graphical user interface, logo&#10;&#10;Description automatically generated">
            <a:extLst>
              <a:ext uri="{FF2B5EF4-FFF2-40B4-BE49-F238E27FC236}">
                <a16:creationId xmlns:a16="http://schemas.microsoft.com/office/drawing/2014/main" id="{65E3F12D-9E63-0A78-B2D8-E1CD334FC204}"/>
              </a:ext>
            </a:extLst>
          </p:cNvPr>
          <p:cNvPicPr>
            <a:picLocks noChangeAspect="1"/>
          </p:cNvPicPr>
          <p:nvPr/>
        </p:nvPicPr>
        <p:blipFill>
          <a:blip r:embed="rId8"/>
          <a:stretch>
            <a:fillRect/>
          </a:stretch>
        </p:blipFill>
        <p:spPr>
          <a:xfrm>
            <a:off x="7674530" y="2672914"/>
            <a:ext cx="1879628" cy="783441"/>
          </a:xfrm>
          <a:prstGeom prst="rect">
            <a:avLst/>
          </a:prstGeom>
        </p:spPr>
      </p:pic>
      <p:pic>
        <p:nvPicPr>
          <p:cNvPr id="33" name="Picture 28" descr="A black and white logo&#10;&#10;Description automatically generated">
            <a:extLst>
              <a:ext uri="{FF2B5EF4-FFF2-40B4-BE49-F238E27FC236}">
                <a16:creationId xmlns:a16="http://schemas.microsoft.com/office/drawing/2014/main" id="{519DA0AA-EC82-8081-6208-005641E30956}"/>
              </a:ext>
            </a:extLst>
          </p:cNvPr>
          <p:cNvPicPr>
            <a:picLocks noChangeAspect="1"/>
          </p:cNvPicPr>
          <p:nvPr/>
        </p:nvPicPr>
        <p:blipFill>
          <a:blip r:embed="rId9"/>
          <a:stretch>
            <a:fillRect/>
          </a:stretch>
        </p:blipFill>
        <p:spPr>
          <a:xfrm>
            <a:off x="7935463" y="4271848"/>
            <a:ext cx="1252385" cy="483099"/>
          </a:xfrm>
          <a:prstGeom prst="rect">
            <a:avLst/>
          </a:prstGeom>
        </p:spPr>
      </p:pic>
      <p:pic>
        <p:nvPicPr>
          <p:cNvPr id="34" name="Graphic 43">
            <a:extLst>
              <a:ext uri="{FF2B5EF4-FFF2-40B4-BE49-F238E27FC236}">
                <a16:creationId xmlns:a16="http://schemas.microsoft.com/office/drawing/2014/main" id="{F55EBD28-205D-D91E-2C31-306CFB8AAAB9}"/>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7841926" y="2018998"/>
            <a:ext cx="1554416" cy="381631"/>
          </a:xfrm>
          <a:prstGeom prst="rect">
            <a:avLst/>
          </a:prstGeom>
        </p:spPr>
      </p:pic>
      <p:pic>
        <p:nvPicPr>
          <p:cNvPr id="39" name="Imagen 38">
            <a:extLst>
              <a:ext uri="{FF2B5EF4-FFF2-40B4-BE49-F238E27FC236}">
                <a16:creationId xmlns:a16="http://schemas.microsoft.com/office/drawing/2014/main" id="{8E4AF6F4-3F0C-1A11-1421-3FDDD48B40B0}"/>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5740843" y="4169869"/>
            <a:ext cx="1584769" cy="491602"/>
          </a:xfrm>
          <a:prstGeom prst="rect">
            <a:avLst/>
          </a:prstGeom>
        </p:spPr>
      </p:pic>
      <p:pic>
        <p:nvPicPr>
          <p:cNvPr id="45" name="Gráfico 44">
            <a:extLst>
              <a:ext uri="{FF2B5EF4-FFF2-40B4-BE49-F238E27FC236}">
                <a16:creationId xmlns:a16="http://schemas.microsoft.com/office/drawing/2014/main" id="{4A457E01-A3B7-AA8D-B626-72F3DD474B1C}"/>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9550619" y="2107613"/>
            <a:ext cx="2075868" cy="291350"/>
          </a:xfrm>
          <a:prstGeom prst="rect">
            <a:avLst/>
          </a:prstGeom>
        </p:spPr>
      </p:pic>
      <p:sp>
        <p:nvSpPr>
          <p:cNvPr id="2" name="Rectángulo: esquinas redondeadas 1">
            <a:extLst>
              <a:ext uri="{FF2B5EF4-FFF2-40B4-BE49-F238E27FC236}">
                <a16:creationId xmlns:a16="http://schemas.microsoft.com/office/drawing/2014/main" id="{B1B73EA2-B68A-C6B5-A0A5-C6F780DDA470}"/>
              </a:ext>
            </a:extLst>
          </p:cNvPr>
          <p:cNvSpPr>
            <a:spLocks noGrp="1" noRot="1" noMove="1" noResize="1" noEditPoints="1" noAdjustHandles="1" noChangeArrowheads="1" noChangeShapeType="1"/>
          </p:cNvSpPr>
          <p:nvPr/>
        </p:nvSpPr>
        <p:spPr>
          <a:xfrm>
            <a:off x="517810" y="1281329"/>
            <a:ext cx="4542817" cy="4858213"/>
          </a:xfrm>
          <a:prstGeom prst="roundRect">
            <a:avLst>
              <a:gd name="adj" fmla="val 444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TextBox 32">
            <a:extLst>
              <a:ext uri="{FF2B5EF4-FFF2-40B4-BE49-F238E27FC236}">
                <a16:creationId xmlns:a16="http://schemas.microsoft.com/office/drawing/2014/main" id="{6E16F4D0-A8C4-BAF5-4503-6756C85810F9}"/>
              </a:ext>
            </a:extLst>
          </p:cNvPr>
          <p:cNvSpPr txBox="1"/>
          <p:nvPr/>
        </p:nvSpPr>
        <p:spPr>
          <a:xfrm>
            <a:off x="609920" y="1359746"/>
            <a:ext cx="2103135" cy="523220"/>
          </a:xfrm>
          <a:prstGeom prst="rect">
            <a:avLst/>
          </a:prstGeom>
          <a:noFill/>
        </p:spPr>
        <p:txBody>
          <a:bodyPr wrap="square" rtlCol="0">
            <a:spAutoFit/>
          </a:bodyPr>
          <a:lstStyle/>
          <a:p>
            <a:r>
              <a:rPr lang="en-GB" sz="2800" b="1">
                <a:solidFill>
                  <a:schemeClr val="tx2"/>
                </a:solidFill>
                <a:latin typeface="Segoe UI" panose="020B0502040204020203" pitchFamily="34" charset="0"/>
                <a:cs typeface="Segoe UI" panose="020B0502040204020203" pitchFamily="34" charset="0"/>
              </a:rPr>
              <a:t>PLATINO</a:t>
            </a:r>
          </a:p>
        </p:txBody>
      </p:sp>
      <p:pic>
        <p:nvPicPr>
          <p:cNvPr id="18" name="Imagen 17">
            <a:extLst>
              <a:ext uri="{FF2B5EF4-FFF2-40B4-BE49-F238E27FC236}">
                <a16:creationId xmlns:a16="http://schemas.microsoft.com/office/drawing/2014/main" id="{014B5252-B766-FBFB-59B7-653E1E6657CE}"/>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788130" y="1988452"/>
            <a:ext cx="2400719" cy="731018"/>
          </a:xfrm>
          <a:prstGeom prst="rect">
            <a:avLst/>
          </a:prstGeom>
        </p:spPr>
      </p:pic>
      <p:pic>
        <p:nvPicPr>
          <p:cNvPr id="24" name="Gráfico 23">
            <a:extLst>
              <a:ext uri="{FF2B5EF4-FFF2-40B4-BE49-F238E27FC236}">
                <a16:creationId xmlns:a16="http://schemas.microsoft.com/office/drawing/2014/main" id="{D93B0377-610E-D5F6-03C4-C8C2659B96D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664291" y="4400215"/>
            <a:ext cx="3144121" cy="504522"/>
          </a:xfrm>
          <a:prstGeom prst="rect">
            <a:avLst/>
          </a:prstGeom>
        </p:spPr>
      </p:pic>
      <p:pic>
        <p:nvPicPr>
          <p:cNvPr id="48" name="Imagen 47" descr="Logotipo&#10;&#10;El contenido generado por IA puede ser incorrecto.">
            <a:extLst>
              <a:ext uri="{FF2B5EF4-FFF2-40B4-BE49-F238E27FC236}">
                <a16:creationId xmlns:a16="http://schemas.microsoft.com/office/drawing/2014/main" id="{E23B8597-93DB-8C2E-5808-2D1C2A14DF33}"/>
              </a:ext>
            </a:extLst>
          </p:cNvPr>
          <p:cNvPicPr>
            <a:picLocks noChangeAspect="1"/>
          </p:cNvPicPr>
          <p:nvPr/>
        </p:nvPicPr>
        <p:blipFill>
          <a:blip r:embed="rId15">
            <a:biLevel thresh="25000"/>
            <a:extLst>
              <a:ext uri="{28A0092B-C50C-407E-A947-70E740481C1C}">
                <a14:useLocalDpi xmlns:a14="http://schemas.microsoft.com/office/drawing/2010/main" val="0"/>
              </a:ext>
            </a:extLst>
          </a:blip>
          <a:stretch>
            <a:fillRect/>
          </a:stretch>
        </p:blipFill>
        <p:spPr>
          <a:xfrm>
            <a:off x="9437534" y="3514400"/>
            <a:ext cx="2166136" cy="594466"/>
          </a:xfrm>
          <a:prstGeom prst="rect">
            <a:avLst/>
          </a:prstGeom>
        </p:spPr>
      </p:pic>
      <p:pic>
        <p:nvPicPr>
          <p:cNvPr id="50" name="Imagen 49" descr="Logotipo&#10;&#10;El contenido generado por IA puede ser incorrecto.">
            <a:extLst>
              <a:ext uri="{FF2B5EF4-FFF2-40B4-BE49-F238E27FC236}">
                <a16:creationId xmlns:a16="http://schemas.microsoft.com/office/drawing/2014/main" id="{FD94A6AB-8224-8016-7C23-B0A400BC302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03640" y="3302301"/>
            <a:ext cx="3456097" cy="1101326"/>
          </a:xfrm>
          <a:prstGeom prst="rect">
            <a:avLst/>
          </a:prstGeom>
        </p:spPr>
      </p:pic>
      <p:cxnSp>
        <p:nvCxnSpPr>
          <p:cNvPr id="52" name="Conector recto 51">
            <a:extLst>
              <a:ext uri="{FF2B5EF4-FFF2-40B4-BE49-F238E27FC236}">
                <a16:creationId xmlns:a16="http://schemas.microsoft.com/office/drawing/2014/main" id="{C150DC3E-6873-73A9-26BA-568F7FC411BE}"/>
              </a:ext>
            </a:extLst>
          </p:cNvPr>
          <p:cNvCxnSpPr/>
          <p:nvPr/>
        </p:nvCxnSpPr>
        <p:spPr>
          <a:xfrm>
            <a:off x="673241" y="1806679"/>
            <a:ext cx="1722971"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C72F574E-86FA-C1BF-4663-B2502422BEA8}"/>
              </a:ext>
            </a:extLst>
          </p:cNvPr>
          <p:cNvCxnSpPr>
            <a:cxnSpLocks/>
          </p:cNvCxnSpPr>
          <p:nvPr/>
        </p:nvCxnSpPr>
        <p:spPr>
          <a:xfrm>
            <a:off x="5538108" y="1774677"/>
            <a:ext cx="114404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4F0DF2E4-7765-3EF9-A363-136A6884F38B}"/>
              </a:ext>
            </a:extLst>
          </p:cNvPr>
          <p:cNvCxnSpPr>
            <a:cxnSpLocks/>
          </p:cNvCxnSpPr>
          <p:nvPr/>
        </p:nvCxnSpPr>
        <p:spPr>
          <a:xfrm>
            <a:off x="5538108" y="5557649"/>
            <a:ext cx="178600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D3F73282-7F6B-21C1-52BA-CE46C2A59477}"/>
              </a:ext>
            </a:extLst>
          </p:cNvPr>
          <p:cNvGrpSpPr/>
          <p:nvPr/>
        </p:nvGrpSpPr>
        <p:grpSpPr>
          <a:xfrm>
            <a:off x="9398445" y="5194360"/>
            <a:ext cx="2369485" cy="338554"/>
            <a:chOff x="8201954" y="3804630"/>
            <a:chExt cx="3633010" cy="338554"/>
          </a:xfrm>
        </p:grpSpPr>
        <p:sp>
          <p:nvSpPr>
            <p:cNvPr id="11" name="TextBox 32">
              <a:extLst>
                <a:ext uri="{FF2B5EF4-FFF2-40B4-BE49-F238E27FC236}">
                  <a16:creationId xmlns:a16="http://schemas.microsoft.com/office/drawing/2014/main" id="{BB8E3634-9DAF-C2A7-C53D-6FD7BD78119D}"/>
                </a:ext>
              </a:extLst>
            </p:cNvPr>
            <p:cNvSpPr txBox="1"/>
            <p:nvPr/>
          </p:nvSpPr>
          <p:spPr>
            <a:xfrm>
              <a:off x="8201954" y="3804630"/>
              <a:ext cx="3633010" cy="338554"/>
            </a:xfrm>
            <a:prstGeom prst="rect">
              <a:avLst/>
            </a:prstGeom>
            <a:noFill/>
          </p:spPr>
          <p:txBody>
            <a:bodyPr wrap="square" rtlCol="0">
              <a:spAutoFit/>
            </a:bodyPr>
            <a:lstStyle/>
            <a:p>
              <a:r>
                <a:rPr lang="en-GB" sz="1600" b="1" dirty="0">
                  <a:solidFill>
                    <a:schemeClr val="bg1"/>
                  </a:solidFill>
                  <a:latin typeface="Segoe UI" panose="020B0502040204020203" pitchFamily="34" charset="0"/>
                  <a:cs typeface="Segoe UI" panose="020B0502040204020203" pitchFamily="34" charset="0"/>
                </a:rPr>
                <a:t>LANYARD</a:t>
              </a:r>
            </a:p>
          </p:txBody>
        </p:sp>
        <p:cxnSp>
          <p:nvCxnSpPr>
            <p:cNvPr id="58" name="Conector recto 57">
              <a:extLst>
                <a:ext uri="{FF2B5EF4-FFF2-40B4-BE49-F238E27FC236}">
                  <a16:creationId xmlns:a16="http://schemas.microsoft.com/office/drawing/2014/main" id="{8C40BD1E-A3D4-E72B-4A66-1B6F929E05EA}"/>
                </a:ext>
              </a:extLst>
            </p:cNvPr>
            <p:cNvCxnSpPr>
              <a:cxnSpLocks/>
            </p:cNvCxnSpPr>
            <p:nvPr/>
          </p:nvCxnSpPr>
          <p:spPr>
            <a:xfrm>
              <a:off x="8201954" y="4136524"/>
              <a:ext cx="354444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63" name="Gráfico 62">
            <a:extLst>
              <a:ext uri="{FF2B5EF4-FFF2-40B4-BE49-F238E27FC236}">
                <a16:creationId xmlns:a16="http://schemas.microsoft.com/office/drawing/2014/main" id="{DE47EE5E-CACB-658E-4CBE-D802E840BE47}"/>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5533475" y="2843858"/>
            <a:ext cx="1984622" cy="462245"/>
          </a:xfrm>
          <a:prstGeom prst="rect">
            <a:avLst/>
          </a:prstGeom>
        </p:spPr>
      </p:pic>
      <p:pic>
        <p:nvPicPr>
          <p:cNvPr id="2052" name="Gráfico 2051">
            <a:extLst>
              <a:ext uri="{FF2B5EF4-FFF2-40B4-BE49-F238E27FC236}">
                <a16:creationId xmlns:a16="http://schemas.microsoft.com/office/drawing/2014/main" id="{54326494-6FBA-A02F-652E-CF38AD36423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9702791" y="4402704"/>
            <a:ext cx="1743153" cy="198221"/>
          </a:xfrm>
          <a:prstGeom prst="rect">
            <a:avLst/>
          </a:prstGeom>
        </p:spPr>
      </p:pic>
      <p:pic>
        <p:nvPicPr>
          <p:cNvPr id="2056" name="Gráfico 2055">
            <a:extLst>
              <a:ext uri="{FF2B5EF4-FFF2-40B4-BE49-F238E27FC236}">
                <a16:creationId xmlns:a16="http://schemas.microsoft.com/office/drawing/2014/main" id="{A0BB288D-427F-5090-12E9-069DD6E76987}"/>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931931" y="3556757"/>
            <a:ext cx="1227222" cy="493710"/>
          </a:xfrm>
          <a:prstGeom prst="rect">
            <a:avLst/>
          </a:prstGeom>
        </p:spPr>
      </p:pic>
      <p:grpSp>
        <p:nvGrpSpPr>
          <p:cNvPr id="2079" name="Grupo 2078">
            <a:extLst>
              <a:ext uri="{FF2B5EF4-FFF2-40B4-BE49-F238E27FC236}">
                <a16:creationId xmlns:a16="http://schemas.microsoft.com/office/drawing/2014/main" id="{5F4FDBB4-BB1B-C60E-6FBB-51A65D11FEE1}"/>
              </a:ext>
            </a:extLst>
          </p:cNvPr>
          <p:cNvGrpSpPr/>
          <p:nvPr/>
        </p:nvGrpSpPr>
        <p:grpSpPr>
          <a:xfrm>
            <a:off x="818284" y="5287991"/>
            <a:ext cx="2611478" cy="583935"/>
            <a:chOff x="978182" y="4516136"/>
            <a:chExt cx="4167090" cy="931775"/>
          </a:xfrm>
        </p:grpSpPr>
        <p:grpSp>
          <p:nvGrpSpPr>
            <p:cNvPr id="2066" name="Gráfico 2063">
              <a:extLst>
                <a:ext uri="{FF2B5EF4-FFF2-40B4-BE49-F238E27FC236}">
                  <a16:creationId xmlns:a16="http://schemas.microsoft.com/office/drawing/2014/main" id="{DAED3292-BA27-6570-96D8-2711835782D1}"/>
                </a:ext>
              </a:extLst>
            </p:cNvPr>
            <p:cNvGrpSpPr/>
            <p:nvPr/>
          </p:nvGrpSpPr>
          <p:grpSpPr>
            <a:xfrm>
              <a:off x="2255709" y="4636843"/>
              <a:ext cx="2889563" cy="690442"/>
              <a:chOff x="5319628" y="3085448"/>
              <a:chExt cx="2889563" cy="690442"/>
            </a:xfrm>
          </p:grpSpPr>
          <p:sp>
            <p:nvSpPr>
              <p:cNvPr id="2067" name="Forma libre: forma 2066">
                <a:extLst>
                  <a:ext uri="{FF2B5EF4-FFF2-40B4-BE49-F238E27FC236}">
                    <a16:creationId xmlns:a16="http://schemas.microsoft.com/office/drawing/2014/main" id="{E9409E8E-6402-CE3A-1044-D64A3FB36826}"/>
                  </a:ext>
                </a:extLst>
              </p:cNvPr>
              <p:cNvSpPr/>
              <p:nvPr/>
            </p:nvSpPr>
            <p:spPr>
              <a:xfrm>
                <a:off x="5319628" y="3085448"/>
                <a:ext cx="541961" cy="545789"/>
              </a:xfrm>
              <a:custGeom>
                <a:avLst/>
                <a:gdLst>
                  <a:gd name="connsiteX0" fmla="*/ 316755 w 541961"/>
                  <a:gd name="connsiteY0" fmla="*/ 545789 h 545789"/>
                  <a:gd name="connsiteX1" fmla="*/ 225939 w 541961"/>
                  <a:gd name="connsiteY1" fmla="*/ 545789 h 545789"/>
                  <a:gd name="connsiteX2" fmla="*/ 0 w 541961"/>
                  <a:gd name="connsiteY2" fmla="*/ 0 h 545789"/>
                  <a:gd name="connsiteX3" fmla="*/ 97820 w 541961"/>
                  <a:gd name="connsiteY3" fmla="*/ 0 h 545789"/>
                  <a:gd name="connsiteX4" fmla="*/ 270981 w 541961"/>
                  <a:gd name="connsiteY4" fmla="*/ 441779 h 545789"/>
                  <a:gd name="connsiteX5" fmla="*/ 444874 w 541961"/>
                  <a:gd name="connsiteY5" fmla="*/ 0 h 545789"/>
                  <a:gd name="connsiteX6" fmla="*/ 541961 w 541961"/>
                  <a:gd name="connsiteY6" fmla="*/ 0 h 545789"/>
                  <a:gd name="connsiteX7" fmla="*/ 316755 w 541961"/>
                  <a:gd name="connsiteY7" fmla="*/ 545789 h 54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1961" h="545789">
                    <a:moveTo>
                      <a:pt x="316755" y="545789"/>
                    </a:moveTo>
                    <a:lnTo>
                      <a:pt x="225939" y="545789"/>
                    </a:lnTo>
                    <a:lnTo>
                      <a:pt x="0" y="0"/>
                    </a:lnTo>
                    <a:lnTo>
                      <a:pt x="97820" y="0"/>
                    </a:lnTo>
                    <a:lnTo>
                      <a:pt x="270981" y="441779"/>
                    </a:lnTo>
                    <a:lnTo>
                      <a:pt x="444874" y="0"/>
                    </a:lnTo>
                    <a:lnTo>
                      <a:pt x="541961" y="0"/>
                    </a:lnTo>
                    <a:lnTo>
                      <a:pt x="316755" y="545789"/>
                    </a:lnTo>
                    <a:close/>
                  </a:path>
                </a:pathLst>
              </a:custGeom>
              <a:solidFill>
                <a:srgbClr val="000000"/>
              </a:solidFill>
              <a:ln w="8132" cap="flat">
                <a:noFill/>
                <a:prstDash val="solid"/>
                <a:miter/>
              </a:ln>
            </p:spPr>
            <p:txBody>
              <a:bodyPr rtlCol="0" anchor="ctr"/>
              <a:lstStyle/>
              <a:p>
                <a:endParaRPr lang="es-ES"/>
              </a:p>
            </p:txBody>
          </p:sp>
          <p:sp>
            <p:nvSpPr>
              <p:cNvPr id="2068" name="Forma libre: forma 2067">
                <a:extLst>
                  <a:ext uri="{FF2B5EF4-FFF2-40B4-BE49-F238E27FC236}">
                    <a16:creationId xmlns:a16="http://schemas.microsoft.com/office/drawing/2014/main" id="{49C7797D-1781-7454-6D14-739082E1293B}"/>
                  </a:ext>
                </a:extLst>
              </p:cNvPr>
              <p:cNvSpPr/>
              <p:nvPr/>
            </p:nvSpPr>
            <p:spPr>
              <a:xfrm>
                <a:off x="5855318" y="3400248"/>
                <a:ext cx="208346" cy="72163"/>
              </a:xfrm>
              <a:custGeom>
                <a:avLst/>
                <a:gdLst>
                  <a:gd name="connsiteX0" fmla="*/ 0 w 208346"/>
                  <a:gd name="connsiteY0" fmla="*/ 0 h 72163"/>
                  <a:gd name="connsiteX1" fmla="*/ 208346 w 208346"/>
                  <a:gd name="connsiteY1" fmla="*/ 0 h 72163"/>
                  <a:gd name="connsiteX2" fmla="*/ 208346 w 208346"/>
                  <a:gd name="connsiteY2" fmla="*/ 72164 h 72163"/>
                  <a:gd name="connsiteX3" fmla="*/ 0 w 208346"/>
                  <a:gd name="connsiteY3" fmla="*/ 72164 h 72163"/>
                  <a:gd name="connsiteX4" fmla="*/ 0 w 208346"/>
                  <a:gd name="connsiteY4" fmla="*/ 0 h 72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46" h="72163">
                    <a:moveTo>
                      <a:pt x="0" y="0"/>
                    </a:moveTo>
                    <a:lnTo>
                      <a:pt x="208346" y="0"/>
                    </a:lnTo>
                    <a:lnTo>
                      <a:pt x="208346" y="72164"/>
                    </a:lnTo>
                    <a:lnTo>
                      <a:pt x="0" y="72164"/>
                    </a:lnTo>
                    <a:lnTo>
                      <a:pt x="0" y="0"/>
                    </a:lnTo>
                    <a:close/>
                  </a:path>
                </a:pathLst>
              </a:custGeom>
              <a:solidFill>
                <a:srgbClr val="00B398"/>
              </a:solidFill>
              <a:ln w="8132" cap="flat">
                <a:noFill/>
                <a:prstDash val="solid"/>
                <a:miter/>
              </a:ln>
            </p:spPr>
            <p:txBody>
              <a:bodyPr rtlCol="0" anchor="ctr"/>
              <a:lstStyle/>
              <a:p>
                <a:endParaRPr lang="es-ES"/>
              </a:p>
            </p:txBody>
          </p:sp>
          <p:sp>
            <p:nvSpPr>
              <p:cNvPr id="2069" name="Forma libre: forma 2068">
                <a:extLst>
                  <a:ext uri="{FF2B5EF4-FFF2-40B4-BE49-F238E27FC236}">
                    <a16:creationId xmlns:a16="http://schemas.microsoft.com/office/drawing/2014/main" id="{6C634579-4DC5-A306-4DFB-A99518C8F97B}"/>
                  </a:ext>
                </a:extLst>
              </p:cNvPr>
              <p:cNvSpPr/>
              <p:nvPr/>
            </p:nvSpPr>
            <p:spPr>
              <a:xfrm>
                <a:off x="6056252" y="3085448"/>
                <a:ext cx="541961" cy="545789"/>
              </a:xfrm>
              <a:custGeom>
                <a:avLst/>
                <a:gdLst>
                  <a:gd name="connsiteX0" fmla="*/ 316755 w 541961"/>
                  <a:gd name="connsiteY0" fmla="*/ 545789 h 545789"/>
                  <a:gd name="connsiteX1" fmla="*/ 225939 w 541961"/>
                  <a:gd name="connsiteY1" fmla="*/ 545789 h 545789"/>
                  <a:gd name="connsiteX2" fmla="*/ 0 w 541961"/>
                  <a:gd name="connsiteY2" fmla="*/ 0 h 545789"/>
                  <a:gd name="connsiteX3" fmla="*/ 97820 w 541961"/>
                  <a:gd name="connsiteY3" fmla="*/ 0 h 545789"/>
                  <a:gd name="connsiteX4" fmla="*/ 270981 w 541961"/>
                  <a:gd name="connsiteY4" fmla="*/ 441779 h 545789"/>
                  <a:gd name="connsiteX5" fmla="*/ 444874 w 541961"/>
                  <a:gd name="connsiteY5" fmla="*/ 0 h 545789"/>
                  <a:gd name="connsiteX6" fmla="*/ 541961 w 541961"/>
                  <a:gd name="connsiteY6" fmla="*/ 0 h 545789"/>
                  <a:gd name="connsiteX7" fmla="*/ 316755 w 541961"/>
                  <a:gd name="connsiteY7" fmla="*/ 545789 h 54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1961" h="545789">
                    <a:moveTo>
                      <a:pt x="316755" y="545789"/>
                    </a:moveTo>
                    <a:lnTo>
                      <a:pt x="225939" y="545789"/>
                    </a:lnTo>
                    <a:lnTo>
                      <a:pt x="0" y="0"/>
                    </a:lnTo>
                    <a:lnTo>
                      <a:pt x="97820" y="0"/>
                    </a:lnTo>
                    <a:lnTo>
                      <a:pt x="270981" y="441779"/>
                    </a:lnTo>
                    <a:lnTo>
                      <a:pt x="444874" y="0"/>
                    </a:lnTo>
                    <a:lnTo>
                      <a:pt x="541961" y="0"/>
                    </a:lnTo>
                    <a:lnTo>
                      <a:pt x="316755" y="545789"/>
                    </a:lnTo>
                    <a:close/>
                  </a:path>
                </a:pathLst>
              </a:custGeom>
              <a:solidFill>
                <a:srgbClr val="000000"/>
              </a:solidFill>
              <a:ln w="8132" cap="flat">
                <a:noFill/>
                <a:prstDash val="solid"/>
                <a:miter/>
              </a:ln>
            </p:spPr>
            <p:txBody>
              <a:bodyPr rtlCol="0" anchor="ctr"/>
              <a:lstStyle/>
              <a:p>
                <a:endParaRPr lang="es-ES"/>
              </a:p>
            </p:txBody>
          </p:sp>
          <p:sp>
            <p:nvSpPr>
              <p:cNvPr id="2070" name="Forma libre: forma 2069">
                <a:extLst>
                  <a:ext uri="{FF2B5EF4-FFF2-40B4-BE49-F238E27FC236}">
                    <a16:creationId xmlns:a16="http://schemas.microsoft.com/office/drawing/2014/main" id="{9409D334-BB8E-3C45-FC43-CCC752B0AE83}"/>
                  </a:ext>
                </a:extLst>
              </p:cNvPr>
              <p:cNvSpPr/>
              <p:nvPr/>
            </p:nvSpPr>
            <p:spPr>
              <a:xfrm>
                <a:off x="6572394" y="3237595"/>
                <a:ext cx="408466" cy="401380"/>
              </a:xfrm>
              <a:custGeom>
                <a:avLst/>
                <a:gdLst>
                  <a:gd name="connsiteX0" fmla="*/ 330846 w 408466"/>
                  <a:gd name="connsiteY0" fmla="*/ 8552 h 401380"/>
                  <a:gd name="connsiteX1" fmla="*/ 408467 w 408466"/>
                  <a:gd name="connsiteY1" fmla="*/ 8552 h 401380"/>
                  <a:gd name="connsiteX2" fmla="*/ 408467 w 408466"/>
                  <a:gd name="connsiteY2" fmla="*/ 391362 h 401380"/>
                  <a:gd name="connsiteX3" fmla="*/ 332393 w 408466"/>
                  <a:gd name="connsiteY3" fmla="*/ 391362 h 401380"/>
                  <a:gd name="connsiteX4" fmla="*/ 328484 w 408466"/>
                  <a:gd name="connsiteY4" fmla="*/ 329217 h 401380"/>
                  <a:gd name="connsiteX5" fmla="*/ 196455 w 408466"/>
                  <a:gd name="connsiteY5" fmla="*/ 401380 h 401380"/>
                  <a:gd name="connsiteX6" fmla="*/ 0 w 408466"/>
                  <a:gd name="connsiteY6" fmla="*/ 199550 h 401380"/>
                  <a:gd name="connsiteX7" fmla="*/ 198002 w 408466"/>
                  <a:gd name="connsiteY7" fmla="*/ 0 h 401380"/>
                  <a:gd name="connsiteX8" fmla="*/ 328402 w 408466"/>
                  <a:gd name="connsiteY8" fmla="*/ 69069 h 401380"/>
                  <a:gd name="connsiteX9" fmla="*/ 330846 w 408466"/>
                  <a:gd name="connsiteY9" fmla="*/ 8552 h 401380"/>
                  <a:gd name="connsiteX10" fmla="*/ 80064 w 408466"/>
                  <a:gd name="connsiteY10" fmla="*/ 199550 h 401380"/>
                  <a:gd name="connsiteX11" fmla="*/ 204274 w 408466"/>
                  <a:gd name="connsiteY11" fmla="*/ 326855 h 401380"/>
                  <a:gd name="connsiteX12" fmla="*/ 204274 w 408466"/>
                  <a:gd name="connsiteY12" fmla="*/ 72978 h 401380"/>
                  <a:gd name="connsiteX13" fmla="*/ 80064 w 408466"/>
                  <a:gd name="connsiteY13" fmla="*/ 199550 h 40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466" h="401380">
                    <a:moveTo>
                      <a:pt x="330846" y="8552"/>
                    </a:moveTo>
                    <a:lnTo>
                      <a:pt x="408467" y="8552"/>
                    </a:lnTo>
                    <a:lnTo>
                      <a:pt x="408467" y="391362"/>
                    </a:lnTo>
                    <a:lnTo>
                      <a:pt x="332393" y="391362"/>
                    </a:lnTo>
                    <a:lnTo>
                      <a:pt x="328484" y="329217"/>
                    </a:lnTo>
                    <a:cubicBezTo>
                      <a:pt x="303642" y="378900"/>
                      <a:pt x="243044" y="401380"/>
                      <a:pt x="196455" y="401380"/>
                    </a:cubicBezTo>
                    <a:cubicBezTo>
                      <a:pt x="84626" y="401380"/>
                      <a:pt x="0" y="329950"/>
                      <a:pt x="0" y="199550"/>
                    </a:cubicBezTo>
                    <a:cubicBezTo>
                      <a:pt x="0" y="71431"/>
                      <a:pt x="88535" y="0"/>
                      <a:pt x="198002" y="0"/>
                    </a:cubicBezTo>
                    <a:cubicBezTo>
                      <a:pt x="253143" y="0"/>
                      <a:pt x="304375" y="25656"/>
                      <a:pt x="328402" y="69069"/>
                    </a:cubicBezTo>
                    <a:lnTo>
                      <a:pt x="330846" y="8552"/>
                    </a:lnTo>
                    <a:close/>
                    <a:moveTo>
                      <a:pt x="80064" y="199550"/>
                    </a:moveTo>
                    <a:cubicBezTo>
                      <a:pt x="80064" y="277985"/>
                      <a:pt x="135938" y="326855"/>
                      <a:pt x="204274" y="326855"/>
                    </a:cubicBezTo>
                    <a:cubicBezTo>
                      <a:pt x="369615" y="326855"/>
                      <a:pt x="369615" y="72978"/>
                      <a:pt x="204274" y="72978"/>
                    </a:cubicBezTo>
                    <a:cubicBezTo>
                      <a:pt x="136020" y="72978"/>
                      <a:pt x="80064" y="121929"/>
                      <a:pt x="80064" y="199550"/>
                    </a:cubicBezTo>
                    <a:close/>
                  </a:path>
                </a:pathLst>
              </a:custGeom>
              <a:solidFill>
                <a:srgbClr val="000000"/>
              </a:solidFill>
              <a:ln w="8132" cap="flat">
                <a:noFill/>
                <a:prstDash val="solid"/>
                <a:miter/>
              </a:ln>
            </p:spPr>
            <p:txBody>
              <a:bodyPr rtlCol="0" anchor="ctr"/>
              <a:lstStyle/>
              <a:p>
                <a:endParaRPr lang="es-ES"/>
              </a:p>
            </p:txBody>
          </p:sp>
          <p:sp>
            <p:nvSpPr>
              <p:cNvPr id="2071" name="Forma libre: forma 2070">
                <a:extLst>
                  <a:ext uri="{FF2B5EF4-FFF2-40B4-BE49-F238E27FC236}">
                    <a16:creationId xmlns:a16="http://schemas.microsoft.com/office/drawing/2014/main" id="{A46FFDCD-97E0-30AF-3FC7-4A2C98490210}"/>
                  </a:ext>
                </a:extLst>
              </p:cNvPr>
              <p:cNvSpPr/>
              <p:nvPr/>
            </p:nvSpPr>
            <p:spPr>
              <a:xfrm>
                <a:off x="7073875" y="3086181"/>
                <a:ext cx="79982" cy="542694"/>
              </a:xfrm>
              <a:custGeom>
                <a:avLst/>
                <a:gdLst>
                  <a:gd name="connsiteX0" fmla="*/ 79983 w 79982"/>
                  <a:gd name="connsiteY0" fmla="*/ 0 h 542694"/>
                  <a:gd name="connsiteX1" fmla="*/ 79983 w 79982"/>
                  <a:gd name="connsiteY1" fmla="*/ 542694 h 542694"/>
                  <a:gd name="connsiteX2" fmla="*/ 0 w 79982"/>
                  <a:gd name="connsiteY2" fmla="*/ 542694 h 542694"/>
                  <a:gd name="connsiteX3" fmla="*/ 0 w 79982"/>
                  <a:gd name="connsiteY3" fmla="*/ 34616 h 542694"/>
                  <a:gd name="connsiteX4" fmla="*/ 79983 w 79982"/>
                  <a:gd name="connsiteY4" fmla="*/ 0 h 542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82" h="542694">
                    <a:moveTo>
                      <a:pt x="79983" y="0"/>
                    </a:moveTo>
                    <a:lnTo>
                      <a:pt x="79983" y="542694"/>
                    </a:lnTo>
                    <a:lnTo>
                      <a:pt x="0" y="542694"/>
                    </a:lnTo>
                    <a:lnTo>
                      <a:pt x="0" y="34616"/>
                    </a:lnTo>
                    <a:lnTo>
                      <a:pt x="79983" y="0"/>
                    </a:lnTo>
                    <a:close/>
                  </a:path>
                </a:pathLst>
              </a:custGeom>
              <a:solidFill>
                <a:srgbClr val="000000"/>
              </a:solidFill>
              <a:ln w="8132" cap="flat">
                <a:noFill/>
                <a:prstDash val="solid"/>
                <a:miter/>
              </a:ln>
            </p:spPr>
            <p:txBody>
              <a:bodyPr rtlCol="0" anchor="ctr"/>
              <a:lstStyle/>
              <a:p>
                <a:endParaRPr lang="es-ES"/>
              </a:p>
            </p:txBody>
          </p:sp>
          <p:sp>
            <p:nvSpPr>
              <p:cNvPr id="2072" name="Forma libre: forma 2071">
                <a:extLst>
                  <a:ext uri="{FF2B5EF4-FFF2-40B4-BE49-F238E27FC236}">
                    <a16:creationId xmlns:a16="http://schemas.microsoft.com/office/drawing/2014/main" id="{1D1E8DF0-4A5D-E1A0-3AA0-09B4C0CEB440}"/>
                  </a:ext>
                </a:extLst>
              </p:cNvPr>
              <p:cNvSpPr/>
              <p:nvPr/>
            </p:nvSpPr>
            <p:spPr>
              <a:xfrm>
                <a:off x="7246872" y="3086181"/>
                <a:ext cx="79982" cy="542694"/>
              </a:xfrm>
              <a:custGeom>
                <a:avLst/>
                <a:gdLst>
                  <a:gd name="connsiteX0" fmla="*/ 79983 w 79982"/>
                  <a:gd name="connsiteY0" fmla="*/ 0 h 542694"/>
                  <a:gd name="connsiteX1" fmla="*/ 79983 w 79982"/>
                  <a:gd name="connsiteY1" fmla="*/ 542694 h 542694"/>
                  <a:gd name="connsiteX2" fmla="*/ 0 w 79982"/>
                  <a:gd name="connsiteY2" fmla="*/ 542694 h 542694"/>
                  <a:gd name="connsiteX3" fmla="*/ 0 w 79982"/>
                  <a:gd name="connsiteY3" fmla="*/ 34616 h 542694"/>
                  <a:gd name="connsiteX4" fmla="*/ 79983 w 79982"/>
                  <a:gd name="connsiteY4" fmla="*/ 0 h 542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82" h="542694">
                    <a:moveTo>
                      <a:pt x="79983" y="0"/>
                    </a:moveTo>
                    <a:lnTo>
                      <a:pt x="79983" y="542694"/>
                    </a:lnTo>
                    <a:lnTo>
                      <a:pt x="0" y="542694"/>
                    </a:lnTo>
                    <a:lnTo>
                      <a:pt x="0" y="34616"/>
                    </a:lnTo>
                    <a:lnTo>
                      <a:pt x="79983" y="0"/>
                    </a:lnTo>
                    <a:close/>
                  </a:path>
                </a:pathLst>
              </a:custGeom>
              <a:solidFill>
                <a:srgbClr val="000000"/>
              </a:solidFill>
              <a:ln w="8132" cap="flat">
                <a:noFill/>
                <a:prstDash val="solid"/>
                <a:miter/>
              </a:ln>
            </p:spPr>
            <p:txBody>
              <a:bodyPr rtlCol="0" anchor="ctr"/>
              <a:lstStyle/>
              <a:p>
                <a:endParaRPr lang="es-ES"/>
              </a:p>
            </p:txBody>
          </p:sp>
          <p:sp>
            <p:nvSpPr>
              <p:cNvPr id="2073" name="Forma libre: forma 2072">
                <a:extLst>
                  <a:ext uri="{FF2B5EF4-FFF2-40B4-BE49-F238E27FC236}">
                    <a16:creationId xmlns:a16="http://schemas.microsoft.com/office/drawing/2014/main" id="{2D6C5430-77B2-BBC4-7B29-26888FF98091}"/>
                  </a:ext>
                </a:extLst>
              </p:cNvPr>
              <p:cNvSpPr/>
              <p:nvPr/>
            </p:nvSpPr>
            <p:spPr>
              <a:xfrm>
                <a:off x="7398123" y="3237676"/>
                <a:ext cx="395322" cy="402194"/>
              </a:xfrm>
              <a:custGeom>
                <a:avLst/>
                <a:gdLst>
                  <a:gd name="connsiteX0" fmla="*/ 83078 w 395322"/>
                  <a:gd name="connsiteY0" fmla="*/ 231315 h 402194"/>
                  <a:gd name="connsiteX1" fmla="*/ 208102 w 395322"/>
                  <a:gd name="connsiteY1" fmla="*/ 327588 h 402194"/>
                  <a:gd name="connsiteX2" fmla="*/ 319117 w 395322"/>
                  <a:gd name="connsiteY2" fmla="*/ 286456 h 402194"/>
                  <a:gd name="connsiteX3" fmla="*/ 371163 w 395322"/>
                  <a:gd name="connsiteY3" fmla="*/ 336954 h 402194"/>
                  <a:gd name="connsiteX4" fmla="*/ 206555 w 395322"/>
                  <a:gd name="connsiteY4" fmla="*/ 402195 h 402194"/>
                  <a:gd name="connsiteX5" fmla="*/ 0 w 395322"/>
                  <a:gd name="connsiteY5" fmla="*/ 199550 h 402194"/>
                  <a:gd name="connsiteX6" fmla="*/ 201097 w 395322"/>
                  <a:gd name="connsiteY6" fmla="*/ 0 h 402194"/>
                  <a:gd name="connsiteX7" fmla="*/ 393643 w 395322"/>
                  <a:gd name="connsiteY7" fmla="*/ 231396 h 402194"/>
                  <a:gd name="connsiteX8" fmla="*/ 83078 w 395322"/>
                  <a:gd name="connsiteY8" fmla="*/ 231396 h 402194"/>
                  <a:gd name="connsiteX9" fmla="*/ 316755 w 395322"/>
                  <a:gd name="connsiteY9" fmla="*/ 163712 h 402194"/>
                  <a:gd name="connsiteX10" fmla="*/ 203378 w 395322"/>
                  <a:gd name="connsiteY10" fmla="*/ 71349 h 402194"/>
                  <a:gd name="connsiteX11" fmla="*/ 84626 w 395322"/>
                  <a:gd name="connsiteY11" fmla="*/ 163712 h 402194"/>
                  <a:gd name="connsiteX12" fmla="*/ 316755 w 395322"/>
                  <a:gd name="connsiteY12" fmla="*/ 163712 h 40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322" h="402194">
                    <a:moveTo>
                      <a:pt x="83078" y="231315"/>
                    </a:moveTo>
                    <a:cubicBezTo>
                      <a:pt x="90082" y="290284"/>
                      <a:pt x="137404" y="327588"/>
                      <a:pt x="208102" y="327588"/>
                    </a:cubicBezTo>
                    <a:cubicBezTo>
                      <a:pt x="247686" y="327588"/>
                      <a:pt x="295090" y="313578"/>
                      <a:pt x="319117" y="286456"/>
                    </a:cubicBezTo>
                    <a:lnTo>
                      <a:pt x="371163" y="336954"/>
                    </a:lnTo>
                    <a:cubicBezTo>
                      <a:pt x="331579" y="381181"/>
                      <a:pt x="265605" y="402195"/>
                      <a:pt x="206555" y="402195"/>
                    </a:cubicBezTo>
                    <a:cubicBezTo>
                      <a:pt x="80797" y="402195"/>
                      <a:pt x="0" y="322212"/>
                      <a:pt x="0" y="199550"/>
                    </a:cubicBezTo>
                    <a:cubicBezTo>
                      <a:pt x="0" y="83078"/>
                      <a:pt x="81530" y="0"/>
                      <a:pt x="201097" y="0"/>
                    </a:cubicBezTo>
                    <a:cubicBezTo>
                      <a:pt x="324574" y="0"/>
                      <a:pt x="408385" y="76073"/>
                      <a:pt x="393643" y="231396"/>
                    </a:cubicBezTo>
                    <a:lnTo>
                      <a:pt x="83078" y="231396"/>
                    </a:lnTo>
                    <a:close/>
                    <a:moveTo>
                      <a:pt x="316755" y="163712"/>
                    </a:moveTo>
                    <a:cubicBezTo>
                      <a:pt x="311298" y="102381"/>
                      <a:pt x="268619" y="71349"/>
                      <a:pt x="203378" y="71349"/>
                    </a:cubicBezTo>
                    <a:cubicBezTo>
                      <a:pt x="144409" y="71349"/>
                      <a:pt x="97006" y="102381"/>
                      <a:pt x="84626" y="163712"/>
                    </a:cubicBezTo>
                    <a:lnTo>
                      <a:pt x="316755" y="163712"/>
                    </a:lnTo>
                    <a:close/>
                  </a:path>
                </a:pathLst>
              </a:custGeom>
              <a:solidFill>
                <a:srgbClr val="000000"/>
              </a:solidFill>
              <a:ln w="8132" cap="flat">
                <a:noFill/>
                <a:prstDash val="solid"/>
                <a:miter/>
              </a:ln>
            </p:spPr>
            <p:txBody>
              <a:bodyPr rtlCol="0" anchor="ctr"/>
              <a:lstStyle/>
              <a:p>
                <a:endParaRPr lang="es-ES"/>
              </a:p>
            </p:txBody>
          </p:sp>
          <p:sp>
            <p:nvSpPr>
              <p:cNvPr id="2074" name="Forma libre: forma 2073">
                <a:extLst>
                  <a:ext uri="{FF2B5EF4-FFF2-40B4-BE49-F238E27FC236}">
                    <a16:creationId xmlns:a16="http://schemas.microsoft.com/office/drawing/2014/main" id="{0361506D-05DA-5CE5-80E8-D581D566C865}"/>
                  </a:ext>
                </a:extLst>
              </p:cNvPr>
              <p:cNvSpPr/>
              <p:nvPr/>
            </p:nvSpPr>
            <p:spPr>
              <a:xfrm>
                <a:off x="7805449" y="3246147"/>
                <a:ext cx="403742" cy="529743"/>
              </a:xfrm>
              <a:custGeom>
                <a:avLst/>
                <a:gdLst>
                  <a:gd name="connsiteX0" fmla="*/ 87069 w 403742"/>
                  <a:gd name="connsiteY0" fmla="*/ 529744 h 529743"/>
                  <a:gd name="connsiteX1" fmla="*/ 175522 w 403742"/>
                  <a:gd name="connsiteY1" fmla="*/ 529744 h 529743"/>
                  <a:gd name="connsiteX2" fmla="*/ 403742 w 403742"/>
                  <a:gd name="connsiteY2" fmla="*/ 0 h 529743"/>
                  <a:gd name="connsiteX3" fmla="*/ 314393 w 403742"/>
                  <a:gd name="connsiteY3" fmla="*/ 0 h 529743"/>
                  <a:gd name="connsiteX4" fmla="*/ 238320 w 403742"/>
                  <a:gd name="connsiteY4" fmla="*/ 182446 h 529743"/>
                  <a:gd name="connsiteX5" fmla="*/ 197188 w 403742"/>
                  <a:gd name="connsiteY5" fmla="*/ 289632 h 529743"/>
                  <a:gd name="connsiteX6" fmla="*/ 159151 w 403742"/>
                  <a:gd name="connsiteY6" fmla="*/ 180898 h 529743"/>
                  <a:gd name="connsiteX7" fmla="*/ 93178 w 403742"/>
                  <a:gd name="connsiteY7" fmla="*/ 0 h 529743"/>
                  <a:gd name="connsiteX8" fmla="*/ 0 w 403742"/>
                  <a:gd name="connsiteY8" fmla="*/ 0 h 529743"/>
                  <a:gd name="connsiteX9" fmla="*/ 152961 w 403742"/>
                  <a:gd name="connsiteY9" fmla="*/ 377353 h 52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742" h="529743">
                    <a:moveTo>
                      <a:pt x="87069" y="529744"/>
                    </a:moveTo>
                    <a:lnTo>
                      <a:pt x="175522" y="529744"/>
                    </a:lnTo>
                    <a:lnTo>
                      <a:pt x="403742" y="0"/>
                    </a:lnTo>
                    <a:lnTo>
                      <a:pt x="314393" y="0"/>
                    </a:lnTo>
                    <a:lnTo>
                      <a:pt x="238320" y="182446"/>
                    </a:lnTo>
                    <a:lnTo>
                      <a:pt x="197188" y="289632"/>
                    </a:lnTo>
                    <a:lnTo>
                      <a:pt x="159151" y="180898"/>
                    </a:lnTo>
                    <a:lnTo>
                      <a:pt x="93178" y="0"/>
                    </a:lnTo>
                    <a:lnTo>
                      <a:pt x="0" y="0"/>
                    </a:lnTo>
                    <a:lnTo>
                      <a:pt x="152961" y="377353"/>
                    </a:lnTo>
                    <a:close/>
                  </a:path>
                </a:pathLst>
              </a:custGeom>
              <a:solidFill>
                <a:srgbClr val="000000"/>
              </a:solidFill>
              <a:ln w="8132" cap="flat">
                <a:noFill/>
                <a:prstDash val="solid"/>
                <a:miter/>
              </a:ln>
            </p:spPr>
            <p:txBody>
              <a:bodyPr rtlCol="0" anchor="ctr"/>
              <a:lstStyle/>
              <a:p>
                <a:endParaRPr lang="es-ES"/>
              </a:p>
            </p:txBody>
          </p:sp>
        </p:grpSp>
        <p:grpSp>
          <p:nvGrpSpPr>
            <p:cNvPr id="2075" name="Gráfico 2063">
              <a:extLst>
                <a:ext uri="{FF2B5EF4-FFF2-40B4-BE49-F238E27FC236}">
                  <a16:creationId xmlns:a16="http://schemas.microsoft.com/office/drawing/2014/main" id="{55F45809-6AD2-5920-5BB7-84AD99E4FF8B}"/>
                </a:ext>
              </a:extLst>
            </p:cNvPr>
            <p:cNvGrpSpPr/>
            <p:nvPr/>
          </p:nvGrpSpPr>
          <p:grpSpPr>
            <a:xfrm>
              <a:off x="978182" y="4516136"/>
              <a:ext cx="1040835" cy="931775"/>
              <a:chOff x="4042101" y="2964741"/>
              <a:chExt cx="1040835" cy="931775"/>
            </a:xfrm>
          </p:grpSpPr>
          <p:sp>
            <p:nvSpPr>
              <p:cNvPr id="2076" name="Forma libre: forma 2075">
                <a:extLst>
                  <a:ext uri="{FF2B5EF4-FFF2-40B4-BE49-F238E27FC236}">
                    <a16:creationId xmlns:a16="http://schemas.microsoft.com/office/drawing/2014/main" id="{628E8A68-1BEB-3B15-6A60-A3C98CAA3DF0}"/>
                  </a:ext>
                </a:extLst>
              </p:cNvPr>
              <p:cNvSpPr/>
              <p:nvPr/>
            </p:nvSpPr>
            <p:spPr>
              <a:xfrm>
                <a:off x="4107179" y="2964741"/>
                <a:ext cx="910680" cy="335243"/>
              </a:xfrm>
              <a:custGeom>
                <a:avLst/>
                <a:gdLst>
                  <a:gd name="connsiteX0" fmla="*/ 455381 w 910680"/>
                  <a:gd name="connsiteY0" fmla="*/ 335244 h 335243"/>
                  <a:gd name="connsiteX1" fmla="*/ 910680 w 910680"/>
                  <a:gd name="connsiteY1" fmla="*/ 55060 h 335243"/>
                  <a:gd name="connsiteX2" fmla="*/ 868408 w 910680"/>
                  <a:gd name="connsiteY2" fmla="*/ 0 h 335243"/>
                  <a:gd name="connsiteX3" fmla="*/ 42272 w 910680"/>
                  <a:gd name="connsiteY3" fmla="*/ 0 h 335243"/>
                  <a:gd name="connsiteX4" fmla="*/ 0 w 910680"/>
                  <a:gd name="connsiteY4" fmla="*/ 55060 h 335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0680" h="335243">
                    <a:moveTo>
                      <a:pt x="455381" y="335244"/>
                    </a:moveTo>
                    <a:lnTo>
                      <a:pt x="910680" y="55060"/>
                    </a:lnTo>
                    <a:lnTo>
                      <a:pt x="868408" y="0"/>
                    </a:lnTo>
                    <a:lnTo>
                      <a:pt x="42272" y="0"/>
                    </a:lnTo>
                    <a:lnTo>
                      <a:pt x="0" y="55060"/>
                    </a:lnTo>
                    <a:close/>
                  </a:path>
                </a:pathLst>
              </a:custGeom>
              <a:solidFill>
                <a:srgbClr val="64CCC9"/>
              </a:solidFill>
              <a:ln w="8132" cap="flat">
                <a:noFill/>
                <a:prstDash val="solid"/>
                <a:miter/>
              </a:ln>
            </p:spPr>
            <p:txBody>
              <a:bodyPr rtlCol="0" anchor="ctr"/>
              <a:lstStyle/>
              <a:p>
                <a:endParaRPr lang="es-ES"/>
              </a:p>
            </p:txBody>
          </p:sp>
          <p:sp>
            <p:nvSpPr>
              <p:cNvPr id="2077" name="Forma libre: forma 2076">
                <a:extLst>
                  <a:ext uri="{FF2B5EF4-FFF2-40B4-BE49-F238E27FC236}">
                    <a16:creationId xmlns:a16="http://schemas.microsoft.com/office/drawing/2014/main" id="{03D79057-E04E-0853-D962-49DB782E93EE}"/>
                  </a:ext>
                </a:extLst>
              </p:cNvPr>
              <p:cNvSpPr/>
              <p:nvPr/>
            </p:nvSpPr>
            <p:spPr>
              <a:xfrm>
                <a:off x="4042101" y="3065656"/>
                <a:ext cx="493499" cy="830860"/>
              </a:xfrm>
              <a:custGeom>
                <a:avLst/>
                <a:gdLst>
                  <a:gd name="connsiteX0" fmla="*/ 493499 w 493499"/>
                  <a:gd name="connsiteY0" fmla="*/ 280917 h 830860"/>
                  <a:gd name="connsiteX1" fmla="*/ 36896 w 493499"/>
                  <a:gd name="connsiteY1" fmla="*/ 0 h 830860"/>
                  <a:gd name="connsiteX2" fmla="*/ 0 w 493499"/>
                  <a:gd name="connsiteY2" fmla="*/ 82915 h 830860"/>
                  <a:gd name="connsiteX3" fmla="*/ 493499 w 493499"/>
                  <a:gd name="connsiteY3" fmla="*/ 830860 h 830860"/>
                </a:gdLst>
                <a:ahLst/>
                <a:cxnLst>
                  <a:cxn ang="0">
                    <a:pos x="connsiteX0" y="connsiteY0"/>
                  </a:cxn>
                  <a:cxn ang="0">
                    <a:pos x="connsiteX1" y="connsiteY1"/>
                  </a:cxn>
                  <a:cxn ang="0">
                    <a:pos x="connsiteX2" y="connsiteY2"/>
                  </a:cxn>
                  <a:cxn ang="0">
                    <a:pos x="connsiteX3" y="connsiteY3"/>
                  </a:cxn>
                </a:cxnLst>
                <a:rect l="l" t="t" r="r" b="b"/>
                <a:pathLst>
                  <a:path w="493499" h="830860">
                    <a:moveTo>
                      <a:pt x="493499" y="280917"/>
                    </a:moveTo>
                    <a:lnTo>
                      <a:pt x="36896" y="0"/>
                    </a:lnTo>
                    <a:lnTo>
                      <a:pt x="0" y="82915"/>
                    </a:lnTo>
                    <a:lnTo>
                      <a:pt x="493499" y="830860"/>
                    </a:lnTo>
                    <a:close/>
                  </a:path>
                </a:pathLst>
              </a:custGeom>
              <a:solidFill>
                <a:srgbClr val="004F59"/>
              </a:solidFill>
              <a:ln w="8132" cap="flat">
                <a:noFill/>
                <a:prstDash val="solid"/>
                <a:miter/>
              </a:ln>
            </p:spPr>
            <p:txBody>
              <a:bodyPr rtlCol="0" anchor="ctr"/>
              <a:lstStyle/>
              <a:p>
                <a:endParaRPr lang="es-ES"/>
              </a:p>
            </p:txBody>
          </p:sp>
          <p:sp>
            <p:nvSpPr>
              <p:cNvPr id="2078" name="Forma libre: forma 2077">
                <a:extLst>
                  <a:ext uri="{FF2B5EF4-FFF2-40B4-BE49-F238E27FC236}">
                    <a16:creationId xmlns:a16="http://schemas.microsoft.com/office/drawing/2014/main" id="{0DC387E9-B254-499D-ACBD-4FA24D523D9A}"/>
                  </a:ext>
                </a:extLst>
              </p:cNvPr>
              <p:cNvSpPr/>
              <p:nvPr/>
            </p:nvSpPr>
            <p:spPr>
              <a:xfrm>
                <a:off x="4589438" y="3065737"/>
                <a:ext cx="493499" cy="830779"/>
              </a:xfrm>
              <a:custGeom>
                <a:avLst/>
                <a:gdLst>
                  <a:gd name="connsiteX0" fmla="*/ 456603 w 493499"/>
                  <a:gd name="connsiteY0" fmla="*/ 0 h 830779"/>
                  <a:gd name="connsiteX1" fmla="*/ 0 w 493499"/>
                  <a:gd name="connsiteY1" fmla="*/ 280836 h 830779"/>
                  <a:gd name="connsiteX2" fmla="*/ 0 w 493499"/>
                  <a:gd name="connsiteY2" fmla="*/ 830779 h 830779"/>
                  <a:gd name="connsiteX3" fmla="*/ 493499 w 493499"/>
                  <a:gd name="connsiteY3" fmla="*/ 82834 h 830779"/>
                </a:gdLst>
                <a:ahLst/>
                <a:cxnLst>
                  <a:cxn ang="0">
                    <a:pos x="connsiteX0" y="connsiteY0"/>
                  </a:cxn>
                  <a:cxn ang="0">
                    <a:pos x="connsiteX1" y="connsiteY1"/>
                  </a:cxn>
                  <a:cxn ang="0">
                    <a:pos x="connsiteX2" y="connsiteY2"/>
                  </a:cxn>
                  <a:cxn ang="0">
                    <a:pos x="connsiteX3" y="connsiteY3"/>
                  </a:cxn>
                </a:cxnLst>
                <a:rect l="l" t="t" r="r" b="b"/>
                <a:pathLst>
                  <a:path w="493499" h="830779">
                    <a:moveTo>
                      <a:pt x="456603" y="0"/>
                    </a:moveTo>
                    <a:lnTo>
                      <a:pt x="0" y="280836"/>
                    </a:lnTo>
                    <a:lnTo>
                      <a:pt x="0" y="830779"/>
                    </a:lnTo>
                    <a:lnTo>
                      <a:pt x="493499" y="82834"/>
                    </a:lnTo>
                    <a:close/>
                  </a:path>
                </a:pathLst>
              </a:custGeom>
              <a:solidFill>
                <a:srgbClr val="00B398"/>
              </a:solidFill>
              <a:ln w="8132" cap="flat">
                <a:noFill/>
                <a:prstDash val="solid"/>
                <a:miter/>
              </a:ln>
            </p:spPr>
            <p:txBody>
              <a:bodyPr rtlCol="0" anchor="ctr"/>
              <a:lstStyle/>
              <a:p>
                <a:endParaRPr lang="es-ES"/>
              </a:p>
            </p:txBody>
          </p:sp>
        </p:grpSp>
      </p:grpSp>
      <p:pic>
        <p:nvPicPr>
          <p:cNvPr id="19" name="Picture 31" descr="A black and white logo&#10;&#10;Description automatically generated">
            <a:extLst>
              <a:ext uri="{FF2B5EF4-FFF2-40B4-BE49-F238E27FC236}">
                <a16:creationId xmlns:a16="http://schemas.microsoft.com/office/drawing/2014/main" id="{18855620-D9ED-E0A5-F176-1204885FD9BE}"/>
              </a:ext>
            </a:extLst>
          </p:cNvPr>
          <p:cNvPicPr>
            <a:picLocks noChangeAspect="1"/>
          </p:cNvPicPr>
          <p:nvPr/>
        </p:nvPicPr>
        <p:blipFill>
          <a:blip r:embed="rId20"/>
          <a:stretch>
            <a:fillRect/>
          </a:stretch>
        </p:blipFill>
        <p:spPr>
          <a:xfrm>
            <a:off x="5584914" y="2103698"/>
            <a:ext cx="1885012" cy="406819"/>
          </a:xfrm>
          <a:prstGeom prst="rect">
            <a:avLst/>
          </a:prstGeom>
        </p:spPr>
      </p:pic>
      <p:pic>
        <p:nvPicPr>
          <p:cNvPr id="17" name="Picture 16">
            <a:extLst>
              <a:ext uri="{FF2B5EF4-FFF2-40B4-BE49-F238E27FC236}">
                <a16:creationId xmlns:a16="http://schemas.microsoft.com/office/drawing/2014/main" id="{22D9C5D5-83DB-4A32-56B7-AB6383431801}"/>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974178" y="5393038"/>
            <a:ext cx="1205135" cy="849426"/>
          </a:xfrm>
          <a:prstGeom prst="rect">
            <a:avLst/>
          </a:prstGeom>
        </p:spPr>
      </p:pic>
      <p:pic>
        <p:nvPicPr>
          <p:cNvPr id="22" name="Picture 21">
            <a:extLst>
              <a:ext uri="{FF2B5EF4-FFF2-40B4-BE49-F238E27FC236}">
                <a16:creationId xmlns:a16="http://schemas.microsoft.com/office/drawing/2014/main" id="{EFBB40DD-A6C9-9F0D-4C59-22235660700A}"/>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3266636" y="2635310"/>
            <a:ext cx="1545645" cy="856147"/>
          </a:xfrm>
          <a:prstGeom prst="rect">
            <a:avLst/>
          </a:prstGeom>
        </p:spPr>
      </p:pic>
    </p:spTree>
    <p:extLst>
      <p:ext uri="{BB962C8B-B14F-4D97-AF65-F5344CB8AC3E}">
        <p14:creationId xmlns:p14="http://schemas.microsoft.com/office/powerpoint/2010/main" val="380831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3" presetClass="entr" presetSubtype="272" fill="hold" grpId="1" nodeType="withEffect">
                                  <p:stCondLst>
                                    <p:cond delay="500"/>
                                  </p:stCondLst>
                                  <p:childTnLst>
                                    <p:set>
                                      <p:cBhvr>
                                        <p:cTn id="9" dur="1" fill="hold">
                                          <p:stCondLst>
                                            <p:cond delay="0"/>
                                          </p:stCondLst>
                                        </p:cTn>
                                        <p:tgtEl>
                                          <p:spTgt spid="7"/>
                                        </p:tgtEl>
                                        <p:attrNameLst>
                                          <p:attrName>style.visibility</p:attrName>
                                        </p:attrNameLst>
                                      </p:cBhvr>
                                      <p:to>
                                        <p:strVal val="visible"/>
                                      </p:to>
                                    </p:set>
                                    <p:anim calcmode="lin" valueType="num">
                                      <p:cBhvr>
                                        <p:cTn id="10" dur="500" fill="hold"/>
                                        <p:tgtEl>
                                          <p:spTgt spid="7"/>
                                        </p:tgtEl>
                                        <p:attrNameLst>
                                          <p:attrName>ppt_w</p:attrName>
                                        </p:attrNameLst>
                                      </p:cBhvr>
                                      <p:tavLst>
                                        <p:tav tm="0">
                                          <p:val>
                                            <p:strVal val="2/3*#ppt_w"/>
                                          </p:val>
                                        </p:tav>
                                        <p:tav tm="100000">
                                          <p:val>
                                            <p:strVal val="#ppt_w"/>
                                          </p:val>
                                        </p:tav>
                                      </p:tavLst>
                                    </p:anim>
                                    <p:anim calcmode="lin" valueType="num">
                                      <p:cBhvr>
                                        <p:cTn id="11" dur="500" fill="hold"/>
                                        <p:tgtEl>
                                          <p:spTgt spid="7"/>
                                        </p:tgtEl>
                                        <p:attrNameLst>
                                          <p:attrName>ppt_h</p:attrName>
                                        </p:attrNameLst>
                                      </p:cBhvr>
                                      <p:tavLst>
                                        <p:tav tm="0">
                                          <p:val>
                                            <p:strVal val="2/3*#ppt_h"/>
                                          </p:val>
                                        </p:tav>
                                        <p:tav tm="100000">
                                          <p:val>
                                            <p:strVal val="#ppt_h"/>
                                          </p:val>
                                        </p:tav>
                                      </p:tavLst>
                                    </p:anim>
                                  </p:childTnLst>
                                </p:cTn>
                              </p:par>
                              <p:par>
                                <p:cTn id="12" presetID="10" presetClass="entr" presetSubtype="0" fill="hold" grpId="0" nodeType="withEffect">
                                  <p:stCondLst>
                                    <p:cond delay="5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23" presetClass="entr" presetSubtype="272" fill="hold" grpId="1" nodeType="withEffect">
                                  <p:stCondLst>
                                    <p:cond delay="50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strVal val="2/3*#ppt_w"/>
                                          </p:val>
                                        </p:tav>
                                        <p:tav tm="100000">
                                          <p:val>
                                            <p:strVal val="#ppt_w"/>
                                          </p:val>
                                        </p:tav>
                                      </p:tavLst>
                                    </p:anim>
                                    <p:anim calcmode="lin" valueType="num">
                                      <p:cBhvr>
                                        <p:cTn id="18" dur="500" fill="hold"/>
                                        <p:tgtEl>
                                          <p:spTgt spid="9"/>
                                        </p:tgtEl>
                                        <p:attrNameLst>
                                          <p:attrName>ppt_h</p:attrName>
                                        </p:attrNameLst>
                                      </p:cBhvr>
                                      <p:tavLst>
                                        <p:tav tm="0">
                                          <p:val>
                                            <p:strVal val="2/3*#ppt_h"/>
                                          </p:val>
                                        </p:tav>
                                        <p:tav tm="100000">
                                          <p:val>
                                            <p:strVal val="#ppt_h"/>
                                          </p:val>
                                        </p:tav>
                                      </p:tavLst>
                                    </p:anim>
                                  </p:childTnLst>
                                </p:cTn>
                              </p:par>
                              <p:par>
                                <p:cTn id="19" presetID="10" presetClass="entr" presetSubtype="0" fill="hold" grpId="0" nodeType="withEffect">
                                  <p:stCondLst>
                                    <p:cond delay="5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23" presetClass="entr" presetSubtype="272" fill="hold" grpId="1" nodeType="withEffect">
                                  <p:stCondLst>
                                    <p:cond delay="50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strVal val="2/3*#ppt_w"/>
                                          </p:val>
                                        </p:tav>
                                        <p:tav tm="100000">
                                          <p:val>
                                            <p:strVal val="#ppt_w"/>
                                          </p:val>
                                        </p:tav>
                                      </p:tavLst>
                                    </p:anim>
                                    <p:anim calcmode="lin" valueType="num">
                                      <p:cBhvr>
                                        <p:cTn id="25" dur="500" fill="hold"/>
                                        <p:tgtEl>
                                          <p:spTgt spid="12"/>
                                        </p:tgtEl>
                                        <p:attrNameLst>
                                          <p:attrName>ppt_h</p:attrName>
                                        </p:attrNameLst>
                                      </p:cBhvr>
                                      <p:tavLst>
                                        <p:tav tm="0">
                                          <p:val>
                                            <p:strVal val="2/3*#ppt_h"/>
                                          </p:val>
                                        </p:tav>
                                        <p:tav tm="100000">
                                          <p:val>
                                            <p:strVal val="#ppt_h"/>
                                          </p:val>
                                        </p:tav>
                                      </p:tavLst>
                                    </p:anim>
                                  </p:childTnLst>
                                </p:cTn>
                              </p:par>
                              <p:par>
                                <p:cTn id="26" presetID="23" presetClass="entr" presetSubtype="16" fill="hold" grpId="0" nodeType="withEffect">
                                  <p:stCondLst>
                                    <p:cond delay="50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childTnLst>
                                </p:cTn>
                              </p:par>
                              <p:par>
                                <p:cTn id="30" presetID="10" presetClass="entr" presetSubtype="0" fill="hold" nodeType="withEffect">
                                  <p:stCondLst>
                                    <p:cond delay="50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P spid="12" grpId="0"/>
      <p:bldP spid="12" grpId="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F743889F-0E2D-48DE-8563-F6406BD0CD5F}"/>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6C1F8D39-4E29-4889-98DC-8548B06400EB}"/>
              </a:ext>
            </a:extLst>
          </p:cNvPr>
          <p:cNvSpPr txBox="1"/>
          <p:nvPr/>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Segoe UI" panose="020B0502040204020203" pitchFamily="34" charset="0"/>
                <a:ea typeface="Roboto Condensed" panose="02000000000000000000" pitchFamily="2" charset="0"/>
                <a:cs typeface="Segoe UI" panose="020B0502040204020203" pitchFamily="34" charset="0"/>
              </a:rPr>
              <a:pPr algn="ctr"/>
              <a:t>3</a:t>
            </a:fld>
            <a:endParaRPr lang="id-ID" sz="4400" i="0">
              <a:solidFill>
                <a:schemeClr val="bg1"/>
              </a:solidFill>
              <a:latin typeface="Segoe UI" panose="020B0502040204020203" pitchFamily="34" charset="0"/>
              <a:ea typeface="Roboto Condensed" panose="02000000000000000000" pitchFamily="2" charset="0"/>
              <a:cs typeface="Segoe UI" panose="020B0502040204020203" pitchFamily="34" charset="0"/>
            </a:endParaRPr>
          </a:p>
        </p:txBody>
      </p:sp>
      <p:sp>
        <p:nvSpPr>
          <p:cNvPr id="28" name="Freeform: Shape 27">
            <a:extLst>
              <a:ext uri="{FF2B5EF4-FFF2-40B4-BE49-F238E27FC236}">
                <a16:creationId xmlns:a16="http://schemas.microsoft.com/office/drawing/2014/main" id="{F3F421B6-D8CF-4E9B-8893-669E9CDB39C2}"/>
              </a:ext>
            </a:extLst>
          </p:cNvPr>
          <p:cNvSpPr/>
          <p:nvPr/>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latin typeface="Segoe UI" panose="020B0502040204020203" pitchFamily="34" charset="0"/>
              <a:cs typeface="Segoe UI" panose="020B0502040204020203" pitchFamily="34" charset="0"/>
            </a:endParaRPr>
          </a:p>
        </p:txBody>
      </p:sp>
      <p:sp>
        <p:nvSpPr>
          <p:cNvPr id="31" name="Freeform: Shape 30">
            <a:extLst>
              <a:ext uri="{FF2B5EF4-FFF2-40B4-BE49-F238E27FC236}">
                <a16:creationId xmlns:a16="http://schemas.microsoft.com/office/drawing/2014/main" id="{1F2C4D64-10DE-46FB-BEC4-5AF3EA26BA20}"/>
              </a:ext>
            </a:extLst>
          </p:cNvPr>
          <p:cNvSpPr/>
          <p:nvPr/>
        </p:nvSpPr>
        <p:spPr>
          <a:xfrm>
            <a:off x="1541386" y="901562"/>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bg1"/>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32" name="Freeform: Shape 31">
            <a:extLst>
              <a:ext uri="{FF2B5EF4-FFF2-40B4-BE49-F238E27FC236}">
                <a16:creationId xmlns:a16="http://schemas.microsoft.com/office/drawing/2014/main" id="{E3D31398-4180-4611-AE52-6CC4D0C5A2FF}"/>
              </a:ext>
            </a:extLst>
          </p:cNvPr>
          <p:cNvSpPr/>
          <p:nvPr/>
        </p:nvSpPr>
        <p:spPr>
          <a:xfrm rot="17892069">
            <a:off x="4361021" y="4687017"/>
            <a:ext cx="649965" cy="688199"/>
          </a:xfrm>
          <a:custGeom>
            <a:avLst/>
            <a:gdLst>
              <a:gd name="connsiteX0" fmla="*/ 789532 w 809625"/>
              <a:gd name="connsiteY0" fmla="*/ 631363 h 857250"/>
              <a:gd name="connsiteX1" fmla="*/ 777149 w 809625"/>
              <a:gd name="connsiteY1" fmla="*/ 807576 h 857250"/>
              <a:gd name="connsiteX2" fmla="*/ 608557 w 809625"/>
              <a:gd name="connsiteY2" fmla="*/ 859011 h 857250"/>
              <a:gd name="connsiteX3" fmla="*/ 411389 w 809625"/>
              <a:gd name="connsiteY3" fmla="*/ 750426 h 857250"/>
              <a:gd name="connsiteX4" fmla="*/ 198029 w 809625"/>
              <a:gd name="connsiteY4" fmla="*/ 785668 h 857250"/>
              <a:gd name="connsiteX5" fmla="*/ 4672 w 809625"/>
              <a:gd name="connsiteY5" fmla="*/ 558973 h 857250"/>
              <a:gd name="connsiteX6" fmla="*/ 257084 w 809625"/>
              <a:gd name="connsiteY6" fmla="*/ 47480 h 857250"/>
              <a:gd name="connsiteX7" fmla="*/ 543787 w 809625"/>
              <a:gd name="connsiteY7" fmla="*/ 237980 h 857250"/>
              <a:gd name="connsiteX8" fmla="*/ 789532 w 809625"/>
              <a:gd name="connsiteY8" fmla="*/ 631363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9625" h="857250">
                <a:moveTo>
                  <a:pt x="789532" y="631363"/>
                </a:moveTo>
                <a:cubicBezTo>
                  <a:pt x="820964" y="685655"/>
                  <a:pt x="816202" y="758998"/>
                  <a:pt x="777149" y="807576"/>
                </a:cubicBezTo>
                <a:cubicBezTo>
                  <a:pt x="738097" y="856153"/>
                  <a:pt x="667612" y="878061"/>
                  <a:pt x="608557" y="859011"/>
                </a:cubicBezTo>
                <a:cubicBezTo>
                  <a:pt x="536167" y="836151"/>
                  <a:pt x="485684" y="762808"/>
                  <a:pt x="411389" y="750426"/>
                </a:cubicBezTo>
                <a:cubicBezTo>
                  <a:pt x="339952" y="738995"/>
                  <a:pt x="270419" y="787573"/>
                  <a:pt x="198029" y="785668"/>
                </a:cubicBezTo>
                <a:cubicBezTo>
                  <a:pt x="90397" y="781858"/>
                  <a:pt x="19912" y="666605"/>
                  <a:pt x="4672" y="558973"/>
                </a:cubicBezTo>
                <a:cubicBezTo>
                  <a:pt x="-23903" y="358948"/>
                  <a:pt x="80872" y="146540"/>
                  <a:pt x="257084" y="47480"/>
                </a:cubicBezTo>
                <a:cubicBezTo>
                  <a:pt x="465682" y="-69677"/>
                  <a:pt x="597127" y="43670"/>
                  <a:pt x="543787" y="237980"/>
                </a:cubicBezTo>
                <a:cubicBezTo>
                  <a:pt x="469492" y="511348"/>
                  <a:pt x="670469" y="428480"/>
                  <a:pt x="789532" y="631363"/>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33" name="TextBox 32">
            <a:extLst>
              <a:ext uri="{FF2B5EF4-FFF2-40B4-BE49-F238E27FC236}">
                <a16:creationId xmlns:a16="http://schemas.microsoft.com/office/drawing/2014/main" id="{2F1CFC3B-28DD-4017-8FF9-5CCB34D0DE5E}"/>
              </a:ext>
            </a:extLst>
          </p:cNvPr>
          <p:cNvSpPr txBox="1"/>
          <p:nvPr/>
        </p:nvSpPr>
        <p:spPr>
          <a:xfrm>
            <a:off x="5713941" y="2472795"/>
            <a:ext cx="4984002" cy="923330"/>
          </a:xfrm>
          <a:prstGeom prst="rect">
            <a:avLst/>
          </a:prstGeom>
          <a:noFill/>
        </p:spPr>
        <p:txBody>
          <a:bodyPr wrap="square" rtlCol="0">
            <a:spAutoFit/>
          </a:bodyPr>
          <a:lstStyle/>
          <a:p>
            <a:r>
              <a:rPr lang="en-GB" sz="5400" b="1" dirty="0">
                <a:solidFill>
                  <a:schemeClr val="bg1"/>
                </a:solidFill>
                <a:latin typeface="Segoe UI" panose="020B0502040204020203" pitchFamily="34" charset="0"/>
                <a:cs typeface="Segoe UI" panose="020B0502040204020203" pitchFamily="34" charset="0"/>
              </a:rPr>
              <a:t>Antonio Soto</a:t>
            </a:r>
          </a:p>
        </p:txBody>
      </p:sp>
      <p:sp>
        <p:nvSpPr>
          <p:cNvPr id="34" name="Rectangle: Rounded Corners 33">
            <a:extLst>
              <a:ext uri="{FF2B5EF4-FFF2-40B4-BE49-F238E27FC236}">
                <a16:creationId xmlns:a16="http://schemas.microsoft.com/office/drawing/2014/main" id="{CB7EDB62-BEF3-43D9-A0A9-25B6F9638A54}"/>
              </a:ext>
            </a:extLst>
          </p:cNvPr>
          <p:cNvSpPr/>
          <p:nvPr/>
        </p:nvSpPr>
        <p:spPr>
          <a:xfrm>
            <a:off x="5767367" y="2022641"/>
            <a:ext cx="1662133" cy="319330"/>
          </a:xfrm>
          <a:prstGeom prst="roundRect">
            <a:avLst>
              <a:gd name="adj" fmla="val 50000"/>
            </a:avLst>
          </a:prstGeom>
          <a:solidFill>
            <a:schemeClr val="bg1">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Segoe UI" panose="020B0502040204020203" pitchFamily="34" charset="0"/>
                <a:cs typeface="Segoe UI" panose="020B0502040204020203" pitchFamily="34" charset="0"/>
              </a:rPr>
              <a:t>SPEAKER</a:t>
            </a:r>
            <a:endParaRPr lang="en-GB" sz="1100">
              <a:solidFill>
                <a:schemeClr val="bg1"/>
              </a:solidFill>
              <a:latin typeface="Segoe UI" panose="020B0502040204020203" pitchFamily="34" charset="0"/>
              <a:cs typeface="Segoe UI" panose="020B0502040204020203" pitchFamily="34" charset="0"/>
            </a:endParaRPr>
          </a:p>
        </p:txBody>
      </p:sp>
      <p:grpSp>
        <p:nvGrpSpPr>
          <p:cNvPr id="30" name="Group 29">
            <a:extLst>
              <a:ext uri="{FF2B5EF4-FFF2-40B4-BE49-F238E27FC236}">
                <a16:creationId xmlns:a16="http://schemas.microsoft.com/office/drawing/2014/main" id="{2049337D-8B91-4640-A931-C79ABDCF64C2}"/>
              </a:ext>
            </a:extLst>
          </p:cNvPr>
          <p:cNvGrpSpPr/>
          <p:nvPr/>
        </p:nvGrpSpPr>
        <p:grpSpPr>
          <a:xfrm>
            <a:off x="8679923" y="5399253"/>
            <a:ext cx="1380700" cy="276999"/>
            <a:chOff x="6000275" y="4980878"/>
            <a:chExt cx="1380700" cy="276999"/>
          </a:xfrm>
        </p:grpSpPr>
        <p:sp>
          <p:nvSpPr>
            <p:cNvPr id="39" name="Graphic 39">
              <a:extLst>
                <a:ext uri="{FF2B5EF4-FFF2-40B4-BE49-F238E27FC236}">
                  <a16:creationId xmlns:a16="http://schemas.microsoft.com/office/drawing/2014/main" id="{F230E37D-EA9C-4280-A82E-C9305286497C}"/>
                </a:ext>
              </a:extLst>
            </p:cNvPr>
            <p:cNvSpPr/>
            <p:nvPr/>
          </p:nvSpPr>
          <p:spPr>
            <a:xfrm>
              <a:off x="6000275" y="5007570"/>
              <a:ext cx="223614" cy="223614"/>
            </a:xfrm>
            <a:custGeom>
              <a:avLst/>
              <a:gdLst>
                <a:gd name="connsiteX0" fmla="*/ 3252788 w 6505575"/>
                <a:gd name="connsiteY0" fmla="*/ 0 h 6505575"/>
                <a:gd name="connsiteX1" fmla="*/ 0 w 6505575"/>
                <a:gd name="connsiteY1" fmla="*/ 3252788 h 6505575"/>
                <a:gd name="connsiteX2" fmla="*/ 3252788 w 6505575"/>
                <a:gd name="connsiteY2" fmla="*/ 6505575 h 6505575"/>
                <a:gd name="connsiteX3" fmla="*/ 6505575 w 6505575"/>
                <a:gd name="connsiteY3" fmla="*/ 3252788 h 6505575"/>
                <a:gd name="connsiteX4" fmla="*/ 3252788 w 6505575"/>
                <a:gd name="connsiteY4" fmla="*/ 0 h 6505575"/>
                <a:gd name="connsiteX5" fmla="*/ 4737974 w 6505575"/>
                <a:gd name="connsiteY5" fmla="*/ 2536178 h 6505575"/>
                <a:gd name="connsiteX6" fmla="*/ 4740108 w 6505575"/>
                <a:gd name="connsiteY6" fmla="*/ 2632665 h 6505575"/>
                <a:gd name="connsiteX7" fmla="*/ 2615840 w 6505575"/>
                <a:gd name="connsiteY7" fmla="*/ 4756934 h 6505575"/>
                <a:gd name="connsiteX8" fmla="*/ 2615889 w 6505575"/>
                <a:gd name="connsiteY8" fmla="*/ 4756934 h 6505575"/>
                <a:gd name="connsiteX9" fmla="*/ 2615840 w 6505575"/>
                <a:gd name="connsiteY9" fmla="*/ 4756934 h 6505575"/>
                <a:gd name="connsiteX10" fmla="*/ 1471438 w 6505575"/>
                <a:gd name="connsiteY10" fmla="*/ 4421560 h 6505575"/>
                <a:gd name="connsiteX11" fmla="*/ 1649523 w 6505575"/>
                <a:gd name="connsiteY11" fmla="*/ 4431884 h 6505575"/>
                <a:gd name="connsiteX12" fmla="*/ 2576828 w 6505575"/>
                <a:gd name="connsiteY12" fmla="*/ 4112293 h 6505575"/>
                <a:gd name="connsiteX13" fmla="*/ 1879327 w 6505575"/>
                <a:gd name="connsiteY13" fmla="*/ 3593721 h 6505575"/>
                <a:gd name="connsiteX14" fmla="*/ 2019641 w 6505575"/>
                <a:gd name="connsiteY14" fmla="*/ 3607221 h 6505575"/>
                <a:gd name="connsiteX15" fmla="*/ 2216537 w 6505575"/>
                <a:gd name="connsiteY15" fmla="*/ 3580915 h 6505575"/>
                <a:gd name="connsiteX16" fmla="*/ 1617559 w 6505575"/>
                <a:gd name="connsiteY16" fmla="*/ 2849068 h 6505575"/>
                <a:gd name="connsiteX17" fmla="*/ 1617658 w 6505575"/>
                <a:gd name="connsiteY17" fmla="*/ 2839538 h 6505575"/>
                <a:gd name="connsiteX18" fmla="*/ 1955812 w 6505575"/>
                <a:gd name="connsiteY18" fmla="*/ 2932899 h 6505575"/>
                <a:gd name="connsiteX19" fmla="*/ 1623565 w 6505575"/>
                <a:gd name="connsiteY19" fmla="*/ 2311437 h 6505575"/>
                <a:gd name="connsiteX20" fmla="*/ 1724668 w 6505575"/>
                <a:gd name="connsiteY20" fmla="*/ 1936157 h 6505575"/>
                <a:gd name="connsiteX21" fmla="*/ 3263608 w 6505575"/>
                <a:gd name="connsiteY21" fmla="*/ 2716248 h 6505575"/>
                <a:gd name="connsiteX22" fmla="*/ 3244201 w 6505575"/>
                <a:gd name="connsiteY22" fmla="*/ 2546005 h 6505575"/>
                <a:gd name="connsiteX23" fmla="*/ 3990889 w 6505575"/>
                <a:gd name="connsiteY23" fmla="*/ 1799466 h 6505575"/>
                <a:gd name="connsiteX24" fmla="*/ 4535866 w 6505575"/>
                <a:gd name="connsiteY24" fmla="*/ 2035375 h 6505575"/>
                <a:gd name="connsiteX25" fmla="*/ 5009966 w 6505575"/>
                <a:gd name="connsiteY25" fmla="*/ 1854162 h 6505575"/>
                <a:gd name="connsiteX26" fmla="*/ 4681640 w 6505575"/>
                <a:gd name="connsiteY26" fmla="*/ 2267114 h 6505575"/>
                <a:gd name="connsiteX27" fmla="*/ 5110375 w 6505575"/>
                <a:gd name="connsiteY27" fmla="*/ 2149532 h 6505575"/>
                <a:gd name="connsiteX28" fmla="*/ 4737974 w 6505575"/>
                <a:gd name="connsiteY28" fmla="*/ 2536178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505575" h="6505575">
                  <a:moveTo>
                    <a:pt x="3252788" y="0"/>
                  </a:moveTo>
                  <a:cubicBezTo>
                    <a:pt x="1456597" y="0"/>
                    <a:pt x="0" y="1456597"/>
                    <a:pt x="0" y="3252788"/>
                  </a:cubicBezTo>
                  <a:cubicBezTo>
                    <a:pt x="0" y="5048978"/>
                    <a:pt x="1456597" y="6505575"/>
                    <a:pt x="3252788" y="6505575"/>
                  </a:cubicBezTo>
                  <a:cubicBezTo>
                    <a:pt x="5048978" y="6505575"/>
                    <a:pt x="6505575" y="5048978"/>
                    <a:pt x="6505575" y="3252788"/>
                  </a:cubicBezTo>
                  <a:cubicBezTo>
                    <a:pt x="6505575" y="1456597"/>
                    <a:pt x="5048978" y="0"/>
                    <a:pt x="3252788" y="0"/>
                  </a:cubicBezTo>
                  <a:close/>
                  <a:moveTo>
                    <a:pt x="4737974" y="2536178"/>
                  </a:moveTo>
                  <a:cubicBezTo>
                    <a:pt x="4739413" y="2568191"/>
                    <a:pt x="4740108" y="2600354"/>
                    <a:pt x="4740108" y="2632665"/>
                  </a:cubicBezTo>
                  <a:cubicBezTo>
                    <a:pt x="4740108" y="3619232"/>
                    <a:pt x="3989152" y="4756884"/>
                    <a:pt x="2615840" y="4756934"/>
                  </a:cubicBezTo>
                  <a:lnTo>
                    <a:pt x="2615889" y="4756934"/>
                  </a:lnTo>
                  <a:lnTo>
                    <a:pt x="2615840" y="4756934"/>
                  </a:lnTo>
                  <a:cubicBezTo>
                    <a:pt x="2194202" y="4756934"/>
                    <a:pt x="1801849" y="4633346"/>
                    <a:pt x="1471438" y="4421560"/>
                  </a:cubicBezTo>
                  <a:cubicBezTo>
                    <a:pt x="1529856" y="4428459"/>
                    <a:pt x="1589318" y="4431884"/>
                    <a:pt x="1649523" y="4431884"/>
                  </a:cubicBezTo>
                  <a:cubicBezTo>
                    <a:pt x="1999341" y="4431884"/>
                    <a:pt x="2321264" y="4312564"/>
                    <a:pt x="2576828" y="4112293"/>
                  </a:cubicBezTo>
                  <a:cubicBezTo>
                    <a:pt x="2249990" y="4106237"/>
                    <a:pt x="1974425" y="3890381"/>
                    <a:pt x="1879327" y="3593721"/>
                  </a:cubicBezTo>
                  <a:cubicBezTo>
                    <a:pt x="1924841" y="3602456"/>
                    <a:pt x="1971645" y="3607221"/>
                    <a:pt x="2019641" y="3607221"/>
                  </a:cubicBezTo>
                  <a:cubicBezTo>
                    <a:pt x="2087788" y="3607221"/>
                    <a:pt x="2153800" y="3598039"/>
                    <a:pt x="2216537" y="3580915"/>
                  </a:cubicBezTo>
                  <a:cubicBezTo>
                    <a:pt x="1874909" y="3512520"/>
                    <a:pt x="1617559" y="3210599"/>
                    <a:pt x="1617559" y="2849068"/>
                  </a:cubicBezTo>
                  <a:cubicBezTo>
                    <a:pt x="1617559" y="2845693"/>
                    <a:pt x="1617559" y="2842665"/>
                    <a:pt x="1617658" y="2839538"/>
                  </a:cubicBezTo>
                  <a:cubicBezTo>
                    <a:pt x="1718266" y="2895475"/>
                    <a:pt x="1833316" y="2929127"/>
                    <a:pt x="1955812" y="2932899"/>
                  </a:cubicBezTo>
                  <a:cubicBezTo>
                    <a:pt x="1755342" y="2799137"/>
                    <a:pt x="1623565" y="2570475"/>
                    <a:pt x="1623565" y="2311437"/>
                  </a:cubicBezTo>
                  <a:cubicBezTo>
                    <a:pt x="1623565" y="2174647"/>
                    <a:pt x="1660542" y="2046493"/>
                    <a:pt x="1724668" y="1936157"/>
                  </a:cubicBezTo>
                  <a:cubicBezTo>
                    <a:pt x="2092850" y="2387922"/>
                    <a:pt x="2643089" y="2685029"/>
                    <a:pt x="3263608" y="2716248"/>
                  </a:cubicBezTo>
                  <a:cubicBezTo>
                    <a:pt x="3250802" y="2661552"/>
                    <a:pt x="3244201" y="2604573"/>
                    <a:pt x="3244201" y="2546005"/>
                  </a:cubicBezTo>
                  <a:cubicBezTo>
                    <a:pt x="3244201" y="2133848"/>
                    <a:pt x="3578583" y="1799466"/>
                    <a:pt x="3990889" y="1799466"/>
                  </a:cubicBezTo>
                  <a:cubicBezTo>
                    <a:pt x="4205654" y="1799466"/>
                    <a:pt x="4399622" y="1890246"/>
                    <a:pt x="4535866" y="2035375"/>
                  </a:cubicBezTo>
                  <a:cubicBezTo>
                    <a:pt x="4705960" y="2001822"/>
                    <a:pt x="4865681" y="1939681"/>
                    <a:pt x="5009966" y="1854162"/>
                  </a:cubicBezTo>
                  <a:cubicBezTo>
                    <a:pt x="4954128" y="2028426"/>
                    <a:pt x="4835802" y="2174647"/>
                    <a:pt x="4681640" y="2267114"/>
                  </a:cubicBezTo>
                  <a:cubicBezTo>
                    <a:pt x="4832675" y="2249047"/>
                    <a:pt x="4976612" y="2208993"/>
                    <a:pt x="5110375" y="2149532"/>
                  </a:cubicBezTo>
                  <a:cubicBezTo>
                    <a:pt x="5010462" y="2299277"/>
                    <a:pt x="4883748" y="2430806"/>
                    <a:pt x="4737974" y="2536178"/>
                  </a:cubicBezTo>
                  <a:close/>
                </a:path>
              </a:pathLst>
            </a:custGeom>
            <a:solidFill>
              <a:schemeClr val="bg1"/>
            </a:solidFill>
            <a:ln w="31750" cap="flat">
              <a:noFill/>
              <a:prstDash val="solid"/>
              <a:miter/>
            </a:ln>
            <a:effectLst/>
          </p:spPr>
          <p:txBody>
            <a:bodyPr rtlCol="0" anchor="ctr"/>
            <a:lstStyle/>
            <a:p>
              <a:endParaRPr lang="en-GB" sz="1800">
                <a:solidFill>
                  <a:schemeClr val="bg1"/>
                </a:solidFill>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A31D13D6-93B0-443D-A7B0-C731EEFFF726}"/>
                </a:ext>
              </a:extLst>
            </p:cNvPr>
            <p:cNvSpPr txBox="1"/>
            <p:nvPr/>
          </p:nvSpPr>
          <p:spPr>
            <a:xfrm>
              <a:off x="6280841" y="4980878"/>
              <a:ext cx="1100134" cy="276999"/>
            </a:xfrm>
            <a:prstGeom prst="rect">
              <a:avLst/>
            </a:prstGeom>
            <a:noFill/>
          </p:spPr>
          <p:txBody>
            <a:bodyPr wrap="square" rtlCol="0">
              <a:spAutoFit/>
            </a:bodyPr>
            <a:lstStyle/>
            <a:p>
              <a:r>
                <a:rPr lang="en-US" sz="1200" dirty="0" err="1">
                  <a:solidFill>
                    <a:schemeClr val="bg1"/>
                  </a:solidFill>
                  <a:latin typeface="Segoe UI" panose="020B0502040204020203" pitchFamily="34" charset="0"/>
                  <a:cs typeface="Segoe UI" panose="020B0502040204020203" pitchFamily="34" charset="0"/>
                </a:rPr>
                <a:t>antoniosql</a:t>
              </a:r>
              <a:endParaRPr lang="en-GB" sz="1200" dirty="0">
                <a:solidFill>
                  <a:schemeClr val="bg1"/>
                </a:solidFill>
                <a:latin typeface="Segoe UI" panose="020B0502040204020203" pitchFamily="34" charset="0"/>
                <a:cs typeface="Segoe UI" panose="020B0502040204020203" pitchFamily="34" charset="0"/>
              </a:endParaRPr>
            </a:p>
          </p:txBody>
        </p:sp>
      </p:grpSp>
      <p:sp>
        <p:nvSpPr>
          <p:cNvPr id="50" name="TextBox 49">
            <a:extLst>
              <a:ext uri="{FF2B5EF4-FFF2-40B4-BE49-F238E27FC236}">
                <a16:creationId xmlns:a16="http://schemas.microsoft.com/office/drawing/2014/main" id="{03CEF454-9B60-461F-8CD6-73AD6F50D27D}"/>
              </a:ext>
            </a:extLst>
          </p:cNvPr>
          <p:cNvSpPr txBox="1"/>
          <p:nvPr/>
        </p:nvSpPr>
        <p:spPr>
          <a:xfrm>
            <a:off x="5713941" y="3358553"/>
            <a:ext cx="4984002" cy="1507529"/>
          </a:xfrm>
          <a:prstGeom prst="rect">
            <a:avLst/>
          </a:prstGeom>
          <a:noFill/>
        </p:spPr>
        <p:txBody>
          <a:bodyPr wrap="square" rtlCol="0">
            <a:spAutoFit/>
          </a:bodyPr>
          <a:lstStyle/>
          <a:p>
            <a:pPr>
              <a:lnSpc>
                <a:spcPct val="130000"/>
              </a:lnSpc>
            </a:pPr>
            <a:r>
              <a:rPr lang="es-ES" sz="1200" dirty="0">
                <a:solidFill>
                  <a:schemeClr val="bg1"/>
                </a:solidFill>
                <a:latin typeface="Segoe UI" panose="020B0502040204020203" pitchFamily="34" charset="0"/>
                <a:cs typeface="Segoe UI" panose="020B0502040204020203" pitchFamily="34" charset="0"/>
              </a:rPr>
              <a:t>Soy Antonio Soto, llevo más de 25 años dedicado al mundo del análisis de datos, desde los primeros sistemas Data </a:t>
            </a:r>
            <a:r>
              <a:rPr lang="es-ES" sz="1200" dirty="0" err="1">
                <a:solidFill>
                  <a:schemeClr val="bg1"/>
                </a:solidFill>
                <a:latin typeface="Segoe UI" panose="020B0502040204020203" pitchFamily="34" charset="0"/>
                <a:cs typeface="Segoe UI" panose="020B0502040204020203" pitchFamily="34" charset="0"/>
              </a:rPr>
              <a:t>Warehouse</a:t>
            </a:r>
            <a:r>
              <a:rPr lang="es-ES" sz="1200" dirty="0">
                <a:solidFill>
                  <a:schemeClr val="bg1"/>
                </a:solidFill>
                <a:latin typeface="Segoe UI" panose="020B0502040204020203" pitchFamily="34" charset="0"/>
                <a:cs typeface="Segoe UI" panose="020B0502040204020203" pitchFamily="34" charset="0"/>
              </a:rPr>
              <a:t>, hasta el desarrollo de soluciones integradas con Inteligencia Artificial de hoy en día, pasando por todos los puntos intermedios. Me he tocado viajar por el mundo diseñando sistemas y soluciones enfocadas a la toma de decisiones en todos los sectores y en empresas de diferentes tamaños. </a:t>
            </a:r>
          </a:p>
        </p:txBody>
      </p:sp>
      <p:sp>
        <p:nvSpPr>
          <p:cNvPr id="51" name="Freeform: Shape 50">
            <a:extLst>
              <a:ext uri="{FF2B5EF4-FFF2-40B4-BE49-F238E27FC236}">
                <a16:creationId xmlns:a16="http://schemas.microsoft.com/office/drawing/2014/main" id="{07681F4F-4226-4D87-9983-3124EAA2BD30}"/>
              </a:ext>
            </a:extLst>
          </p:cNvPr>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B105B0E5-EBC5-45D6-9534-62B97B9F5C38}"/>
              </a:ext>
            </a:extLst>
          </p:cNvPr>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pic>
        <p:nvPicPr>
          <p:cNvPr id="3" name="Marcador de posición de imagen 2" descr="The image depicts a well-dressed individual wearing a suit and white shirt, possibly in a professional or formal setting.&#10;&#10;El contenido generado por IA puede ser incorrecto.">
            <a:extLst>
              <a:ext uri="{FF2B5EF4-FFF2-40B4-BE49-F238E27FC236}">
                <a16:creationId xmlns:a16="http://schemas.microsoft.com/office/drawing/2014/main" id="{4DFCD942-3237-CEE4-6B21-C7C7A2F6D265}"/>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9569" r="9569"/>
          <a:stretch>
            <a:fillRect/>
          </a:stretch>
        </p:blipFill>
        <p:spPr>
          <a:custGeom>
            <a:avLst/>
            <a:gdLst>
              <a:gd name="connsiteX0" fmla="*/ 496539 w 2979174"/>
              <a:gd name="connsiteY0" fmla="*/ 0 h 3292400"/>
              <a:gd name="connsiteX1" fmla="*/ 2482635 w 2979174"/>
              <a:gd name="connsiteY1" fmla="*/ 0 h 3292400"/>
              <a:gd name="connsiteX2" fmla="*/ 2979174 w 2979174"/>
              <a:gd name="connsiteY2" fmla="*/ 496539 h 3292400"/>
              <a:gd name="connsiteX3" fmla="*/ 2979174 w 2979174"/>
              <a:gd name="connsiteY3" fmla="*/ 2795861 h 3292400"/>
              <a:gd name="connsiteX4" fmla="*/ 2482635 w 2979174"/>
              <a:gd name="connsiteY4" fmla="*/ 3292400 h 3292400"/>
              <a:gd name="connsiteX5" fmla="*/ 496539 w 2979174"/>
              <a:gd name="connsiteY5" fmla="*/ 3292400 h 3292400"/>
              <a:gd name="connsiteX6" fmla="*/ 0 w 2979174"/>
              <a:gd name="connsiteY6" fmla="*/ 2795861 h 3292400"/>
              <a:gd name="connsiteX7" fmla="*/ 0 w 2979174"/>
              <a:gd name="connsiteY7" fmla="*/ 496539 h 3292400"/>
              <a:gd name="connsiteX8" fmla="*/ 496539 w 2979174"/>
              <a:gd name="connsiteY8" fmla="*/ 0 h 32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9174" h="3292400">
                <a:moveTo>
                  <a:pt x="496539" y="0"/>
                </a:moveTo>
                <a:lnTo>
                  <a:pt x="2482635" y="0"/>
                </a:lnTo>
                <a:cubicBezTo>
                  <a:pt x="2756866" y="0"/>
                  <a:pt x="2979174" y="222308"/>
                  <a:pt x="2979174" y="496539"/>
                </a:cubicBezTo>
                <a:lnTo>
                  <a:pt x="2979174" y="2795861"/>
                </a:lnTo>
                <a:cubicBezTo>
                  <a:pt x="2979174" y="3070092"/>
                  <a:pt x="2756866" y="3292400"/>
                  <a:pt x="2482635" y="3292400"/>
                </a:cubicBezTo>
                <a:lnTo>
                  <a:pt x="496539" y="3292400"/>
                </a:lnTo>
                <a:cubicBezTo>
                  <a:pt x="222308" y="3292400"/>
                  <a:pt x="0" y="3070092"/>
                  <a:pt x="0" y="2795861"/>
                </a:cubicBezTo>
                <a:lnTo>
                  <a:pt x="0" y="496539"/>
                </a:lnTo>
                <a:cubicBezTo>
                  <a:pt x="0" y="222308"/>
                  <a:pt x="222308" y="0"/>
                  <a:pt x="496539" y="0"/>
                </a:cubicBezTo>
                <a:close/>
              </a:path>
            </a:pathLst>
          </a:custGeom>
          <a:solidFill>
            <a:srgbClr val="FFFFFF">
              <a:lumMod val="95000"/>
              <a:alpha val="25000"/>
            </a:srgbClr>
          </a:solidFill>
          <a:ln w="114300">
            <a:solidFill>
              <a:srgbClr val="FFFFFF"/>
            </a:solidFill>
          </a:ln>
          <a:effectLst>
            <a:outerShdw blurRad="1016000" dist="685800" dir="5400000" sx="88000" sy="88000" algn="t" rotWithShape="0">
              <a:prstClr val="black">
                <a:alpha val="19000"/>
              </a:prstClr>
            </a:outerShdw>
          </a:effectLst>
        </p:spPr>
      </p:pic>
      <p:grpSp>
        <p:nvGrpSpPr>
          <p:cNvPr id="13" name="Grupo 12">
            <a:extLst>
              <a:ext uri="{FF2B5EF4-FFF2-40B4-BE49-F238E27FC236}">
                <a16:creationId xmlns:a16="http://schemas.microsoft.com/office/drawing/2014/main" id="{E3CA36B6-1142-B4E1-352E-97132630991A}"/>
              </a:ext>
            </a:extLst>
          </p:cNvPr>
          <p:cNvGrpSpPr/>
          <p:nvPr/>
        </p:nvGrpSpPr>
        <p:grpSpPr>
          <a:xfrm>
            <a:off x="5886307" y="5397150"/>
            <a:ext cx="1294417" cy="279102"/>
            <a:chOff x="5853650" y="4765645"/>
            <a:chExt cx="1294417" cy="279102"/>
          </a:xfrm>
        </p:grpSpPr>
        <p:sp>
          <p:nvSpPr>
            <p:cNvPr id="43" name="TextBox 42">
              <a:extLst>
                <a:ext uri="{FF2B5EF4-FFF2-40B4-BE49-F238E27FC236}">
                  <a16:creationId xmlns:a16="http://schemas.microsoft.com/office/drawing/2014/main" id="{A05D4458-F817-4A89-9855-0D5D475C8FAB}"/>
                </a:ext>
              </a:extLst>
            </p:cNvPr>
            <p:cNvSpPr txBox="1"/>
            <p:nvPr/>
          </p:nvSpPr>
          <p:spPr>
            <a:xfrm>
              <a:off x="6047933" y="4767748"/>
              <a:ext cx="1100134" cy="276999"/>
            </a:xfrm>
            <a:prstGeom prst="rect">
              <a:avLst/>
            </a:prstGeom>
            <a:noFill/>
          </p:spPr>
          <p:txBody>
            <a:bodyPr wrap="square" rtlCol="0">
              <a:spAutoFit/>
            </a:bodyPr>
            <a:lstStyle/>
            <a:p>
              <a:r>
                <a:rPr lang="en-US" sz="1200" dirty="0" err="1">
                  <a:solidFill>
                    <a:schemeClr val="bg1"/>
                  </a:solidFill>
                  <a:latin typeface="Segoe UI" panose="020B0502040204020203" pitchFamily="34" charset="0"/>
                  <a:cs typeface="Segoe UI" panose="020B0502040204020203" pitchFamily="34" charset="0"/>
                </a:rPr>
                <a:t>antoniosql</a:t>
              </a:r>
              <a:endParaRPr lang="en-GB" sz="1200" dirty="0">
                <a:solidFill>
                  <a:schemeClr val="bg1"/>
                </a:solidFill>
                <a:latin typeface="Segoe UI" panose="020B0502040204020203" pitchFamily="34" charset="0"/>
                <a:cs typeface="Segoe UI" panose="020B0502040204020203" pitchFamily="34" charset="0"/>
              </a:endParaRPr>
            </a:p>
          </p:txBody>
        </p:sp>
        <p:pic>
          <p:nvPicPr>
            <p:cNvPr id="1028" name="Picture 4" descr="linkedin-icon-png-transparent-background-8 - Ytpr.co.ke">
              <a:extLst>
                <a:ext uri="{FF2B5EF4-FFF2-40B4-BE49-F238E27FC236}">
                  <a16:creationId xmlns:a16="http://schemas.microsoft.com/office/drawing/2014/main" id="{BE9074F4-DA8C-A4EC-214A-10A028393F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650" y="4765645"/>
              <a:ext cx="265471" cy="26547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39835269"/>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750"/>
                                        <p:tgtEl>
                                          <p:spTgt spid="50"/>
                                        </p:tgtEl>
                                      </p:cBhvr>
                                    </p:animEffect>
                                  </p:childTnLst>
                                </p:cTn>
                              </p:par>
                              <p:par>
                                <p:cTn id="8" presetID="2" presetClass="entr" presetSubtype="4" decel="10000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 calcmode="lin" valueType="num">
                                      <p:cBhvr additive="base">
                                        <p:cTn id="10" dur="1000" fill="hold"/>
                                        <p:tgtEl>
                                          <p:spTgt spid="18"/>
                                        </p:tgtEl>
                                        <p:attrNameLst>
                                          <p:attrName>ppt_x</p:attrName>
                                        </p:attrNameLst>
                                      </p:cBhvr>
                                      <p:tavLst>
                                        <p:tav tm="0">
                                          <p:val>
                                            <p:strVal val="#ppt_x"/>
                                          </p:val>
                                        </p:tav>
                                        <p:tav tm="100000">
                                          <p:val>
                                            <p:strVal val="#ppt_x"/>
                                          </p:val>
                                        </p:tav>
                                      </p:tavLst>
                                    </p:anim>
                                    <p:anim calcmode="lin" valueType="num">
                                      <p:cBhvr additive="base">
                                        <p:cTn id="11" dur="1000" fill="hold"/>
                                        <p:tgtEl>
                                          <p:spTgt spid="18"/>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51"/>
                                        </p:tgtEl>
                                        <p:attrNameLst>
                                          <p:attrName>style.visibility</p:attrName>
                                        </p:attrNameLst>
                                      </p:cBhvr>
                                      <p:to>
                                        <p:strVal val="visible"/>
                                      </p:to>
                                    </p:set>
                                    <p:animEffect transition="in" filter="fade">
                                      <p:cBhvr>
                                        <p:cTn id="20" dur="500"/>
                                        <p:tgtEl>
                                          <p:spTgt spid="51"/>
                                        </p:tgtEl>
                                      </p:cBhvr>
                                    </p:animEffect>
                                  </p:childTnLst>
                                </p:cTn>
                              </p:par>
                              <p:par>
                                <p:cTn id="21" presetID="26" presetClass="emph" presetSubtype="0" fill="hold" grpId="1" nodeType="withEffect">
                                  <p:stCondLst>
                                    <p:cond delay="1250"/>
                                  </p:stCondLst>
                                  <p:childTnLst>
                                    <p:animEffect transition="out" filter="fade">
                                      <p:cBhvr>
                                        <p:cTn id="22" dur="500" tmFilter="0, 0; .2, .5; .8, .5; 1, 0"/>
                                        <p:tgtEl>
                                          <p:spTgt spid="51"/>
                                        </p:tgtEl>
                                      </p:cBhvr>
                                    </p:animEffect>
                                    <p:animScale>
                                      <p:cBhvr>
                                        <p:cTn id="23" dur="250" autoRev="1" fill="hold"/>
                                        <p:tgtEl>
                                          <p:spTgt spid="51"/>
                                        </p:tgtEl>
                                      </p:cBhvr>
                                      <p:by x="105000" y="105000"/>
                                    </p:animScale>
                                  </p:childTnLst>
                                </p:cTn>
                              </p:par>
                              <p:par>
                                <p:cTn id="24" presetID="10" presetClass="entr" presetSubtype="0" fill="hold" grpId="0" nodeType="withEffect">
                                  <p:stCondLst>
                                    <p:cond delay="1500"/>
                                  </p:stCondLst>
                                  <p:childTnLst>
                                    <p:set>
                                      <p:cBhvr>
                                        <p:cTn id="25" dur="1" fill="hold">
                                          <p:stCondLst>
                                            <p:cond delay="0"/>
                                          </p:stCondLst>
                                        </p:cTn>
                                        <p:tgtEl>
                                          <p:spTgt spid="52"/>
                                        </p:tgtEl>
                                        <p:attrNameLst>
                                          <p:attrName>style.visibility</p:attrName>
                                        </p:attrNameLst>
                                      </p:cBhvr>
                                      <p:to>
                                        <p:strVal val="visible"/>
                                      </p:to>
                                    </p:set>
                                    <p:animEffect transition="in" filter="fade">
                                      <p:cBhvr>
                                        <p:cTn id="26" dur="500"/>
                                        <p:tgtEl>
                                          <p:spTgt spid="52"/>
                                        </p:tgtEl>
                                      </p:cBhvr>
                                    </p:animEffect>
                                  </p:childTnLst>
                                </p:cTn>
                              </p:par>
                              <p:par>
                                <p:cTn id="27" presetID="26" presetClass="emph" presetSubtype="0" fill="hold" grpId="1" nodeType="withEffect">
                                  <p:stCondLst>
                                    <p:cond delay="1500"/>
                                  </p:stCondLst>
                                  <p:childTnLst>
                                    <p:animEffect transition="out" filter="fade">
                                      <p:cBhvr>
                                        <p:cTn id="28" dur="500" tmFilter="0, 0; .2, .5; .8, .5; 1, 0"/>
                                        <p:tgtEl>
                                          <p:spTgt spid="52"/>
                                        </p:tgtEl>
                                      </p:cBhvr>
                                    </p:animEffect>
                                    <p:animScale>
                                      <p:cBhvr>
                                        <p:cTn id="29" dur="250" autoRev="1" fill="hold"/>
                                        <p:tgtEl>
                                          <p:spTgt spid="52"/>
                                        </p:tgtEl>
                                      </p:cBhvr>
                                      <p:by x="105000" y="105000"/>
                                    </p:animScale>
                                  </p:childTnLst>
                                </p:cTn>
                              </p:par>
                              <p:par>
                                <p:cTn id="30" presetID="10" presetClass="entr" presetSubtype="0" fill="hold" grpId="0" nodeType="withEffect">
                                  <p:stCondLst>
                                    <p:cond delay="100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26" presetClass="emph" presetSubtype="0" fill="hold" grpId="1" nodeType="withEffect">
                                  <p:stCondLst>
                                    <p:cond delay="1000"/>
                                  </p:stCondLst>
                                  <p:childTnLst>
                                    <p:animEffect transition="out" filter="fade">
                                      <p:cBhvr>
                                        <p:cTn id="34" dur="500" tmFilter="0, 0; .2, .5; .8, .5; 1, 0"/>
                                        <p:tgtEl>
                                          <p:spTgt spid="31"/>
                                        </p:tgtEl>
                                      </p:cBhvr>
                                    </p:animEffect>
                                    <p:animScale>
                                      <p:cBhvr>
                                        <p:cTn id="35" dur="250" autoRev="1" fill="hold"/>
                                        <p:tgtEl>
                                          <p:spTgt spid="31"/>
                                        </p:tgtEl>
                                      </p:cBhvr>
                                      <p:by x="105000" y="105000"/>
                                    </p:animScale>
                                  </p:childTnLst>
                                </p:cTn>
                              </p:par>
                              <p:par>
                                <p:cTn id="36" presetID="10" presetClass="entr" presetSubtype="0" fill="hold" grpId="0" nodeType="withEffect">
                                  <p:stCondLst>
                                    <p:cond delay="10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par>
                                <p:cTn id="39" presetID="26" presetClass="emph" presetSubtype="0" fill="hold" grpId="1" nodeType="withEffect">
                                  <p:stCondLst>
                                    <p:cond delay="1000"/>
                                  </p:stCondLst>
                                  <p:childTnLst>
                                    <p:animEffect transition="out" filter="fade">
                                      <p:cBhvr>
                                        <p:cTn id="40" dur="500" tmFilter="0, 0; .2, .5; .8, .5; 1, 0"/>
                                        <p:tgtEl>
                                          <p:spTgt spid="32"/>
                                        </p:tgtEl>
                                      </p:cBhvr>
                                    </p:animEffect>
                                    <p:animScale>
                                      <p:cBhvr>
                                        <p:cTn id="41" dur="250" autoRev="1" fill="hold"/>
                                        <p:tgtEl>
                                          <p:spTgt spid="32"/>
                                        </p:tgtEl>
                                      </p:cBhvr>
                                      <p:by x="105000" y="105000"/>
                                    </p:animScale>
                                  </p:childTnLst>
                                </p:cTn>
                              </p:par>
                              <p:par>
                                <p:cTn id="42" presetID="10" presetClass="entr" presetSubtype="0" fill="hold" grpId="0" nodeType="withEffect">
                                  <p:stCondLst>
                                    <p:cond delay="5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500"/>
                                        <p:tgtEl>
                                          <p:spTgt spid="34"/>
                                        </p:tgtEl>
                                      </p:cBhvr>
                                    </p:animEffect>
                                  </p:childTnLst>
                                </p:cTn>
                              </p:par>
                              <p:par>
                                <p:cTn id="45" presetID="26" presetClass="emph" presetSubtype="0" fill="hold" grpId="1" nodeType="withEffect">
                                  <p:stCondLst>
                                    <p:cond delay="500"/>
                                  </p:stCondLst>
                                  <p:childTnLst>
                                    <p:animEffect transition="out" filter="fade">
                                      <p:cBhvr>
                                        <p:cTn id="46" dur="500" tmFilter="0, 0; .2, .5; .8, .5; 1, 0"/>
                                        <p:tgtEl>
                                          <p:spTgt spid="34"/>
                                        </p:tgtEl>
                                      </p:cBhvr>
                                    </p:animEffect>
                                    <p:animScale>
                                      <p:cBhvr>
                                        <p:cTn id="47" dur="250" autoRev="1" fill="hold"/>
                                        <p:tgtEl>
                                          <p:spTgt spid="34"/>
                                        </p:tgtEl>
                                      </p:cBhvr>
                                      <p:by x="105000" y="105000"/>
                                    </p:animScale>
                                  </p:childTnLst>
                                </p:cTn>
                              </p:par>
                              <p:par>
                                <p:cTn id="48" presetID="10" presetClass="entr" presetSubtype="0" fill="hold" grpId="0" nodeType="withEffect">
                                  <p:stCondLst>
                                    <p:cond delay="50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par>
                                <p:cTn id="51" presetID="23" presetClass="entr" presetSubtype="272" fill="hold" grpId="1" nodeType="withEffect">
                                  <p:stCondLst>
                                    <p:cond delay="500"/>
                                  </p:stCondLst>
                                  <p:childTnLst>
                                    <p:set>
                                      <p:cBhvr>
                                        <p:cTn id="52" dur="1" fill="hold">
                                          <p:stCondLst>
                                            <p:cond delay="0"/>
                                          </p:stCondLst>
                                        </p:cTn>
                                        <p:tgtEl>
                                          <p:spTgt spid="33"/>
                                        </p:tgtEl>
                                        <p:attrNameLst>
                                          <p:attrName>style.visibility</p:attrName>
                                        </p:attrNameLst>
                                      </p:cBhvr>
                                      <p:to>
                                        <p:strVal val="visible"/>
                                      </p:to>
                                    </p:set>
                                    <p:anim calcmode="lin" valueType="num">
                                      <p:cBhvr>
                                        <p:cTn id="53" dur="500" fill="hold"/>
                                        <p:tgtEl>
                                          <p:spTgt spid="33"/>
                                        </p:tgtEl>
                                        <p:attrNameLst>
                                          <p:attrName>ppt_w</p:attrName>
                                        </p:attrNameLst>
                                      </p:cBhvr>
                                      <p:tavLst>
                                        <p:tav tm="0">
                                          <p:val>
                                            <p:strVal val="2/3*#ppt_w"/>
                                          </p:val>
                                        </p:tav>
                                        <p:tav tm="100000">
                                          <p:val>
                                            <p:strVal val="#ppt_w"/>
                                          </p:val>
                                        </p:tav>
                                      </p:tavLst>
                                    </p:anim>
                                    <p:anim calcmode="lin" valueType="num">
                                      <p:cBhvr>
                                        <p:cTn id="54" dur="500" fill="hold"/>
                                        <p:tgtEl>
                                          <p:spTgt spid="33"/>
                                        </p:tgtEl>
                                        <p:attrNameLst>
                                          <p:attrName>ppt_h</p:attrName>
                                        </p:attrNameLst>
                                      </p:cBhvr>
                                      <p:tavLst>
                                        <p:tav tm="0">
                                          <p:val>
                                            <p:strVal val="2/3*#ppt_h"/>
                                          </p:val>
                                        </p:tav>
                                        <p:tav tm="100000">
                                          <p:val>
                                            <p:strVal val="#ppt_h"/>
                                          </p:val>
                                        </p:tav>
                                      </p:tavLst>
                                    </p:anim>
                                  </p:childTnLst>
                                </p:cTn>
                              </p:par>
                              <p:par>
                                <p:cTn id="55" presetID="10" presetClass="entr" presetSubtype="0" fill="hold" nodeType="withEffect">
                                  <p:stCondLst>
                                    <p:cond delay="150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par>
                                <p:cTn id="58" presetID="26" presetClass="emph" presetSubtype="0" fill="hold" nodeType="withEffect">
                                  <p:stCondLst>
                                    <p:cond delay="1500"/>
                                  </p:stCondLst>
                                  <p:childTnLst>
                                    <p:animEffect transition="out" filter="fade">
                                      <p:cBhvr>
                                        <p:cTn id="59" dur="500" tmFilter="0, 0; .2, .5; .8, .5; 1, 0"/>
                                        <p:tgtEl>
                                          <p:spTgt spid="30"/>
                                        </p:tgtEl>
                                      </p:cBhvr>
                                    </p:animEffect>
                                    <p:animScale>
                                      <p:cBhvr>
                                        <p:cTn id="60" dur="250" autoRev="1" fill="hold"/>
                                        <p:tgtEl>
                                          <p:spTgt spid="30"/>
                                        </p:tgtEl>
                                      </p:cBhvr>
                                      <p:by x="105000" y="105000"/>
                                    </p:animScale>
                                  </p:childTnLst>
                                </p:cTn>
                              </p:par>
                              <p:par>
                                <p:cTn id="61" presetID="10" presetClass="entr" presetSubtype="0" fill="hold" nodeType="withEffect">
                                  <p:stCondLst>
                                    <p:cond delay="150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childTnLst>
                                </p:cTn>
                              </p:par>
                              <p:par>
                                <p:cTn id="64" presetID="26" presetClass="emph" presetSubtype="0" fill="hold" nodeType="withEffect">
                                  <p:stCondLst>
                                    <p:cond delay="1500"/>
                                  </p:stCondLst>
                                  <p:childTnLst>
                                    <p:animEffect transition="out" filter="fade">
                                      <p:cBhvr>
                                        <p:cTn id="65" dur="500" tmFilter="0, 0; .2, .5; .8, .5; 1, 0"/>
                                        <p:tgtEl>
                                          <p:spTgt spid="13"/>
                                        </p:tgtEl>
                                      </p:cBhvr>
                                    </p:animEffect>
                                    <p:animScale>
                                      <p:cBhvr>
                                        <p:cTn id="66" dur="250" autoRev="1" fill="hold"/>
                                        <p:tgtEl>
                                          <p:spTgt spid="1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8" grpId="0" animBg="1"/>
      <p:bldP spid="31" grpId="0" animBg="1"/>
      <p:bldP spid="31" grpId="1" animBg="1"/>
      <p:bldP spid="32" grpId="0" animBg="1"/>
      <p:bldP spid="32" grpId="1" animBg="1"/>
      <p:bldP spid="33" grpId="0"/>
      <p:bldP spid="33" grpId="1"/>
      <p:bldP spid="34" grpId="0" animBg="1"/>
      <p:bldP spid="34" grpId="1" animBg="1"/>
      <p:bldP spid="50" grpId="0"/>
      <p:bldP spid="51" grpId="0" animBg="1"/>
      <p:bldP spid="51" grpId="1" animBg="1"/>
      <p:bldP spid="52" grpId="0" animBg="1"/>
      <p:bldP spid="52"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9A091C-8F7D-4462-9675-A1299472B9B0}"/>
              </a:ext>
            </a:extLst>
          </p:cNvPr>
          <p:cNvSpPr txBox="1"/>
          <p:nvPr/>
        </p:nvSpPr>
        <p:spPr>
          <a:xfrm>
            <a:off x="-2309368" y="244226"/>
            <a:ext cx="9360311" cy="707886"/>
          </a:xfrm>
          <a:prstGeom prst="rect">
            <a:avLst/>
          </a:prstGeom>
          <a:noFill/>
        </p:spPr>
        <p:txBody>
          <a:bodyPr wrap="square" rtlCol="0">
            <a:spAutoFit/>
          </a:bodyPr>
          <a:lstStyle/>
          <a:p>
            <a:pPr algn="ctr"/>
            <a:r>
              <a:rPr lang="en-US" sz="4000" b="1" dirty="0">
                <a:solidFill>
                  <a:schemeClr val="tx1">
                    <a:lumMod val="75000"/>
                    <a:lumOff val="25000"/>
                  </a:schemeClr>
                </a:solidFill>
                <a:latin typeface="Segoe UI" panose="020B0502040204020203" pitchFamily="34" charset="0"/>
                <a:cs typeface="Segoe UI" panose="020B0502040204020203" pitchFamily="34" charset="0"/>
              </a:rPr>
              <a:t>Agenda</a:t>
            </a:r>
            <a:endParaRPr lang="en-GB" sz="4000" b="1" dirty="0">
              <a:solidFill>
                <a:schemeClr val="tx1">
                  <a:lumMod val="75000"/>
                  <a:lumOff val="25000"/>
                </a:schemeClr>
              </a:solidFill>
              <a:latin typeface="Segoe UI" panose="020B0502040204020203" pitchFamily="34" charset="0"/>
              <a:cs typeface="Segoe UI" panose="020B0502040204020203" pitchFamily="34" charset="0"/>
            </a:endParaRPr>
          </a:p>
        </p:txBody>
      </p:sp>
      <p:grpSp>
        <p:nvGrpSpPr>
          <p:cNvPr id="162" name="Group 161">
            <a:extLst>
              <a:ext uri="{FF2B5EF4-FFF2-40B4-BE49-F238E27FC236}">
                <a16:creationId xmlns:a16="http://schemas.microsoft.com/office/drawing/2014/main" id="{88E5CC9A-42E1-49D1-BA2E-F0186074E13C}"/>
              </a:ext>
            </a:extLst>
          </p:cNvPr>
          <p:cNvGrpSpPr/>
          <p:nvPr/>
        </p:nvGrpSpPr>
        <p:grpSpPr>
          <a:xfrm>
            <a:off x="1075575" y="4205515"/>
            <a:ext cx="1018770" cy="983151"/>
            <a:chOff x="2244928" y="3314699"/>
            <a:chExt cx="1018770" cy="983151"/>
          </a:xfrm>
        </p:grpSpPr>
        <p:sp>
          <p:nvSpPr>
            <p:cNvPr id="172" name="Rectangle: Rounded Corners 171">
              <a:extLst>
                <a:ext uri="{FF2B5EF4-FFF2-40B4-BE49-F238E27FC236}">
                  <a16:creationId xmlns:a16="http://schemas.microsoft.com/office/drawing/2014/main" id="{AA730FC1-676B-4908-BE39-22A399909452}"/>
                </a:ext>
              </a:extLst>
            </p:cNvPr>
            <p:cNvSpPr/>
            <p:nvPr/>
          </p:nvSpPr>
          <p:spPr>
            <a:xfrm>
              <a:off x="2262738" y="3314699"/>
              <a:ext cx="983151" cy="98315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174" name="TextBox 173">
              <a:extLst>
                <a:ext uri="{FF2B5EF4-FFF2-40B4-BE49-F238E27FC236}">
                  <a16:creationId xmlns:a16="http://schemas.microsoft.com/office/drawing/2014/main" id="{F6235340-4B0F-463F-8649-E114A35D7F04}"/>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3</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164" name="Group 163">
            <a:extLst>
              <a:ext uri="{FF2B5EF4-FFF2-40B4-BE49-F238E27FC236}">
                <a16:creationId xmlns:a16="http://schemas.microsoft.com/office/drawing/2014/main" id="{E4BDDF66-F2F5-49FB-8F1C-AB8DC1136F89}"/>
              </a:ext>
            </a:extLst>
          </p:cNvPr>
          <p:cNvGrpSpPr/>
          <p:nvPr/>
        </p:nvGrpSpPr>
        <p:grpSpPr>
          <a:xfrm>
            <a:off x="2354164" y="4467803"/>
            <a:ext cx="3755342" cy="588359"/>
            <a:chOff x="3996490" y="2915745"/>
            <a:chExt cx="4056130" cy="588359"/>
          </a:xfrm>
        </p:grpSpPr>
        <p:sp>
          <p:nvSpPr>
            <p:cNvPr id="170" name="TextBox 169">
              <a:extLst>
                <a:ext uri="{FF2B5EF4-FFF2-40B4-BE49-F238E27FC236}">
                  <a16:creationId xmlns:a16="http://schemas.microsoft.com/office/drawing/2014/main" id="{E69F27D0-9DFB-4818-A789-173EC4448776}"/>
                </a:ext>
              </a:extLst>
            </p:cNvPr>
            <p:cNvSpPr txBox="1"/>
            <p:nvPr/>
          </p:nvSpPr>
          <p:spPr>
            <a:xfrm>
              <a:off x="3996490" y="2915745"/>
              <a:ext cx="4056128" cy="350919"/>
            </a:xfrm>
            <a:prstGeom prst="rect">
              <a:avLst/>
            </a:prstGeom>
            <a:noFill/>
          </p:spPr>
          <p:txBody>
            <a:bodyPr wrap="square" rtlCol="0">
              <a:spAutoFit/>
            </a:bodyPr>
            <a:lstStyle/>
            <a:p>
              <a:r>
                <a:rPr lang="en-GB" sz="1600" b="1" dirty="0" err="1">
                  <a:solidFill>
                    <a:schemeClr val="tx1">
                      <a:lumMod val="75000"/>
                      <a:lumOff val="25000"/>
                    </a:schemeClr>
                  </a:solidFill>
                  <a:latin typeface="Segoe UI" panose="020B0502040204020203" pitchFamily="34" charset="0"/>
                  <a:cs typeface="Segoe UI" panose="020B0502040204020203" pitchFamily="34" charset="0"/>
                </a:rPr>
                <a:t>Inventario</a:t>
              </a:r>
              <a:endParaRPr lang="en-GB" sz="1600" b="1"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171" name="TextBox 170">
              <a:extLst>
                <a:ext uri="{FF2B5EF4-FFF2-40B4-BE49-F238E27FC236}">
                  <a16:creationId xmlns:a16="http://schemas.microsoft.com/office/drawing/2014/main" id="{EBD81E6A-E4F7-450E-BB8D-A37827116F6A}"/>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Lorem ipsum</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177" name="Group 176">
            <a:extLst>
              <a:ext uri="{FF2B5EF4-FFF2-40B4-BE49-F238E27FC236}">
                <a16:creationId xmlns:a16="http://schemas.microsoft.com/office/drawing/2014/main" id="{17702604-391B-4452-9615-6F356A8489A8}"/>
              </a:ext>
            </a:extLst>
          </p:cNvPr>
          <p:cNvGrpSpPr/>
          <p:nvPr/>
        </p:nvGrpSpPr>
        <p:grpSpPr>
          <a:xfrm>
            <a:off x="1075575" y="2826722"/>
            <a:ext cx="1018770" cy="983151"/>
            <a:chOff x="2244928" y="3314699"/>
            <a:chExt cx="1018770" cy="983151"/>
          </a:xfrm>
        </p:grpSpPr>
        <p:sp>
          <p:nvSpPr>
            <p:cNvPr id="187" name="Rectangle: Rounded Corners 186">
              <a:extLst>
                <a:ext uri="{FF2B5EF4-FFF2-40B4-BE49-F238E27FC236}">
                  <a16:creationId xmlns:a16="http://schemas.microsoft.com/office/drawing/2014/main" id="{54E9FD33-95C7-43F0-9C86-DB866A17A8E3}"/>
                </a:ext>
              </a:extLst>
            </p:cNvPr>
            <p:cNvSpPr/>
            <p:nvPr/>
          </p:nvSpPr>
          <p:spPr>
            <a:xfrm>
              <a:off x="2262738" y="3314699"/>
              <a:ext cx="983151" cy="98315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189" name="TextBox 188">
              <a:extLst>
                <a:ext uri="{FF2B5EF4-FFF2-40B4-BE49-F238E27FC236}">
                  <a16:creationId xmlns:a16="http://schemas.microsoft.com/office/drawing/2014/main" id="{A445A842-3B1E-41B2-8BC2-7EC3EDE329D9}"/>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2</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179" name="Group 178">
            <a:extLst>
              <a:ext uri="{FF2B5EF4-FFF2-40B4-BE49-F238E27FC236}">
                <a16:creationId xmlns:a16="http://schemas.microsoft.com/office/drawing/2014/main" id="{C2ECC020-B422-42B1-B76D-54A3A4EEC31E}"/>
              </a:ext>
            </a:extLst>
          </p:cNvPr>
          <p:cNvGrpSpPr/>
          <p:nvPr/>
        </p:nvGrpSpPr>
        <p:grpSpPr>
          <a:xfrm>
            <a:off x="2354164" y="3089011"/>
            <a:ext cx="3885376" cy="588358"/>
            <a:chOff x="3996490" y="2915746"/>
            <a:chExt cx="4056130" cy="588358"/>
          </a:xfrm>
        </p:grpSpPr>
        <p:sp>
          <p:nvSpPr>
            <p:cNvPr id="185" name="TextBox 184">
              <a:extLst>
                <a:ext uri="{FF2B5EF4-FFF2-40B4-BE49-F238E27FC236}">
                  <a16:creationId xmlns:a16="http://schemas.microsoft.com/office/drawing/2014/main" id="{E89DACA1-A5D0-43F5-A436-761A105B917C}"/>
                </a:ext>
              </a:extLst>
            </p:cNvPr>
            <p:cNvSpPr txBox="1"/>
            <p:nvPr/>
          </p:nvSpPr>
          <p:spPr>
            <a:xfrm>
              <a:off x="3996490" y="2915746"/>
              <a:ext cx="4056130" cy="338554"/>
            </a:xfrm>
            <a:prstGeom prst="rect">
              <a:avLst/>
            </a:prstGeom>
            <a:noFill/>
          </p:spPr>
          <p:txBody>
            <a:bodyPr wrap="square" rtlCol="0">
              <a:spAutoFit/>
            </a:bodyPr>
            <a:lstStyle/>
            <a:p>
              <a:r>
                <a:rPr lang="en-GB" sz="1600" b="1" dirty="0">
                  <a:solidFill>
                    <a:schemeClr val="tx1">
                      <a:lumMod val="75000"/>
                      <a:lumOff val="25000"/>
                    </a:schemeClr>
                  </a:solidFill>
                  <a:latin typeface="Segoe UI" panose="020B0502040204020203" pitchFamily="34" charset="0"/>
                  <a:cs typeface="Segoe UI" panose="020B0502040204020203" pitchFamily="34" charset="0"/>
                </a:rPr>
                <a:t>Agent 365</a:t>
              </a:r>
            </a:p>
          </p:txBody>
        </p:sp>
        <p:sp>
          <p:nvSpPr>
            <p:cNvPr id="186" name="TextBox 185">
              <a:extLst>
                <a:ext uri="{FF2B5EF4-FFF2-40B4-BE49-F238E27FC236}">
                  <a16:creationId xmlns:a16="http://schemas.microsoft.com/office/drawing/2014/main" id="{1FCD0581-8B18-43C2-8F8F-7F46C1CEB567}"/>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Lorem Ipsum</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192" name="Group 191">
            <a:extLst>
              <a:ext uri="{FF2B5EF4-FFF2-40B4-BE49-F238E27FC236}">
                <a16:creationId xmlns:a16="http://schemas.microsoft.com/office/drawing/2014/main" id="{3C1954FF-2AD0-4518-934B-4C485DCE7CDC}"/>
              </a:ext>
            </a:extLst>
          </p:cNvPr>
          <p:cNvGrpSpPr/>
          <p:nvPr/>
        </p:nvGrpSpPr>
        <p:grpSpPr>
          <a:xfrm>
            <a:off x="1093385" y="1447929"/>
            <a:ext cx="1018770" cy="983151"/>
            <a:chOff x="2262738" y="3314699"/>
            <a:chExt cx="1018770" cy="983151"/>
          </a:xfrm>
        </p:grpSpPr>
        <p:sp>
          <p:nvSpPr>
            <p:cNvPr id="202" name="Rectangle: Rounded Corners 201">
              <a:extLst>
                <a:ext uri="{FF2B5EF4-FFF2-40B4-BE49-F238E27FC236}">
                  <a16:creationId xmlns:a16="http://schemas.microsoft.com/office/drawing/2014/main" id="{2A657D8D-211F-43DA-A726-8E62F65F75EC}"/>
                </a:ext>
              </a:extLst>
            </p:cNvPr>
            <p:cNvSpPr/>
            <p:nvPr/>
          </p:nvSpPr>
          <p:spPr>
            <a:xfrm>
              <a:off x="2262738" y="3314699"/>
              <a:ext cx="983151" cy="98315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04" name="TextBox 203">
              <a:extLst>
                <a:ext uri="{FF2B5EF4-FFF2-40B4-BE49-F238E27FC236}">
                  <a16:creationId xmlns:a16="http://schemas.microsoft.com/office/drawing/2014/main" id="{84CA598F-7C1B-400D-800D-24F09175ABB4}"/>
                </a:ext>
              </a:extLst>
            </p:cNvPr>
            <p:cNvSpPr txBox="1"/>
            <p:nvPr/>
          </p:nvSpPr>
          <p:spPr>
            <a:xfrm>
              <a:off x="226273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1</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194" name="Group 193">
            <a:extLst>
              <a:ext uri="{FF2B5EF4-FFF2-40B4-BE49-F238E27FC236}">
                <a16:creationId xmlns:a16="http://schemas.microsoft.com/office/drawing/2014/main" id="{A0B19AE4-7479-43AE-9614-22574BC26EA7}"/>
              </a:ext>
            </a:extLst>
          </p:cNvPr>
          <p:cNvGrpSpPr/>
          <p:nvPr/>
        </p:nvGrpSpPr>
        <p:grpSpPr>
          <a:xfrm>
            <a:off x="2354164" y="1710218"/>
            <a:ext cx="3737534" cy="588358"/>
            <a:chOff x="3996489" y="2915746"/>
            <a:chExt cx="4056131" cy="588358"/>
          </a:xfrm>
        </p:grpSpPr>
        <p:sp>
          <p:nvSpPr>
            <p:cNvPr id="200" name="TextBox 199">
              <a:extLst>
                <a:ext uri="{FF2B5EF4-FFF2-40B4-BE49-F238E27FC236}">
                  <a16:creationId xmlns:a16="http://schemas.microsoft.com/office/drawing/2014/main" id="{2737A2E9-A9A9-45E4-BF13-6E6CFD9CCFDB}"/>
                </a:ext>
              </a:extLst>
            </p:cNvPr>
            <p:cNvSpPr txBox="1"/>
            <p:nvPr/>
          </p:nvSpPr>
          <p:spPr>
            <a:xfrm>
              <a:off x="3996489" y="2915746"/>
              <a:ext cx="4056129" cy="338554"/>
            </a:xfrm>
            <a:prstGeom prst="rect">
              <a:avLst/>
            </a:prstGeom>
            <a:noFill/>
          </p:spPr>
          <p:txBody>
            <a:bodyPr wrap="square" rtlCol="0">
              <a:spAutoFit/>
            </a:bodyPr>
            <a:lstStyle/>
            <a:p>
              <a:r>
                <a:rPr lang="en-GB" sz="1600" b="1" dirty="0">
                  <a:solidFill>
                    <a:schemeClr val="tx1">
                      <a:lumMod val="75000"/>
                      <a:lumOff val="25000"/>
                    </a:schemeClr>
                  </a:solidFill>
                  <a:latin typeface="Segoe UI" panose="020B0502040204020203" pitchFamily="34" charset="0"/>
                  <a:cs typeface="Segoe UI" panose="020B0502040204020203" pitchFamily="34" charset="0"/>
                </a:rPr>
                <a:t>Por </a:t>
              </a:r>
              <a:r>
                <a:rPr lang="en-GB" sz="1600" b="1" dirty="0" err="1">
                  <a:solidFill>
                    <a:schemeClr val="tx1">
                      <a:lumMod val="75000"/>
                      <a:lumOff val="25000"/>
                    </a:schemeClr>
                  </a:solidFill>
                  <a:latin typeface="Segoe UI" panose="020B0502040204020203" pitchFamily="34" charset="0"/>
                  <a:cs typeface="Segoe UI" panose="020B0502040204020203" pitchFamily="34" charset="0"/>
                </a:rPr>
                <a:t>Qué</a:t>
              </a:r>
              <a:r>
                <a:rPr lang="en-GB" sz="1600" b="1" dirty="0">
                  <a:solidFill>
                    <a:schemeClr val="tx1">
                      <a:lumMod val="75000"/>
                      <a:lumOff val="25000"/>
                    </a:schemeClr>
                  </a:solidFill>
                  <a:latin typeface="Segoe UI" panose="020B0502040204020203" pitchFamily="34" charset="0"/>
                  <a:cs typeface="Segoe UI" panose="020B0502040204020203" pitchFamily="34" charset="0"/>
                </a:rPr>
                <a:t> temenos </a:t>
              </a:r>
              <a:r>
                <a:rPr lang="en-GB" sz="1600" b="1" dirty="0" err="1">
                  <a:solidFill>
                    <a:schemeClr val="tx1">
                      <a:lumMod val="75000"/>
                      <a:lumOff val="25000"/>
                    </a:schemeClr>
                  </a:solidFill>
                  <a:latin typeface="Segoe UI" panose="020B0502040204020203" pitchFamily="34" charset="0"/>
                  <a:cs typeface="Segoe UI" panose="020B0502040204020203" pitchFamily="34" charset="0"/>
                </a:rPr>
                <a:t>una</a:t>
              </a:r>
              <a:r>
                <a:rPr lang="en-GB" sz="1600" b="1" dirty="0">
                  <a:solidFill>
                    <a:schemeClr val="tx1">
                      <a:lumMod val="75000"/>
                      <a:lumOff val="25000"/>
                    </a:schemeClr>
                  </a:solidFill>
                  <a:latin typeface="Segoe UI" panose="020B0502040204020203" pitchFamily="34" charset="0"/>
                  <a:cs typeface="Segoe UI" panose="020B0502040204020203" pitchFamily="34" charset="0"/>
                </a:rPr>
                <a:t> jungle?</a:t>
              </a:r>
            </a:p>
          </p:txBody>
        </p:sp>
        <p:sp>
          <p:nvSpPr>
            <p:cNvPr id="201" name="TextBox 200">
              <a:extLst>
                <a:ext uri="{FF2B5EF4-FFF2-40B4-BE49-F238E27FC236}">
                  <a16:creationId xmlns:a16="http://schemas.microsoft.com/office/drawing/2014/main" id="{4D769770-C99F-40D3-AA4A-D69BFF88E484}"/>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Lorem ipsum</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cxnSp>
        <p:nvCxnSpPr>
          <p:cNvPr id="216" name="Straight Connector 215">
            <a:extLst>
              <a:ext uri="{FF2B5EF4-FFF2-40B4-BE49-F238E27FC236}">
                <a16:creationId xmlns:a16="http://schemas.microsoft.com/office/drawing/2014/main" id="{D4BF8DAF-652C-41E5-BA3A-714203940373}"/>
              </a:ext>
            </a:extLst>
          </p:cNvPr>
          <p:cNvCxnSpPr>
            <a:cxnSpLocks/>
          </p:cNvCxnSpPr>
          <p:nvPr/>
        </p:nvCxnSpPr>
        <p:spPr>
          <a:xfrm>
            <a:off x="701950" y="1962319"/>
            <a:ext cx="0" cy="5076656"/>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7" name="Oval 216">
            <a:extLst>
              <a:ext uri="{FF2B5EF4-FFF2-40B4-BE49-F238E27FC236}">
                <a16:creationId xmlns:a16="http://schemas.microsoft.com/office/drawing/2014/main" id="{99C6DBA3-5EF6-4D3F-AAE5-75BF0569BC73}"/>
              </a:ext>
            </a:extLst>
          </p:cNvPr>
          <p:cNvSpPr/>
          <p:nvPr/>
        </p:nvSpPr>
        <p:spPr>
          <a:xfrm>
            <a:off x="637058" y="1874612"/>
            <a:ext cx="129785" cy="129785"/>
          </a:xfrm>
          <a:prstGeom prst="ellipse">
            <a:avLst/>
          </a:prstGeom>
          <a:solidFill>
            <a:schemeClr val="tx2"/>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19" name="Oval 218">
            <a:extLst>
              <a:ext uri="{FF2B5EF4-FFF2-40B4-BE49-F238E27FC236}">
                <a16:creationId xmlns:a16="http://schemas.microsoft.com/office/drawing/2014/main" id="{A9601130-C84D-44C2-A591-1759592C53AE}"/>
              </a:ext>
            </a:extLst>
          </p:cNvPr>
          <p:cNvSpPr/>
          <p:nvPr/>
        </p:nvSpPr>
        <p:spPr>
          <a:xfrm>
            <a:off x="637058" y="3253405"/>
            <a:ext cx="129785" cy="129785"/>
          </a:xfrm>
          <a:prstGeom prst="ellipse">
            <a:avLst/>
          </a:prstGeom>
          <a:solidFill>
            <a:schemeClr val="accent1"/>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20" name="Oval 219">
            <a:extLst>
              <a:ext uri="{FF2B5EF4-FFF2-40B4-BE49-F238E27FC236}">
                <a16:creationId xmlns:a16="http://schemas.microsoft.com/office/drawing/2014/main" id="{201307F4-0720-4B51-8BE7-76C6CD232982}"/>
              </a:ext>
            </a:extLst>
          </p:cNvPr>
          <p:cNvSpPr/>
          <p:nvPr/>
        </p:nvSpPr>
        <p:spPr>
          <a:xfrm>
            <a:off x="637058" y="4632198"/>
            <a:ext cx="129785" cy="129785"/>
          </a:xfrm>
          <a:prstGeom prst="ellipse">
            <a:avLst/>
          </a:prstGeom>
          <a:solidFill>
            <a:schemeClr val="accent3"/>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28" name="Group 161">
            <a:extLst>
              <a:ext uri="{FF2B5EF4-FFF2-40B4-BE49-F238E27FC236}">
                <a16:creationId xmlns:a16="http://schemas.microsoft.com/office/drawing/2014/main" id="{190ED1F3-D80A-EE4D-2AA5-CC28420C1E03}"/>
              </a:ext>
            </a:extLst>
          </p:cNvPr>
          <p:cNvGrpSpPr/>
          <p:nvPr/>
        </p:nvGrpSpPr>
        <p:grpSpPr>
          <a:xfrm>
            <a:off x="6742950" y="4249890"/>
            <a:ext cx="1018770" cy="983151"/>
            <a:chOff x="2244928" y="3314699"/>
            <a:chExt cx="1018770" cy="983151"/>
          </a:xfrm>
        </p:grpSpPr>
        <p:sp>
          <p:nvSpPr>
            <p:cNvPr id="29" name="Rectangle: Rounded Corners 171">
              <a:extLst>
                <a:ext uri="{FF2B5EF4-FFF2-40B4-BE49-F238E27FC236}">
                  <a16:creationId xmlns:a16="http://schemas.microsoft.com/office/drawing/2014/main" id="{DF4205BB-B4DE-DA0E-1F8D-60BCCCF621C7}"/>
                </a:ext>
              </a:extLst>
            </p:cNvPr>
            <p:cNvSpPr/>
            <p:nvPr/>
          </p:nvSpPr>
          <p:spPr>
            <a:xfrm>
              <a:off x="2262738" y="3314699"/>
              <a:ext cx="983151" cy="983151"/>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30" name="TextBox 173">
              <a:extLst>
                <a:ext uri="{FF2B5EF4-FFF2-40B4-BE49-F238E27FC236}">
                  <a16:creationId xmlns:a16="http://schemas.microsoft.com/office/drawing/2014/main" id="{1551E69C-4B15-6D25-3573-98D00EAF6944}"/>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6</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31" name="Group 163">
            <a:extLst>
              <a:ext uri="{FF2B5EF4-FFF2-40B4-BE49-F238E27FC236}">
                <a16:creationId xmlns:a16="http://schemas.microsoft.com/office/drawing/2014/main" id="{60D5FD02-2CB3-6F90-D540-D5B11FA84C2C}"/>
              </a:ext>
            </a:extLst>
          </p:cNvPr>
          <p:cNvGrpSpPr/>
          <p:nvPr/>
        </p:nvGrpSpPr>
        <p:grpSpPr>
          <a:xfrm>
            <a:off x="8021539" y="4512178"/>
            <a:ext cx="4056130" cy="588359"/>
            <a:chOff x="3996490" y="2915745"/>
            <a:chExt cx="4056130" cy="588359"/>
          </a:xfrm>
        </p:grpSpPr>
        <p:sp>
          <p:nvSpPr>
            <p:cNvPr id="32" name="TextBox 169">
              <a:extLst>
                <a:ext uri="{FF2B5EF4-FFF2-40B4-BE49-F238E27FC236}">
                  <a16:creationId xmlns:a16="http://schemas.microsoft.com/office/drawing/2014/main" id="{E32C69AB-1DF0-D521-C52E-B86BA81698EE}"/>
                </a:ext>
              </a:extLst>
            </p:cNvPr>
            <p:cNvSpPr txBox="1"/>
            <p:nvPr/>
          </p:nvSpPr>
          <p:spPr>
            <a:xfrm>
              <a:off x="3996490" y="2915745"/>
              <a:ext cx="4056128" cy="350919"/>
            </a:xfrm>
            <a:prstGeom prst="rect">
              <a:avLst/>
            </a:prstGeom>
            <a:noFill/>
          </p:spPr>
          <p:txBody>
            <a:bodyPr wrap="square" rtlCol="0">
              <a:spAutoFit/>
            </a:bodyPr>
            <a:lstStyle/>
            <a:p>
              <a:r>
                <a:rPr lang="en-GB" sz="1600" b="1">
                  <a:solidFill>
                    <a:schemeClr val="tx1">
                      <a:lumMod val="75000"/>
                      <a:lumOff val="25000"/>
                    </a:schemeClr>
                  </a:solidFill>
                  <a:latin typeface="Segoe UI" panose="020B0502040204020203" pitchFamily="34" charset="0"/>
                  <a:cs typeface="Segoe UI" panose="020B0502040204020203" pitchFamily="34" charset="0"/>
                </a:rPr>
                <a:t>Lorem ipsum</a:t>
              </a:r>
            </a:p>
          </p:txBody>
        </p:sp>
        <p:sp>
          <p:nvSpPr>
            <p:cNvPr id="33" name="TextBox 170">
              <a:extLst>
                <a:ext uri="{FF2B5EF4-FFF2-40B4-BE49-F238E27FC236}">
                  <a16:creationId xmlns:a16="http://schemas.microsoft.com/office/drawing/2014/main" id="{32928199-3F6C-6038-1A15-799B1047F95C}"/>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Lorem ipsum</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34" name="Group 176">
            <a:extLst>
              <a:ext uri="{FF2B5EF4-FFF2-40B4-BE49-F238E27FC236}">
                <a16:creationId xmlns:a16="http://schemas.microsoft.com/office/drawing/2014/main" id="{019EE28A-F7A7-AB69-F64E-E3B46572A14D}"/>
              </a:ext>
            </a:extLst>
          </p:cNvPr>
          <p:cNvGrpSpPr/>
          <p:nvPr/>
        </p:nvGrpSpPr>
        <p:grpSpPr>
          <a:xfrm>
            <a:off x="6742950" y="2871097"/>
            <a:ext cx="1018770" cy="983151"/>
            <a:chOff x="2244928" y="3314699"/>
            <a:chExt cx="1018770" cy="983151"/>
          </a:xfrm>
        </p:grpSpPr>
        <p:sp>
          <p:nvSpPr>
            <p:cNvPr id="35" name="Rectangle: Rounded Corners 186">
              <a:extLst>
                <a:ext uri="{FF2B5EF4-FFF2-40B4-BE49-F238E27FC236}">
                  <a16:creationId xmlns:a16="http://schemas.microsoft.com/office/drawing/2014/main" id="{ED97634B-C0F8-FF35-80D8-485AA68CAAA2}"/>
                </a:ext>
              </a:extLst>
            </p:cNvPr>
            <p:cNvSpPr/>
            <p:nvPr/>
          </p:nvSpPr>
          <p:spPr>
            <a:xfrm>
              <a:off x="2262738" y="3314699"/>
              <a:ext cx="983151" cy="983151"/>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36" name="TextBox 188">
              <a:extLst>
                <a:ext uri="{FF2B5EF4-FFF2-40B4-BE49-F238E27FC236}">
                  <a16:creationId xmlns:a16="http://schemas.microsoft.com/office/drawing/2014/main" id="{0BA8A846-D1AA-409F-EE6C-D240D68FE38E}"/>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5</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37" name="Group 178">
            <a:extLst>
              <a:ext uri="{FF2B5EF4-FFF2-40B4-BE49-F238E27FC236}">
                <a16:creationId xmlns:a16="http://schemas.microsoft.com/office/drawing/2014/main" id="{9D70285F-1F8F-B577-F1E9-FF1CDA0FFC71}"/>
              </a:ext>
            </a:extLst>
          </p:cNvPr>
          <p:cNvGrpSpPr/>
          <p:nvPr/>
        </p:nvGrpSpPr>
        <p:grpSpPr>
          <a:xfrm>
            <a:off x="8021539" y="3133386"/>
            <a:ext cx="4056130" cy="588358"/>
            <a:chOff x="3996490" y="2915746"/>
            <a:chExt cx="4056130" cy="588358"/>
          </a:xfrm>
        </p:grpSpPr>
        <p:sp>
          <p:nvSpPr>
            <p:cNvPr id="38" name="TextBox 184">
              <a:extLst>
                <a:ext uri="{FF2B5EF4-FFF2-40B4-BE49-F238E27FC236}">
                  <a16:creationId xmlns:a16="http://schemas.microsoft.com/office/drawing/2014/main" id="{19D83CA5-7630-4913-8991-E80AD731213C}"/>
                </a:ext>
              </a:extLst>
            </p:cNvPr>
            <p:cNvSpPr txBox="1"/>
            <p:nvPr/>
          </p:nvSpPr>
          <p:spPr>
            <a:xfrm>
              <a:off x="3996490" y="2915746"/>
              <a:ext cx="4056130" cy="338554"/>
            </a:xfrm>
            <a:prstGeom prst="rect">
              <a:avLst/>
            </a:prstGeom>
            <a:noFill/>
          </p:spPr>
          <p:txBody>
            <a:bodyPr wrap="square" rtlCol="0">
              <a:spAutoFit/>
            </a:bodyPr>
            <a:lstStyle/>
            <a:p>
              <a:r>
                <a:rPr lang="en-GB" sz="1600" b="1" dirty="0">
                  <a:solidFill>
                    <a:schemeClr val="tx1">
                      <a:lumMod val="75000"/>
                      <a:lumOff val="25000"/>
                    </a:schemeClr>
                  </a:solidFill>
                  <a:latin typeface="Segoe UI" panose="020B0502040204020203" pitchFamily="34" charset="0"/>
                  <a:cs typeface="Segoe UI" panose="020B0502040204020203" pitchFamily="34" charset="0"/>
                </a:rPr>
                <a:t>Agent 365 SDK</a:t>
              </a:r>
            </a:p>
          </p:txBody>
        </p:sp>
        <p:sp>
          <p:nvSpPr>
            <p:cNvPr id="39" name="TextBox 185">
              <a:extLst>
                <a:ext uri="{FF2B5EF4-FFF2-40B4-BE49-F238E27FC236}">
                  <a16:creationId xmlns:a16="http://schemas.microsoft.com/office/drawing/2014/main" id="{9402CEDC-E2ED-7150-5F7A-D9BDC841C17E}"/>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Lorem Ipsum</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40" name="Group 191">
            <a:extLst>
              <a:ext uri="{FF2B5EF4-FFF2-40B4-BE49-F238E27FC236}">
                <a16:creationId xmlns:a16="http://schemas.microsoft.com/office/drawing/2014/main" id="{504AC61D-DC6E-4B14-F10B-A8FE6B2DCCB3}"/>
              </a:ext>
            </a:extLst>
          </p:cNvPr>
          <p:cNvGrpSpPr/>
          <p:nvPr/>
        </p:nvGrpSpPr>
        <p:grpSpPr>
          <a:xfrm>
            <a:off x="6760760" y="1492304"/>
            <a:ext cx="1018770" cy="983151"/>
            <a:chOff x="2262738" y="3314699"/>
            <a:chExt cx="1018770" cy="983151"/>
          </a:xfrm>
        </p:grpSpPr>
        <p:sp>
          <p:nvSpPr>
            <p:cNvPr id="41" name="Rectangle: Rounded Corners 201">
              <a:extLst>
                <a:ext uri="{FF2B5EF4-FFF2-40B4-BE49-F238E27FC236}">
                  <a16:creationId xmlns:a16="http://schemas.microsoft.com/office/drawing/2014/main" id="{B5695B62-9746-A11F-E5D1-0C6F333F599A}"/>
                </a:ext>
              </a:extLst>
            </p:cNvPr>
            <p:cNvSpPr/>
            <p:nvPr/>
          </p:nvSpPr>
          <p:spPr>
            <a:xfrm>
              <a:off x="2262738" y="3314699"/>
              <a:ext cx="983151" cy="98315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2" name="TextBox 203">
              <a:extLst>
                <a:ext uri="{FF2B5EF4-FFF2-40B4-BE49-F238E27FC236}">
                  <a16:creationId xmlns:a16="http://schemas.microsoft.com/office/drawing/2014/main" id="{630DF5F5-F29D-132F-8BAA-3462D6C011F9}"/>
                </a:ext>
              </a:extLst>
            </p:cNvPr>
            <p:cNvSpPr txBox="1"/>
            <p:nvPr/>
          </p:nvSpPr>
          <p:spPr>
            <a:xfrm>
              <a:off x="226273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4</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43" name="Group 193">
            <a:extLst>
              <a:ext uri="{FF2B5EF4-FFF2-40B4-BE49-F238E27FC236}">
                <a16:creationId xmlns:a16="http://schemas.microsoft.com/office/drawing/2014/main" id="{7F7B9646-6152-0860-F162-56DEEF92E2CF}"/>
              </a:ext>
            </a:extLst>
          </p:cNvPr>
          <p:cNvGrpSpPr/>
          <p:nvPr/>
        </p:nvGrpSpPr>
        <p:grpSpPr>
          <a:xfrm>
            <a:off x="8021538" y="1754593"/>
            <a:ext cx="4056131" cy="588358"/>
            <a:chOff x="3996489" y="2915746"/>
            <a:chExt cx="4056131" cy="588358"/>
          </a:xfrm>
        </p:grpSpPr>
        <p:sp>
          <p:nvSpPr>
            <p:cNvPr id="44" name="TextBox 199">
              <a:extLst>
                <a:ext uri="{FF2B5EF4-FFF2-40B4-BE49-F238E27FC236}">
                  <a16:creationId xmlns:a16="http://schemas.microsoft.com/office/drawing/2014/main" id="{55307E6B-ECD7-1621-47E3-998BE4FBE0AA}"/>
                </a:ext>
              </a:extLst>
            </p:cNvPr>
            <p:cNvSpPr txBox="1"/>
            <p:nvPr/>
          </p:nvSpPr>
          <p:spPr>
            <a:xfrm>
              <a:off x="3996489" y="2915746"/>
              <a:ext cx="4056129" cy="338554"/>
            </a:xfrm>
            <a:prstGeom prst="rect">
              <a:avLst/>
            </a:prstGeom>
            <a:noFill/>
          </p:spPr>
          <p:txBody>
            <a:bodyPr wrap="square" rtlCol="0">
              <a:spAutoFit/>
            </a:bodyPr>
            <a:lstStyle/>
            <a:p>
              <a:r>
                <a:rPr lang="en-GB" sz="1600" b="1" dirty="0">
                  <a:solidFill>
                    <a:schemeClr val="tx1">
                      <a:lumMod val="75000"/>
                      <a:lumOff val="25000"/>
                    </a:schemeClr>
                  </a:solidFill>
                  <a:latin typeface="Segoe UI" panose="020B0502040204020203" pitchFamily="34" charset="0"/>
                  <a:cs typeface="Segoe UI" panose="020B0502040204020203" pitchFamily="34" charset="0"/>
                </a:rPr>
                <a:t>Uso y Control</a:t>
              </a:r>
            </a:p>
          </p:txBody>
        </p:sp>
        <p:sp>
          <p:nvSpPr>
            <p:cNvPr id="45" name="TextBox 200">
              <a:extLst>
                <a:ext uri="{FF2B5EF4-FFF2-40B4-BE49-F238E27FC236}">
                  <a16:creationId xmlns:a16="http://schemas.microsoft.com/office/drawing/2014/main" id="{6911EFB4-284B-80A7-80C3-F2F776E69672}"/>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Lorem ipsum</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cxnSp>
        <p:nvCxnSpPr>
          <p:cNvPr id="46" name="Straight Connector 215">
            <a:extLst>
              <a:ext uri="{FF2B5EF4-FFF2-40B4-BE49-F238E27FC236}">
                <a16:creationId xmlns:a16="http://schemas.microsoft.com/office/drawing/2014/main" id="{FA8B5E3A-8635-108C-5A55-955A82F693B1}"/>
              </a:ext>
            </a:extLst>
          </p:cNvPr>
          <p:cNvCxnSpPr>
            <a:cxnSpLocks/>
          </p:cNvCxnSpPr>
          <p:nvPr/>
        </p:nvCxnSpPr>
        <p:spPr>
          <a:xfrm>
            <a:off x="6369325" y="2006694"/>
            <a:ext cx="0" cy="5076656"/>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7" name="Oval 216">
            <a:extLst>
              <a:ext uri="{FF2B5EF4-FFF2-40B4-BE49-F238E27FC236}">
                <a16:creationId xmlns:a16="http://schemas.microsoft.com/office/drawing/2014/main" id="{54EBDAC6-DDBA-7751-4243-FF3A73972523}"/>
              </a:ext>
            </a:extLst>
          </p:cNvPr>
          <p:cNvSpPr/>
          <p:nvPr/>
        </p:nvSpPr>
        <p:spPr>
          <a:xfrm>
            <a:off x="6304433" y="1918987"/>
            <a:ext cx="129785" cy="129785"/>
          </a:xfrm>
          <a:prstGeom prst="ellipse">
            <a:avLst/>
          </a:prstGeom>
          <a:solidFill>
            <a:schemeClr val="accent2"/>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8" name="Oval 218">
            <a:extLst>
              <a:ext uri="{FF2B5EF4-FFF2-40B4-BE49-F238E27FC236}">
                <a16:creationId xmlns:a16="http://schemas.microsoft.com/office/drawing/2014/main" id="{98D04922-2BC7-72FC-892D-2DC78E4A9EDD}"/>
              </a:ext>
            </a:extLst>
          </p:cNvPr>
          <p:cNvSpPr/>
          <p:nvPr/>
        </p:nvSpPr>
        <p:spPr>
          <a:xfrm>
            <a:off x="6304433" y="3297780"/>
            <a:ext cx="129785" cy="129785"/>
          </a:xfrm>
          <a:prstGeom prst="ellipse">
            <a:avLst/>
          </a:prstGeom>
          <a:solidFill>
            <a:schemeClr val="accent4"/>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9" name="Oval 219">
            <a:extLst>
              <a:ext uri="{FF2B5EF4-FFF2-40B4-BE49-F238E27FC236}">
                <a16:creationId xmlns:a16="http://schemas.microsoft.com/office/drawing/2014/main" id="{29F68434-CAA1-8A88-762D-472FDEDCCD2E}"/>
              </a:ext>
            </a:extLst>
          </p:cNvPr>
          <p:cNvSpPr/>
          <p:nvPr/>
        </p:nvSpPr>
        <p:spPr>
          <a:xfrm>
            <a:off x="6304433" y="4676573"/>
            <a:ext cx="129785" cy="129785"/>
          </a:xfrm>
          <a:prstGeom prst="ellipse">
            <a:avLst/>
          </a:prstGeom>
          <a:solidFill>
            <a:schemeClr val="bg2">
              <a:lumMod val="50000"/>
            </a:schemeClr>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90770231"/>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D4283B85-B9B3-4A76-847C-0E331C4606CD}"/>
              </a:ext>
            </a:extLst>
          </p:cNvPr>
          <p:cNvGrpSpPr/>
          <p:nvPr/>
        </p:nvGrpSpPr>
        <p:grpSpPr>
          <a:xfrm>
            <a:off x="8787740" y="2848566"/>
            <a:ext cx="2312060" cy="2002891"/>
            <a:chOff x="8787740" y="2848566"/>
            <a:chExt cx="2312060" cy="2002891"/>
          </a:xfrm>
          <a:solidFill>
            <a:schemeClr val="accent1"/>
          </a:solidFill>
        </p:grpSpPr>
        <p:sp>
          <p:nvSpPr>
            <p:cNvPr id="57" name="Freeform: Shape 56">
              <a:extLst>
                <a:ext uri="{FF2B5EF4-FFF2-40B4-BE49-F238E27FC236}">
                  <a16:creationId xmlns:a16="http://schemas.microsoft.com/office/drawing/2014/main" id="{C7559B08-F205-484B-8BCD-6B7BBB03D4C1}"/>
                </a:ext>
              </a:extLst>
            </p:cNvPr>
            <p:cNvSpPr/>
            <p:nvPr/>
          </p:nvSpPr>
          <p:spPr>
            <a:xfrm>
              <a:off x="8787740" y="2848566"/>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grpFill/>
            <a:ln w="9525" cap="flat">
              <a:noFill/>
              <a:prstDash val="solid"/>
              <a:miter/>
            </a:ln>
            <a:effectLst>
              <a:outerShdw blurRad="901700" dist="800100" dir="2700000" sx="91000" sy="91000" algn="tl" rotWithShape="0">
                <a:prstClr val="black">
                  <a:alpha val="15000"/>
                </a:prstClr>
              </a:outerShdw>
            </a:effectLst>
          </p:spPr>
          <p:txBody>
            <a:bodyPr rtlCol="0" anchor="ctr"/>
            <a:lstStyle/>
            <a:p>
              <a:endParaRPr lang="en-GB">
                <a:solidFill>
                  <a:schemeClr val="accent3"/>
                </a:solidFill>
                <a:latin typeface="Segoe UI" panose="020B0502040204020203" pitchFamily="34" charset="0"/>
                <a:cs typeface="Segoe UI" panose="020B0502040204020203" pitchFamily="34" charset="0"/>
              </a:endParaRPr>
            </a:p>
          </p:txBody>
        </p:sp>
        <p:sp>
          <p:nvSpPr>
            <p:cNvPr id="58" name="TextBox 57">
              <a:extLst>
                <a:ext uri="{FF2B5EF4-FFF2-40B4-BE49-F238E27FC236}">
                  <a16:creationId xmlns:a16="http://schemas.microsoft.com/office/drawing/2014/main" id="{BEB51C1F-0C2F-4253-97AC-BBB43CA4386B}"/>
                </a:ext>
              </a:extLst>
            </p:cNvPr>
            <p:cNvSpPr txBox="1"/>
            <p:nvPr/>
          </p:nvSpPr>
          <p:spPr>
            <a:xfrm>
              <a:off x="9294614" y="3668323"/>
              <a:ext cx="1621036" cy="554639"/>
            </a:xfrm>
            <a:prstGeom prst="rect">
              <a:avLst/>
            </a:prstGeom>
            <a:grpFill/>
          </p:spPr>
          <p:txBody>
            <a:bodyPr wrap="square" rtlCol="0">
              <a:spAutoFit/>
            </a:bodyPr>
            <a:lstStyle/>
            <a:p>
              <a:pPr>
                <a:lnSpc>
                  <a:spcPct val="110000"/>
                </a:lnSpc>
              </a:pPr>
              <a:r>
                <a:rPr lang="en-GB" sz="1400" b="1">
                  <a:solidFill>
                    <a:schemeClr val="bg1"/>
                  </a:solidFill>
                  <a:latin typeface="Segoe UI" panose="020B0502040204020203" pitchFamily="34" charset="0"/>
                  <a:cs typeface="Segoe UI" panose="020B0502040204020203" pitchFamily="34" charset="0"/>
                </a:rPr>
                <a:t>Manos arriba</a:t>
              </a:r>
            </a:p>
          </p:txBody>
        </p:sp>
      </p:grpSp>
      <p:sp>
        <p:nvSpPr>
          <p:cNvPr id="50" name="TextBox 49">
            <a:extLst>
              <a:ext uri="{FF2B5EF4-FFF2-40B4-BE49-F238E27FC236}">
                <a16:creationId xmlns:a16="http://schemas.microsoft.com/office/drawing/2014/main" id="{A1132D1E-026C-40AC-A574-840FAAA2B9E1}"/>
              </a:ext>
            </a:extLst>
          </p:cNvPr>
          <p:cNvSpPr txBox="1"/>
          <p:nvPr/>
        </p:nvSpPr>
        <p:spPr>
          <a:xfrm>
            <a:off x="1088136" y="2377440"/>
            <a:ext cx="6035040" cy="2011680"/>
          </a:xfrm>
          <a:prstGeom prst="rect">
            <a:avLst/>
          </a:prstGeom>
          <a:noFill/>
        </p:spPr>
        <p:txBody>
          <a:bodyPr wrap="square" rtlCol="0">
            <a:spAutoFit/>
          </a:bodyPr>
          <a:lstStyle/>
          <a:p>
            <a:pPr>
              <a:lnSpc>
                <a:spcPct val="70000"/>
              </a:lnSpc>
            </a:pPr>
            <a:r>
              <a:rPr lang="en-GB" sz="3600" b="1">
                <a:solidFill>
                  <a:schemeClr val="accent1"/>
                </a:solidFill>
                <a:latin typeface="Segoe UI" panose="020B0502040204020203" pitchFamily="34" charset="0"/>
                <a:cs typeface="Segoe UI" panose="020B0502040204020203" pitchFamily="34" charset="0"/>
              </a:rPr>
              <a:t>¿Cuántos agentes</a:t>
            </a:r>
          </a:p>
          <a:p>
            <a:pPr>
              <a:lnSpc>
                <a:spcPct val="70000"/>
              </a:lnSpc>
            </a:pPr>
            <a:r>
              <a:rPr lang="en-GB" sz="3600" b="1">
                <a:solidFill>
                  <a:schemeClr val="accent1"/>
                </a:solidFill>
                <a:latin typeface="Segoe UI" panose="020B0502040204020203" pitchFamily="34" charset="0"/>
                <a:cs typeface="Segoe UI" panose="020B0502040204020203" pitchFamily="34" charset="0"/>
              </a:rPr>
              <a:t>tenéis ahora mismo?</a:t>
            </a:r>
          </a:p>
        </p:txBody>
      </p:sp>
      <p:sp>
        <p:nvSpPr>
          <p:cNvPr id="51" name="TextBox 50">
            <a:extLst>
              <a:ext uri="{FF2B5EF4-FFF2-40B4-BE49-F238E27FC236}">
                <a16:creationId xmlns:a16="http://schemas.microsoft.com/office/drawing/2014/main" id="{4A8C2E6D-15BE-4A3A-825C-6F5610C08EC9}"/>
              </a:ext>
            </a:extLst>
          </p:cNvPr>
          <p:cNvSpPr txBox="1"/>
          <p:nvPr/>
        </p:nvSpPr>
        <p:spPr>
          <a:xfrm>
            <a:off x="1092200" y="4712923"/>
            <a:ext cx="4363456" cy="628826"/>
          </a:xfrm>
          <a:prstGeom prst="rect">
            <a:avLst/>
          </a:prstGeom>
          <a:noFill/>
        </p:spPr>
        <p:txBody>
          <a:bodyPr wrap="square" rtlCol="0">
            <a:spAutoFit/>
          </a:bodyPr>
          <a:lstStyle/>
          <a:p>
            <a:pPr>
              <a:lnSpc>
                <a:spcPct val="130000"/>
              </a:lnSpc>
            </a:pPr>
            <a:r>
              <a:rPr lang="en-GB" sz="1400">
                <a:solidFill>
                  <a:schemeClr val="accent1"/>
                </a:solidFill>
                <a:latin typeface="Segoe UI" panose="020B0502040204020203" pitchFamily="34" charset="0"/>
                <a:cs typeface="Segoe UI" panose="020B0502040204020203" pitchFamily="34" charset="0"/>
              </a:rPr>
              <a:t>Y ahora bajad la mano los que no podríais demostrarlo con una captura en los próximos dos minutos.</a:t>
            </a:r>
          </a:p>
        </p:txBody>
      </p:sp>
    </p:spTree>
    <p:extLst>
      <p:ext uri="{BB962C8B-B14F-4D97-AF65-F5344CB8AC3E}">
        <p14:creationId xmlns:p14="http://schemas.microsoft.com/office/powerpoint/2010/main" val="4270038734"/>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0BC1-6FA2-6F28-02C7-7D2A54FB63CA}"/>
            </a:ext>
          </a:extLst>
        </p:cNvPr>
        <p:cNvGrpSpPr/>
        <p:nvPr/>
      </p:nvGrpSpPr>
      <p:grpSpPr>
        <a:xfrm>
          <a:off x="0" y="0"/>
          <a:ext cx="0" cy="0"/>
          <a:chOff x="0" y="0"/>
          <a:chExt cx="0" cy="0"/>
        </a:xfrm>
      </p:grpSpPr>
      <p:sp>
        <p:nvSpPr>
          <p:cNvPr id="197" name="TextBox 196">
            <a:extLst>
              <a:ext uri="{FF2B5EF4-FFF2-40B4-BE49-F238E27FC236}">
                <a16:creationId xmlns:a16="http://schemas.microsoft.com/office/drawing/2014/main" id="{AC2EE564-C57B-949E-5A11-9F2E1F944678}"/>
              </a:ext>
            </a:extLst>
          </p:cNvPr>
          <p:cNvSpPr txBox="1"/>
          <p:nvPr/>
        </p:nvSpPr>
        <p:spPr>
          <a:xfrm>
            <a:off x="1494971" y="4888698"/>
            <a:ext cx="9202058" cy="628826"/>
          </a:xfrm>
          <a:prstGeom prst="rect">
            <a:avLst/>
          </a:prstGeom>
          <a:noFill/>
        </p:spPr>
        <p:txBody>
          <a:bodyPr wrap="square" rtlCol="0">
            <a:spAutoFit/>
          </a:bodyPr>
          <a:lstStyle/>
          <a:p>
            <a:pPr algn="ctr">
              <a:lnSpc>
                <a:spcPct val="130000"/>
              </a:lnSpc>
            </a:pPr>
            <a:r>
              <a:rPr lang="en-GB" sz="1400" dirty="0">
                <a:solidFill>
                  <a:schemeClr val="bg1"/>
                </a:solidFill>
                <a:latin typeface="Segoe UI" panose="020B0502040204020203" pitchFamily="34" charset="0"/>
                <a:cs typeface="Segoe UI" panose="020B0502040204020203" pitchFamily="34" charset="0"/>
              </a:rPr>
              <a:t>En </a:t>
            </a:r>
            <a:r>
              <a:rPr lang="en-GB" sz="1400" dirty="0" err="1">
                <a:solidFill>
                  <a:schemeClr val="bg1"/>
                </a:solidFill>
                <a:latin typeface="Segoe UI" panose="020B0502040204020203" pitchFamily="34" charset="0"/>
                <a:cs typeface="Segoe UI" panose="020B0502040204020203" pitchFamily="34" charset="0"/>
              </a:rPr>
              <a:t>los</a:t>
            </a:r>
            <a:r>
              <a:rPr lang="en-GB" sz="1400" dirty="0">
                <a:solidFill>
                  <a:schemeClr val="bg1"/>
                </a:solidFill>
                <a:latin typeface="Segoe UI" panose="020B0502040204020203" pitchFamily="34" charset="0"/>
                <a:cs typeface="Segoe UI" panose="020B0502040204020203" pitchFamily="34" charset="0"/>
              </a:rPr>
              <a:t> primeros meses de preview de Agent 365 </a:t>
            </a:r>
            <a:r>
              <a:rPr lang="en-GB" sz="1400" dirty="0" err="1">
                <a:solidFill>
                  <a:schemeClr val="bg1"/>
                </a:solidFill>
                <a:latin typeface="Segoe UI" panose="020B0502040204020203" pitchFamily="34" charset="0"/>
                <a:cs typeface="Segoe UI" panose="020B0502040204020203" pitchFamily="34" charset="0"/>
              </a:rPr>
              <a:t>aparecieron</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decenas</a:t>
            </a:r>
            <a:r>
              <a:rPr lang="en-GB" sz="1400" dirty="0">
                <a:solidFill>
                  <a:schemeClr val="bg1"/>
                </a:solidFill>
                <a:latin typeface="Segoe UI" panose="020B0502040204020203" pitchFamily="34" charset="0"/>
                <a:cs typeface="Segoe UI" panose="020B0502040204020203" pitchFamily="34" charset="0"/>
              </a:rPr>
              <a:t> de </a:t>
            </a:r>
            <a:r>
              <a:rPr lang="en-GB" sz="1400" dirty="0" err="1">
                <a:solidFill>
                  <a:schemeClr val="bg1"/>
                </a:solidFill>
                <a:latin typeface="Segoe UI" panose="020B0502040204020203" pitchFamily="34" charset="0"/>
                <a:cs typeface="Segoe UI" panose="020B0502040204020203" pitchFamily="34" charset="0"/>
              </a:rPr>
              <a:t>millones</a:t>
            </a:r>
            <a:r>
              <a:rPr lang="en-GB" sz="1400" dirty="0">
                <a:solidFill>
                  <a:schemeClr val="bg1"/>
                </a:solidFill>
                <a:latin typeface="Segoe UI" panose="020B0502040204020203" pitchFamily="34" charset="0"/>
                <a:cs typeface="Segoe UI" panose="020B0502040204020203" pitchFamily="34" charset="0"/>
              </a:rPr>
              <a:t> de </a:t>
            </a:r>
            <a:r>
              <a:rPr lang="en-GB" sz="1400" dirty="0" err="1">
                <a:solidFill>
                  <a:schemeClr val="bg1"/>
                </a:solidFill>
                <a:latin typeface="Segoe UI" panose="020B0502040204020203" pitchFamily="34" charset="0"/>
                <a:cs typeface="Segoe UI" panose="020B0502040204020203" pitchFamily="34" charset="0"/>
              </a:rPr>
              <a:t>agentes</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en</a:t>
            </a:r>
            <a:r>
              <a:rPr lang="en-GB" sz="1400" dirty="0">
                <a:solidFill>
                  <a:schemeClr val="bg1"/>
                </a:solidFill>
                <a:latin typeface="Segoe UI" panose="020B0502040204020203" pitchFamily="34" charset="0"/>
                <a:cs typeface="Segoe UI" panose="020B0502040204020203" pitchFamily="34" charset="0"/>
              </a:rPr>
              <a:t> el registry. No </a:t>
            </a:r>
            <a:r>
              <a:rPr lang="en-GB" sz="1400" dirty="0" err="1">
                <a:solidFill>
                  <a:schemeClr val="bg1"/>
                </a:solidFill>
                <a:latin typeface="Segoe UI" panose="020B0502040204020203" pitchFamily="34" charset="0"/>
                <a:cs typeface="Segoe UI" panose="020B0502040204020203" pitchFamily="34" charset="0"/>
              </a:rPr>
              <a:t>eran</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proyecciones</a:t>
            </a:r>
            <a:r>
              <a:rPr lang="en-GB" sz="1400" dirty="0">
                <a:solidFill>
                  <a:schemeClr val="bg1"/>
                </a:solidFill>
                <a:latin typeface="Segoe UI" panose="020B0502040204020203" pitchFamily="34" charset="0"/>
                <a:cs typeface="Segoe UI" panose="020B0502040204020203" pitchFamily="34" charset="0"/>
              </a:rPr>
              <a:t> de </a:t>
            </a:r>
            <a:r>
              <a:rPr lang="en-GB" sz="1400" dirty="0" err="1">
                <a:solidFill>
                  <a:schemeClr val="bg1"/>
                </a:solidFill>
                <a:latin typeface="Segoe UI" panose="020B0502040204020203" pitchFamily="34" charset="0"/>
                <a:cs typeface="Segoe UI" panose="020B0502040204020203" pitchFamily="34" charset="0"/>
              </a:rPr>
              <a:t>adopción</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eran</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agentes</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que</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ya</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existían</a:t>
            </a:r>
            <a:r>
              <a:rPr lang="en-GB" sz="1400" dirty="0">
                <a:solidFill>
                  <a:schemeClr val="bg1"/>
                </a:solidFill>
                <a:latin typeface="Segoe UI" panose="020B0502040204020203" pitchFamily="34" charset="0"/>
                <a:cs typeface="Segoe UI" panose="020B0502040204020203" pitchFamily="34" charset="0"/>
              </a:rPr>
              <a:t> y </a:t>
            </a:r>
            <a:r>
              <a:rPr lang="en-GB" sz="1400" dirty="0" err="1">
                <a:solidFill>
                  <a:schemeClr val="bg1"/>
                </a:solidFill>
                <a:latin typeface="Segoe UI" panose="020B0502040204020203" pitchFamily="34" charset="0"/>
                <a:cs typeface="Segoe UI" panose="020B0502040204020203" pitchFamily="34" charset="0"/>
              </a:rPr>
              <a:t>ya</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estaban</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funcionando</a:t>
            </a:r>
            <a:r>
              <a:rPr lang="en-GB" sz="1400" dirty="0">
                <a:solidFill>
                  <a:schemeClr val="bg1"/>
                </a:solidFill>
                <a:latin typeface="Segoe UI" panose="020B0502040204020203" pitchFamily="34" charset="0"/>
                <a:cs typeface="Segoe UI" panose="020B0502040204020203" pitchFamily="34" charset="0"/>
              </a:rPr>
              <a:t>.</a:t>
            </a:r>
          </a:p>
        </p:txBody>
      </p:sp>
      <p:grpSp>
        <p:nvGrpSpPr>
          <p:cNvPr id="198" name="Group 197">
            <a:extLst>
              <a:ext uri="{FF2B5EF4-FFF2-40B4-BE49-F238E27FC236}">
                <a16:creationId xmlns:a16="http://schemas.microsoft.com/office/drawing/2014/main" id="{8D8CB46E-7AF8-C4FA-A590-12D40DF8952B}"/>
              </a:ext>
            </a:extLst>
          </p:cNvPr>
          <p:cNvGrpSpPr/>
          <p:nvPr/>
        </p:nvGrpSpPr>
        <p:grpSpPr>
          <a:xfrm>
            <a:off x="3647111" y="3969503"/>
            <a:ext cx="1530874" cy="717218"/>
            <a:chOff x="5155739" y="3969503"/>
            <a:chExt cx="1530874" cy="717218"/>
          </a:xfrm>
        </p:grpSpPr>
        <p:sp>
          <p:nvSpPr>
            <p:cNvPr id="195" name="TextBox 194">
              <a:extLst>
                <a:ext uri="{FF2B5EF4-FFF2-40B4-BE49-F238E27FC236}">
                  <a16:creationId xmlns:a16="http://schemas.microsoft.com/office/drawing/2014/main" id="{A61EC68D-9AA5-F426-1F80-DBFA9CDF0432}"/>
                </a:ext>
              </a:extLst>
            </p:cNvPr>
            <p:cNvSpPr txBox="1"/>
            <p:nvPr/>
          </p:nvSpPr>
          <p:spPr>
            <a:xfrm>
              <a:off x="5155739" y="3969503"/>
              <a:ext cx="1530874" cy="523220"/>
            </a:xfrm>
            <a:prstGeom prst="rect">
              <a:avLst/>
            </a:prstGeom>
            <a:noFill/>
          </p:spPr>
          <p:txBody>
            <a:bodyPr wrap="square" rtlCol="0">
              <a:spAutoFit/>
            </a:bodyPr>
            <a:lstStyle/>
            <a:p>
              <a:pPr algn="ctr"/>
              <a:r>
                <a:rPr lang="en-US" sz="2200" b="1">
                  <a:solidFill>
                    <a:schemeClr val="bg1"/>
                  </a:solidFill>
                  <a:latin typeface="Segoe UI" panose="020B0502040204020203" pitchFamily="34" charset="0"/>
                  <a:ea typeface="Liberation Sans" panose="020B0604020202020204" pitchFamily="34" charset="0"/>
                  <a:cs typeface="Segoe UI" panose="020B0502040204020203" pitchFamily="34" charset="0"/>
                </a:rPr>
                <a:t>Decenas</a:t>
              </a:r>
              <a:endParaRPr lang="id-ID" sz="28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sp>
          <p:nvSpPr>
            <p:cNvPr id="196" name="Rectangle 195">
              <a:extLst>
                <a:ext uri="{FF2B5EF4-FFF2-40B4-BE49-F238E27FC236}">
                  <a16:creationId xmlns:a16="http://schemas.microsoft.com/office/drawing/2014/main" id="{C01238E9-8962-27BA-5798-E006707C28DE}"/>
                </a:ext>
              </a:extLst>
            </p:cNvPr>
            <p:cNvSpPr/>
            <p:nvPr/>
          </p:nvSpPr>
          <p:spPr>
            <a:xfrm>
              <a:off x="5308317" y="4409722"/>
              <a:ext cx="1225718" cy="276999"/>
            </a:xfrm>
            <a:prstGeom prst="rect">
              <a:avLst/>
            </a:prstGeom>
          </p:spPr>
          <p:txBody>
            <a:bodyPr wrap="square">
              <a:spAutoFit/>
            </a:bodyPr>
            <a:lstStyle/>
            <a:p>
              <a:pPr algn="ctr"/>
              <a:r>
                <a:rPr lang="en-US" sz="1000">
                  <a:solidFill>
                    <a:schemeClr val="bg1"/>
                  </a:solidFill>
                  <a:latin typeface="Segoe UI" panose="020B0502040204020203" pitchFamily="34" charset="0"/>
                  <a:cs typeface="Segoe UI" panose="020B0502040204020203" pitchFamily="34" charset="0"/>
                </a:rPr>
                <a:t>de millones</a:t>
              </a:r>
              <a:endParaRPr lang="id-ID" sz="1200">
                <a:solidFill>
                  <a:schemeClr val="bg1"/>
                </a:solidFill>
                <a:latin typeface="Segoe UI" panose="020B0502040204020203" pitchFamily="34" charset="0"/>
                <a:cs typeface="Segoe UI" panose="020B0502040204020203" pitchFamily="34" charset="0"/>
              </a:endParaRPr>
            </a:p>
          </p:txBody>
        </p:sp>
      </p:grpSp>
      <p:grpSp>
        <p:nvGrpSpPr>
          <p:cNvPr id="199" name="Group 198">
            <a:extLst>
              <a:ext uri="{FF2B5EF4-FFF2-40B4-BE49-F238E27FC236}">
                <a16:creationId xmlns:a16="http://schemas.microsoft.com/office/drawing/2014/main" id="{67937ED5-B127-23ED-8D68-B7389C6AAFBD}"/>
              </a:ext>
            </a:extLst>
          </p:cNvPr>
          <p:cNvGrpSpPr/>
          <p:nvPr/>
        </p:nvGrpSpPr>
        <p:grpSpPr>
          <a:xfrm>
            <a:off x="5330563" y="3969503"/>
            <a:ext cx="1530874" cy="717218"/>
            <a:chOff x="5155739" y="3969503"/>
            <a:chExt cx="1530874" cy="717218"/>
          </a:xfrm>
        </p:grpSpPr>
        <p:sp>
          <p:nvSpPr>
            <p:cNvPr id="200" name="TextBox 199">
              <a:extLst>
                <a:ext uri="{FF2B5EF4-FFF2-40B4-BE49-F238E27FC236}">
                  <a16:creationId xmlns:a16="http://schemas.microsoft.com/office/drawing/2014/main" id="{0E21BBF6-CD74-FCB6-5E11-4876A0C4A446}"/>
                </a:ext>
              </a:extLst>
            </p:cNvPr>
            <p:cNvSpPr txBox="1"/>
            <p:nvPr/>
          </p:nvSpPr>
          <p:spPr>
            <a:xfrm>
              <a:off x="5155739" y="3969503"/>
              <a:ext cx="1530874" cy="523220"/>
            </a:xfrm>
            <a:prstGeom prst="rect">
              <a:avLst/>
            </a:prstGeom>
            <a:noFill/>
          </p:spPr>
          <p:txBody>
            <a:bodyPr wrap="square" rtlCol="0">
              <a:spAutoFit/>
            </a:bodyPr>
            <a:lstStyle/>
            <a:p>
              <a:pPr algn="ctr"/>
              <a:r>
                <a:rPr lang="en-US" sz="2200" b="1">
                  <a:solidFill>
                    <a:schemeClr val="bg1"/>
                  </a:solidFill>
                  <a:latin typeface="Segoe UI" panose="020B0502040204020203" pitchFamily="34" charset="0"/>
                  <a:ea typeface="Liberation Sans" panose="020B0604020202020204" pitchFamily="34" charset="0"/>
                  <a:cs typeface="Segoe UI" panose="020B0502040204020203" pitchFamily="34" charset="0"/>
                </a:rPr>
                <a:t>Meses</a:t>
              </a:r>
              <a:endParaRPr lang="id-ID" sz="28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sp>
          <p:nvSpPr>
            <p:cNvPr id="201" name="Rectangle 200">
              <a:extLst>
                <a:ext uri="{FF2B5EF4-FFF2-40B4-BE49-F238E27FC236}">
                  <a16:creationId xmlns:a16="http://schemas.microsoft.com/office/drawing/2014/main" id="{B0BB4994-A8E1-B3C3-87B9-8AD9AD35BD18}"/>
                </a:ext>
              </a:extLst>
            </p:cNvPr>
            <p:cNvSpPr/>
            <p:nvPr/>
          </p:nvSpPr>
          <p:spPr>
            <a:xfrm>
              <a:off x="5308317" y="4409722"/>
              <a:ext cx="1225718" cy="276999"/>
            </a:xfrm>
            <a:prstGeom prst="rect">
              <a:avLst/>
            </a:prstGeom>
          </p:spPr>
          <p:txBody>
            <a:bodyPr wrap="square">
              <a:spAutoFit/>
            </a:bodyPr>
            <a:lstStyle/>
            <a:p>
              <a:pPr algn="ctr"/>
              <a:r>
                <a:rPr lang="en-US" sz="1000">
                  <a:solidFill>
                    <a:schemeClr val="bg1"/>
                  </a:solidFill>
                  <a:latin typeface="Segoe UI" panose="020B0502040204020203" pitchFamily="34" charset="0"/>
                  <a:cs typeface="Segoe UI" panose="020B0502040204020203" pitchFamily="34" charset="0"/>
                </a:rPr>
                <a:t>de preview</a:t>
              </a:r>
              <a:endParaRPr lang="id-ID" sz="1200">
                <a:solidFill>
                  <a:schemeClr val="bg1"/>
                </a:solidFill>
                <a:latin typeface="Segoe UI" panose="020B0502040204020203" pitchFamily="34" charset="0"/>
                <a:cs typeface="Segoe UI" panose="020B0502040204020203" pitchFamily="34" charset="0"/>
              </a:endParaRPr>
            </a:p>
          </p:txBody>
        </p:sp>
      </p:grpSp>
      <p:grpSp>
        <p:nvGrpSpPr>
          <p:cNvPr id="202" name="Group 201">
            <a:extLst>
              <a:ext uri="{FF2B5EF4-FFF2-40B4-BE49-F238E27FC236}">
                <a16:creationId xmlns:a16="http://schemas.microsoft.com/office/drawing/2014/main" id="{2AB107EB-4AAC-73C4-AD57-7C982DF8A127}"/>
              </a:ext>
            </a:extLst>
          </p:cNvPr>
          <p:cNvGrpSpPr/>
          <p:nvPr/>
        </p:nvGrpSpPr>
        <p:grpSpPr>
          <a:xfrm>
            <a:off x="7014015" y="3969503"/>
            <a:ext cx="1530874" cy="717218"/>
            <a:chOff x="5155739" y="3969503"/>
            <a:chExt cx="1530874" cy="717218"/>
          </a:xfrm>
        </p:grpSpPr>
        <p:sp>
          <p:nvSpPr>
            <p:cNvPr id="203" name="TextBox 202">
              <a:extLst>
                <a:ext uri="{FF2B5EF4-FFF2-40B4-BE49-F238E27FC236}">
                  <a16:creationId xmlns:a16="http://schemas.microsoft.com/office/drawing/2014/main" id="{5B56A793-35FA-5C84-6039-C0B1EAC16EFE}"/>
                </a:ext>
              </a:extLst>
            </p:cNvPr>
            <p:cNvSpPr txBox="1"/>
            <p:nvPr/>
          </p:nvSpPr>
          <p:spPr>
            <a:xfrm>
              <a:off x="5155739" y="3969503"/>
              <a:ext cx="1530874" cy="523220"/>
            </a:xfrm>
            <a:prstGeom prst="rect">
              <a:avLst/>
            </a:prstGeom>
            <a:noFill/>
          </p:spPr>
          <p:txBody>
            <a:bodyPr wrap="square" rtlCol="0">
              <a:spAutoFit/>
            </a:bodyPr>
            <a:lstStyle/>
            <a:p>
              <a:pPr algn="ctr"/>
              <a:r>
                <a:rPr lang="en-US" sz="2200" b="1">
                  <a:solidFill>
                    <a:schemeClr val="bg1"/>
                  </a:solidFill>
                  <a:latin typeface="Segoe UI" panose="020B0502040204020203" pitchFamily="34" charset="0"/>
                  <a:ea typeface="Liberation Sans" panose="020B0604020202020204" pitchFamily="34" charset="0"/>
                  <a:cs typeface="Segoe UI" panose="020B0502040204020203" pitchFamily="34" charset="0"/>
                </a:rPr>
                <a:t>Cero</a:t>
              </a:r>
              <a:endParaRPr lang="id-ID" sz="28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sp>
          <p:nvSpPr>
            <p:cNvPr id="204" name="Rectangle 203">
              <a:extLst>
                <a:ext uri="{FF2B5EF4-FFF2-40B4-BE49-F238E27FC236}">
                  <a16:creationId xmlns:a16="http://schemas.microsoft.com/office/drawing/2014/main" id="{A678E931-61C9-6BA5-9057-8BB0C71E3464}"/>
                </a:ext>
              </a:extLst>
            </p:cNvPr>
            <p:cNvSpPr/>
            <p:nvPr/>
          </p:nvSpPr>
          <p:spPr>
            <a:xfrm>
              <a:off x="5308317" y="4409722"/>
              <a:ext cx="1225718" cy="276999"/>
            </a:xfrm>
            <a:prstGeom prst="rect">
              <a:avLst/>
            </a:prstGeom>
          </p:spPr>
          <p:txBody>
            <a:bodyPr wrap="square">
              <a:spAutoFit/>
            </a:bodyPr>
            <a:lstStyle/>
            <a:p>
              <a:pPr algn="ctr"/>
              <a:r>
                <a:rPr lang="en-US" sz="1000">
                  <a:solidFill>
                    <a:schemeClr val="bg1"/>
                  </a:solidFill>
                  <a:latin typeface="Segoe UI" panose="020B0502040204020203" pitchFamily="34" charset="0"/>
                  <a:cs typeface="Segoe UI" panose="020B0502040204020203" pitchFamily="34" charset="0"/>
                </a:rPr>
                <a:t>inventariados</a:t>
              </a:r>
              <a:endParaRPr lang="id-ID" sz="1200">
                <a:solidFill>
                  <a:schemeClr val="bg1"/>
                </a:solidFill>
                <a:latin typeface="Segoe UI" panose="020B0502040204020203" pitchFamily="34" charset="0"/>
                <a:cs typeface="Segoe UI" panose="020B0502040204020203" pitchFamily="34" charset="0"/>
              </a:endParaRPr>
            </a:p>
          </p:txBody>
        </p:sp>
      </p:grpSp>
      <p:sp>
        <p:nvSpPr>
          <p:cNvPr id="2" name="CuadroTexto 1">
            <a:extLst>
              <a:ext uri="{FF2B5EF4-FFF2-40B4-BE49-F238E27FC236}">
                <a16:creationId xmlns:a16="http://schemas.microsoft.com/office/drawing/2014/main" id="{0B6A3BE1-6594-9D0B-8062-4500A1EA69BC}"/>
              </a:ext>
            </a:extLst>
          </p:cNvPr>
          <p:cNvSpPr txBox="1"/>
          <p:nvPr/>
        </p:nvSpPr>
        <p:spPr>
          <a:xfrm>
            <a:off x="104775" y="1788955"/>
            <a:ext cx="12192000" cy="2400657"/>
          </a:xfrm>
          <a:prstGeom prst="rect">
            <a:avLst/>
          </a:prstGeom>
          <a:noFill/>
        </p:spPr>
        <p:txBody>
          <a:bodyPr wrap="square" rtlCol="0">
            <a:spAutoFit/>
          </a:bodyPr>
          <a:lstStyle/>
          <a:p>
            <a:pPr algn="ctr"/>
            <a:r>
              <a:rPr lang="es-ES" sz="11000" dirty="0">
                <a:solidFill>
                  <a:schemeClr val="bg1"/>
                </a:solidFill>
                <a:latin typeface="Segoe UI Black" panose="020B0A02040204020203" pitchFamily="34" charset="0"/>
                <a:ea typeface="Segoe UI Black" panose="020B0A02040204020203" pitchFamily="34" charset="0"/>
              </a:rPr>
              <a:t>MILLONES</a:t>
            </a:r>
          </a:p>
        </p:txBody>
      </p:sp>
    </p:spTree>
    <p:extLst>
      <p:ext uri="{BB962C8B-B14F-4D97-AF65-F5344CB8AC3E}">
        <p14:creationId xmlns:p14="http://schemas.microsoft.com/office/powerpoint/2010/main" val="4039316463"/>
      </p:ext>
    </p:extLst>
  </p:cSld>
  <p:clrMapOvr>
    <a:masterClrMapping/>
  </p:clrMapOvr>
  <mc:AlternateContent xmlns:mc="http://schemas.openxmlformats.org/markup-compatibility/2006" xmlns:p14="http://schemas.microsoft.com/office/powerpoint/2010/main">
    <mc:Choice Requires="p14">
      <p:transition spd="slow" p14:dur="125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50"/>
                                  </p:stCondLst>
                                  <p:childTnLst>
                                    <p:set>
                                      <p:cBhvr>
                                        <p:cTn id="6" dur="1" fill="hold">
                                          <p:stCondLst>
                                            <p:cond delay="0"/>
                                          </p:stCondLst>
                                        </p:cTn>
                                        <p:tgtEl>
                                          <p:spTgt spid="197"/>
                                        </p:tgtEl>
                                        <p:attrNameLst>
                                          <p:attrName>style.visibility</p:attrName>
                                        </p:attrNameLst>
                                      </p:cBhvr>
                                      <p:to>
                                        <p:strVal val="visible"/>
                                      </p:to>
                                    </p:set>
                                    <p:animEffect transition="in" filter="fade">
                                      <p:cBhvr>
                                        <p:cTn id="7" dur="750"/>
                                        <p:tgtEl>
                                          <p:spTgt spid="197"/>
                                        </p:tgtEl>
                                      </p:cBhvr>
                                    </p:animEffect>
                                  </p:childTnLst>
                                </p:cTn>
                              </p:par>
                              <p:par>
                                <p:cTn id="8" presetID="10" presetClass="entr" presetSubtype="0" fill="hold" nodeType="withEffect">
                                  <p:stCondLst>
                                    <p:cond delay="1000"/>
                                  </p:stCondLst>
                                  <p:childTnLst>
                                    <p:set>
                                      <p:cBhvr>
                                        <p:cTn id="9" dur="1" fill="hold">
                                          <p:stCondLst>
                                            <p:cond delay="0"/>
                                          </p:stCondLst>
                                        </p:cTn>
                                        <p:tgtEl>
                                          <p:spTgt spid="198"/>
                                        </p:tgtEl>
                                        <p:attrNameLst>
                                          <p:attrName>style.visibility</p:attrName>
                                        </p:attrNameLst>
                                      </p:cBhvr>
                                      <p:to>
                                        <p:strVal val="visible"/>
                                      </p:to>
                                    </p:set>
                                    <p:animEffect transition="in" filter="fade">
                                      <p:cBhvr>
                                        <p:cTn id="10" dur="500"/>
                                        <p:tgtEl>
                                          <p:spTgt spid="198"/>
                                        </p:tgtEl>
                                      </p:cBhvr>
                                    </p:animEffect>
                                  </p:childTnLst>
                                </p:cTn>
                              </p:par>
                              <p:par>
                                <p:cTn id="11" presetID="26" presetClass="emph" presetSubtype="0" fill="hold" nodeType="withEffect">
                                  <p:stCondLst>
                                    <p:cond delay="1000"/>
                                  </p:stCondLst>
                                  <p:childTnLst>
                                    <p:animEffect transition="out" filter="fade">
                                      <p:cBhvr>
                                        <p:cTn id="12" dur="500" tmFilter="0, 0; .2, .5; .8, .5; 1, 0"/>
                                        <p:tgtEl>
                                          <p:spTgt spid="198"/>
                                        </p:tgtEl>
                                      </p:cBhvr>
                                    </p:animEffect>
                                    <p:animScale>
                                      <p:cBhvr>
                                        <p:cTn id="13" dur="250" autoRev="1" fill="hold"/>
                                        <p:tgtEl>
                                          <p:spTgt spid="198"/>
                                        </p:tgtEl>
                                      </p:cBhvr>
                                      <p:by x="105000" y="105000"/>
                                    </p:animScale>
                                  </p:childTnLst>
                                </p:cTn>
                              </p:par>
                              <p:par>
                                <p:cTn id="14" presetID="10" presetClass="entr" presetSubtype="0" fill="hold" nodeType="withEffect">
                                  <p:stCondLst>
                                    <p:cond delay="1250"/>
                                  </p:stCondLst>
                                  <p:childTnLst>
                                    <p:set>
                                      <p:cBhvr>
                                        <p:cTn id="15" dur="1" fill="hold">
                                          <p:stCondLst>
                                            <p:cond delay="0"/>
                                          </p:stCondLst>
                                        </p:cTn>
                                        <p:tgtEl>
                                          <p:spTgt spid="199"/>
                                        </p:tgtEl>
                                        <p:attrNameLst>
                                          <p:attrName>style.visibility</p:attrName>
                                        </p:attrNameLst>
                                      </p:cBhvr>
                                      <p:to>
                                        <p:strVal val="visible"/>
                                      </p:to>
                                    </p:set>
                                    <p:animEffect transition="in" filter="fade">
                                      <p:cBhvr>
                                        <p:cTn id="16" dur="500"/>
                                        <p:tgtEl>
                                          <p:spTgt spid="199"/>
                                        </p:tgtEl>
                                      </p:cBhvr>
                                    </p:animEffect>
                                  </p:childTnLst>
                                </p:cTn>
                              </p:par>
                              <p:par>
                                <p:cTn id="17" presetID="26" presetClass="emph" presetSubtype="0" fill="hold" nodeType="withEffect">
                                  <p:stCondLst>
                                    <p:cond delay="1250"/>
                                  </p:stCondLst>
                                  <p:childTnLst>
                                    <p:animEffect transition="out" filter="fade">
                                      <p:cBhvr>
                                        <p:cTn id="18" dur="500" tmFilter="0, 0; .2, .5; .8, .5; 1, 0"/>
                                        <p:tgtEl>
                                          <p:spTgt spid="199"/>
                                        </p:tgtEl>
                                      </p:cBhvr>
                                    </p:animEffect>
                                    <p:animScale>
                                      <p:cBhvr>
                                        <p:cTn id="19" dur="250" autoRev="1" fill="hold"/>
                                        <p:tgtEl>
                                          <p:spTgt spid="199"/>
                                        </p:tgtEl>
                                      </p:cBhvr>
                                      <p:by x="105000" y="105000"/>
                                    </p:animScale>
                                  </p:childTnLst>
                                </p:cTn>
                              </p:par>
                              <p:par>
                                <p:cTn id="20" presetID="10" presetClass="entr" presetSubtype="0" fill="hold" nodeType="withEffect">
                                  <p:stCondLst>
                                    <p:cond delay="1500"/>
                                  </p:stCondLst>
                                  <p:childTnLst>
                                    <p:set>
                                      <p:cBhvr>
                                        <p:cTn id="21" dur="1" fill="hold">
                                          <p:stCondLst>
                                            <p:cond delay="0"/>
                                          </p:stCondLst>
                                        </p:cTn>
                                        <p:tgtEl>
                                          <p:spTgt spid="202"/>
                                        </p:tgtEl>
                                        <p:attrNameLst>
                                          <p:attrName>style.visibility</p:attrName>
                                        </p:attrNameLst>
                                      </p:cBhvr>
                                      <p:to>
                                        <p:strVal val="visible"/>
                                      </p:to>
                                    </p:set>
                                    <p:animEffect transition="in" filter="fade">
                                      <p:cBhvr>
                                        <p:cTn id="22" dur="500"/>
                                        <p:tgtEl>
                                          <p:spTgt spid="202"/>
                                        </p:tgtEl>
                                      </p:cBhvr>
                                    </p:animEffect>
                                  </p:childTnLst>
                                </p:cTn>
                              </p:par>
                              <p:par>
                                <p:cTn id="23" presetID="26" presetClass="emph" presetSubtype="0" fill="hold" nodeType="withEffect">
                                  <p:stCondLst>
                                    <p:cond delay="1500"/>
                                  </p:stCondLst>
                                  <p:childTnLst>
                                    <p:animEffect transition="out" filter="fade">
                                      <p:cBhvr>
                                        <p:cTn id="24" dur="500" tmFilter="0, 0; .2, .5; .8, .5; 1, 0"/>
                                        <p:tgtEl>
                                          <p:spTgt spid="202"/>
                                        </p:tgtEl>
                                      </p:cBhvr>
                                    </p:animEffect>
                                    <p:animScale>
                                      <p:cBhvr>
                                        <p:cTn id="25" dur="250" autoRev="1" fill="hold"/>
                                        <p:tgtEl>
                                          <p:spTgt spid="20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FCF356-0ECE-4F38-A0C3-AE3A86CD906C}"/>
              </a:ext>
            </a:extLst>
          </p:cNvPr>
          <p:cNvSpPr txBox="1"/>
          <p:nvPr/>
        </p:nvSpPr>
        <p:spPr>
          <a:xfrm>
            <a:off x="1092200" y="1184004"/>
            <a:ext cx="6812936" cy="923330"/>
          </a:xfrm>
          <a:prstGeom prst="rect">
            <a:avLst/>
          </a:prstGeom>
          <a:noFill/>
        </p:spPr>
        <p:txBody>
          <a:bodyPr wrap="square" rtlCol="0">
            <a:spAutoFit/>
          </a:bodyPr>
          <a:lstStyle/>
          <a:p>
            <a:r>
              <a:rPr lang="en-GB" sz="5400" b="1" spc="-300" dirty="0" err="1">
                <a:solidFill>
                  <a:schemeClr val="tx2"/>
                </a:solidFill>
                <a:latin typeface="Segoe UI" panose="020B0502040204020203" pitchFamily="34" charset="0"/>
                <a:cs typeface="Segoe UI" panose="020B0502040204020203" pitchFamily="34" charset="0"/>
              </a:rPr>
              <a:t>Que</a:t>
            </a:r>
            <a:r>
              <a:rPr lang="en-GB" sz="5400" b="1" spc="-300" dirty="0">
                <a:solidFill>
                  <a:schemeClr val="tx2"/>
                </a:solidFill>
                <a:latin typeface="Segoe UI" panose="020B0502040204020203" pitchFamily="34" charset="0"/>
                <a:cs typeface="Segoe UI" panose="020B0502040204020203" pitchFamily="34" charset="0"/>
              </a:rPr>
              <a:t> </a:t>
            </a:r>
            <a:r>
              <a:rPr lang="en-GB" sz="5400" b="1" spc="-300" dirty="0" err="1">
                <a:solidFill>
                  <a:schemeClr val="tx2"/>
                </a:solidFill>
                <a:latin typeface="Segoe UI" panose="020B0502040204020203" pitchFamily="34" charset="0"/>
                <a:cs typeface="Segoe UI" panose="020B0502040204020203" pitchFamily="34" charset="0"/>
              </a:rPr>
              <a:t>veremos</a:t>
            </a:r>
            <a:endParaRPr lang="en-GB" sz="5400" b="1" spc="-300" dirty="0">
              <a:solidFill>
                <a:schemeClr val="tx2"/>
              </a:solidFill>
              <a:latin typeface="Segoe UI" panose="020B0502040204020203"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17524289-1977-4F4B-92F0-3A64AE5DF7A0}"/>
              </a:ext>
            </a:extLst>
          </p:cNvPr>
          <p:cNvGrpSpPr/>
          <p:nvPr/>
        </p:nvGrpSpPr>
        <p:grpSpPr>
          <a:xfrm>
            <a:off x="1092200" y="3404327"/>
            <a:ext cx="3181672" cy="1625651"/>
            <a:chOff x="1936019" y="4242908"/>
            <a:chExt cx="3181672" cy="1625651"/>
          </a:xfrm>
        </p:grpSpPr>
        <p:sp>
          <p:nvSpPr>
            <p:cNvPr id="4" name="TextBox 3">
              <a:extLst>
                <a:ext uri="{FF2B5EF4-FFF2-40B4-BE49-F238E27FC236}">
                  <a16:creationId xmlns:a16="http://schemas.microsoft.com/office/drawing/2014/main" id="{E890E8E2-5EFF-4021-A124-ADC47A8A010B}"/>
                </a:ext>
              </a:extLst>
            </p:cNvPr>
            <p:cNvSpPr txBox="1"/>
            <p:nvPr/>
          </p:nvSpPr>
          <p:spPr>
            <a:xfrm>
              <a:off x="1936019" y="4687274"/>
              <a:ext cx="3181672" cy="1181285"/>
            </a:xfrm>
            <a:prstGeom prst="rect">
              <a:avLst/>
            </a:prstGeom>
            <a:noFill/>
          </p:spPr>
          <p:txBody>
            <a:bodyPr wrap="square" rtlCol="0">
              <a:spAutoFit/>
            </a:bodyPr>
            <a:lstStyle/>
            <a:p>
              <a:pPr>
                <a:lnSpc>
                  <a:spcPct val="130000"/>
                </a:lnSpc>
                <a:spcBef>
                  <a:spcPts val="1200"/>
                </a:spcBef>
              </a:pPr>
              <a:r>
                <a:rPr lang="en-GB" sz="1200" dirty="0">
                  <a:solidFill>
                    <a:schemeClr val="tx1">
                      <a:lumMod val="50000"/>
                      <a:lumOff val="50000"/>
                    </a:schemeClr>
                  </a:solidFill>
                  <a:latin typeface="Segoe UI" panose="020B0502040204020203" pitchFamily="34" charset="0"/>
                  <a:cs typeface="Segoe UI" panose="020B0502040204020203" pitchFamily="34" charset="0"/>
                </a:rPr>
                <a:t>Ver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todos</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los</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agentes</a:t>
              </a:r>
              <a:r>
                <a:rPr lang="en-GB" sz="1200" dirty="0">
                  <a:solidFill>
                    <a:schemeClr val="tx1">
                      <a:lumMod val="50000"/>
                      <a:lumOff val="50000"/>
                    </a:schemeClr>
                  </a:solidFill>
                  <a:latin typeface="Segoe UI" panose="020B0502040204020203" pitchFamily="34" charset="0"/>
                  <a:cs typeface="Segoe UI" panose="020B0502040204020203" pitchFamily="34" charset="0"/>
                </a:rPr>
                <a:t> del tenant —Agent Builder, Copilot Studio, SharePoint y de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terceros</a:t>
              </a:r>
              <a:r>
                <a:rPr lang="en-GB" sz="1200" dirty="0">
                  <a:solidFill>
                    <a:schemeClr val="tx1">
                      <a:lumMod val="50000"/>
                      <a:lumOff val="50000"/>
                    </a:schemeClr>
                  </a:solidFill>
                  <a:latin typeface="Segoe UI" panose="020B0502040204020203" pitchFamily="34" charset="0"/>
                  <a:cs typeface="Segoe UI" panose="020B0502040204020203" pitchFamily="34" charset="0"/>
                </a:rPr>
                <a:t>— y de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quién</a:t>
              </a:r>
              <a:r>
                <a:rPr lang="en-GB" sz="1200" dirty="0">
                  <a:solidFill>
                    <a:schemeClr val="tx1">
                      <a:lumMod val="50000"/>
                      <a:lumOff val="50000"/>
                    </a:schemeClr>
                  </a:solidFill>
                  <a:latin typeface="Segoe UI" panose="020B0502040204020203" pitchFamily="34" charset="0"/>
                  <a:cs typeface="Segoe UI" panose="020B0502040204020203" pitchFamily="34" charset="0"/>
                </a:rPr>
                <a:t> es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cada</a:t>
              </a:r>
              <a:r>
                <a:rPr lang="en-GB" sz="1200" dirty="0">
                  <a:solidFill>
                    <a:schemeClr val="tx1">
                      <a:lumMod val="50000"/>
                      <a:lumOff val="50000"/>
                    </a:schemeClr>
                  </a:solidFill>
                  <a:latin typeface="Segoe UI" panose="020B0502040204020203" pitchFamily="34" charset="0"/>
                  <a:cs typeface="Segoe UI" panose="020B0502040204020203" pitchFamily="34" charset="0"/>
                </a:rPr>
                <a:t> uno.</a:t>
              </a:r>
            </a:p>
            <a:p>
              <a:pPr>
                <a:lnSpc>
                  <a:spcPct val="130000"/>
                </a:lnSpc>
                <a:spcBef>
                  <a:spcPts val="1200"/>
                </a:spcBef>
              </a:pPr>
              <a:endParaRPr lang="en-GB" sz="1200" dirty="0">
                <a:solidFill>
                  <a:schemeClr val="tx1">
                    <a:lumMod val="50000"/>
                    <a:lumOff val="50000"/>
                  </a:schemeClr>
                </a:solidFill>
                <a:latin typeface="Segoe UI" panose="020B0502040204020203" pitchFamily="34" charset="0"/>
                <a:cs typeface="Segoe UI" panose="020B0502040204020203" pitchFamily="34" charset="0"/>
              </a:endParaRPr>
            </a:p>
          </p:txBody>
        </p:sp>
        <p:grpSp>
          <p:nvGrpSpPr>
            <p:cNvPr id="9" name="Group 8">
              <a:extLst>
                <a:ext uri="{FF2B5EF4-FFF2-40B4-BE49-F238E27FC236}">
                  <a16:creationId xmlns:a16="http://schemas.microsoft.com/office/drawing/2014/main" id="{9F1CFC21-3D99-4DF6-82EB-5D71A2CC89EF}"/>
                </a:ext>
              </a:extLst>
            </p:cNvPr>
            <p:cNvGrpSpPr/>
            <p:nvPr/>
          </p:nvGrpSpPr>
          <p:grpSpPr>
            <a:xfrm>
              <a:off x="2022608" y="4242908"/>
              <a:ext cx="3095083" cy="400110"/>
              <a:chOff x="2022608" y="4242908"/>
              <a:chExt cx="3142188" cy="400110"/>
            </a:xfrm>
          </p:grpSpPr>
          <p:sp>
            <p:nvSpPr>
              <p:cNvPr id="6" name="Freeform: Shape 5">
                <a:extLst>
                  <a:ext uri="{FF2B5EF4-FFF2-40B4-BE49-F238E27FC236}">
                    <a16:creationId xmlns:a16="http://schemas.microsoft.com/office/drawing/2014/main" id="{A0226EA6-E2E9-467E-A027-0BEE0DC38B68}"/>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B5260831-9236-45DA-BBEB-B9CFEF51E928}"/>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Inventario</a:t>
                </a:r>
              </a:p>
            </p:txBody>
          </p:sp>
        </p:grpSp>
      </p:grpSp>
      <p:grpSp>
        <p:nvGrpSpPr>
          <p:cNvPr id="12" name="Group 11">
            <a:extLst>
              <a:ext uri="{FF2B5EF4-FFF2-40B4-BE49-F238E27FC236}">
                <a16:creationId xmlns:a16="http://schemas.microsoft.com/office/drawing/2014/main" id="{B41DE82D-769C-4795-8FA3-95D243D5B78C}"/>
              </a:ext>
            </a:extLst>
          </p:cNvPr>
          <p:cNvGrpSpPr/>
          <p:nvPr/>
        </p:nvGrpSpPr>
        <p:grpSpPr>
          <a:xfrm>
            <a:off x="4505164" y="3404327"/>
            <a:ext cx="3181672" cy="1231697"/>
            <a:chOff x="1936019" y="4242908"/>
            <a:chExt cx="3181672" cy="1231697"/>
          </a:xfrm>
        </p:grpSpPr>
        <p:sp>
          <p:nvSpPr>
            <p:cNvPr id="13" name="TextBox 12">
              <a:extLst>
                <a:ext uri="{FF2B5EF4-FFF2-40B4-BE49-F238E27FC236}">
                  <a16:creationId xmlns:a16="http://schemas.microsoft.com/office/drawing/2014/main" id="{14738028-06C4-4558-B3CA-2C24E076868E}"/>
                </a:ext>
              </a:extLst>
            </p:cNvPr>
            <p:cNvSpPr txBox="1"/>
            <p:nvPr/>
          </p:nvSpPr>
          <p:spPr>
            <a:xfrm>
              <a:off x="1936019" y="4687274"/>
              <a:ext cx="3181672" cy="787331"/>
            </a:xfrm>
            <a:prstGeom prst="rect">
              <a:avLst/>
            </a:prstGeom>
            <a:noFill/>
          </p:spPr>
          <p:txBody>
            <a:bodyPr wrap="square" rtlCol="0">
              <a:spAutoFit/>
            </a:bodyPr>
            <a:lstStyle/>
            <a:p>
              <a:pPr>
                <a:lnSpc>
                  <a:spcPct val="130000"/>
                </a:lnSpc>
                <a:spcBef>
                  <a:spcPts val="1200"/>
                </a:spcBef>
              </a:pPr>
              <a:r>
                <a:rPr lang="en-GB" sz="1200" dirty="0">
                  <a:solidFill>
                    <a:schemeClr val="tx1">
                      <a:lumMod val="50000"/>
                      <a:lumOff val="50000"/>
                    </a:schemeClr>
                  </a:solidFill>
                  <a:latin typeface="Segoe UI" panose="020B0502040204020203" pitchFamily="34" charset="0"/>
                  <a:cs typeface="Segoe UI" panose="020B0502040204020203" pitchFamily="34" charset="0"/>
                </a:rPr>
                <a:t>Saber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qué</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hacen</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los</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usuarios</a:t>
              </a:r>
              <a:r>
                <a:rPr lang="en-GB" sz="1200" dirty="0">
                  <a:solidFill>
                    <a:schemeClr val="tx1">
                      <a:lumMod val="50000"/>
                      <a:lumOff val="50000"/>
                    </a:schemeClr>
                  </a:solidFill>
                  <a:latin typeface="Segoe UI" panose="020B0502040204020203" pitchFamily="34" charset="0"/>
                  <a:cs typeface="Segoe UI" panose="020B0502040204020203" pitchFamily="34" charset="0"/>
                </a:rPr>
                <a:t> con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ellos</a:t>
              </a:r>
              <a:r>
                <a:rPr lang="en-GB" sz="1200" dirty="0">
                  <a:solidFill>
                    <a:schemeClr val="tx1">
                      <a:lumMod val="50000"/>
                      <a:lumOff val="50000"/>
                    </a:schemeClr>
                  </a:solidFill>
                  <a:latin typeface="Segoe UI" panose="020B0502040204020203" pitchFamily="34" charset="0"/>
                  <a:cs typeface="Segoe UI" panose="020B0502040204020203" pitchFamily="34" charset="0"/>
                </a:rPr>
                <a:t> y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decidir</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desde</a:t>
              </a:r>
              <a:r>
                <a:rPr lang="en-GB" sz="1200" dirty="0">
                  <a:solidFill>
                    <a:schemeClr val="tx1">
                      <a:lumMod val="50000"/>
                      <a:lumOff val="50000"/>
                    </a:schemeClr>
                  </a:solidFill>
                  <a:latin typeface="Segoe UI" panose="020B0502040204020203" pitchFamily="34" charset="0"/>
                  <a:cs typeface="Segoe UI" panose="020B0502040204020203" pitchFamily="34" charset="0"/>
                </a:rPr>
                <a:t> un solo sitio: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aprobar</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bloquear</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reasignar</a:t>
              </a:r>
              <a:r>
                <a:rPr lang="en-GB" sz="1200" dirty="0">
                  <a:solidFill>
                    <a:schemeClr val="tx1">
                      <a:lumMod val="50000"/>
                      <a:lumOff val="50000"/>
                    </a:schemeClr>
                  </a:solidFill>
                  <a:latin typeface="Segoe UI" panose="020B0502040204020203" pitchFamily="34" charset="0"/>
                  <a:cs typeface="Segoe UI" panose="020B0502040204020203" pitchFamily="34" charset="0"/>
                </a:rPr>
                <a:t>.</a:t>
              </a:r>
            </a:p>
          </p:txBody>
        </p:sp>
        <p:grpSp>
          <p:nvGrpSpPr>
            <p:cNvPr id="14" name="Group 13">
              <a:extLst>
                <a:ext uri="{FF2B5EF4-FFF2-40B4-BE49-F238E27FC236}">
                  <a16:creationId xmlns:a16="http://schemas.microsoft.com/office/drawing/2014/main" id="{C791E4A9-ABC3-4174-BA88-6951C26A2102}"/>
                </a:ext>
              </a:extLst>
            </p:cNvPr>
            <p:cNvGrpSpPr/>
            <p:nvPr/>
          </p:nvGrpSpPr>
          <p:grpSpPr>
            <a:xfrm>
              <a:off x="2022608" y="4242908"/>
              <a:ext cx="3095083" cy="400110"/>
              <a:chOff x="2022608" y="4242908"/>
              <a:chExt cx="3142188" cy="400110"/>
            </a:xfrm>
          </p:grpSpPr>
          <p:sp>
            <p:nvSpPr>
              <p:cNvPr id="15" name="Freeform: Shape 14">
                <a:extLst>
                  <a:ext uri="{FF2B5EF4-FFF2-40B4-BE49-F238E27FC236}">
                    <a16:creationId xmlns:a16="http://schemas.microsoft.com/office/drawing/2014/main" id="{ED67F735-92A3-4C9F-B152-8E8FCCCB983E}"/>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F63D3957-F30B-440E-B440-DC2AA7C9D7EA}"/>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Uso y control</a:t>
                </a:r>
              </a:p>
            </p:txBody>
          </p:sp>
        </p:grpSp>
      </p:grpSp>
      <p:grpSp>
        <p:nvGrpSpPr>
          <p:cNvPr id="17" name="Group 16">
            <a:extLst>
              <a:ext uri="{FF2B5EF4-FFF2-40B4-BE49-F238E27FC236}">
                <a16:creationId xmlns:a16="http://schemas.microsoft.com/office/drawing/2014/main" id="{F29E00D3-4BDA-4C64-9E72-7E4BABE5C94A}"/>
              </a:ext>
            </a:extLst>
          </p:cNvPr>
          <p:cNvGrpSpPr/>
          <p:nvPr/>
        </p:nvGrpSpPr>
        <p:grpSpPr>
          <a:xfrm>
            <a:off x="7918128" y="3404327"/>
            <a:ext cx="3181672" cy="1385586"/>
            <a:chOff x="1936019" y="4242908"/>
            <a:chExt cx="3181672" cy="1385586"/>
          </a:xfrm>
        </p:grpSpPr>
        <p:sp>
          <p:nvSpPr>
            <p:cNvPr id="18" name="TextBox 17">
              <a:extLst>
                <a:ext uri="{FF2B5EF4-FFF2-40B4-BE49-F238E27FC236}">
                  <a16:creationId xmlns:a16="http://schemas.microsoft.com/office/drawing/2014/main" id="{AD5D4BCC-49F4-430F-952B-BF729AB9D292}"/>
                </a:ext>
              </a:extLst>
            </p:cNvPr>
            <p:cNvSpPr txBox="1"/>
            <p:nvPr/>
          </p:nvSpPr>
          <p:spPr>
            <a:xfrm>
              <a:off x="1936019" y="4687274"/>
              <a:ext cx="3181672" cy="941220"/>
            </a:xfrm>
            <a:prstGeom prst="rect">
              <a:avLst/>
            </a:prstGeom>
            <a:noFill/>
          </p:spPr>
          <p:txBody>
            <a:bodyPr wrap="square" rtlCol="0">
              <a:spAutoFit/>
            </a:bodyPr>
            <a:lstStyle/>
            <a:p>
              <a:pPr>
                <a:lnSpc>
                  <a:spcPct val="130000"/>
                </a:lnSpc>
                <a:spcBef>
                  <a:spcPts val="1200"/>
                </a:spcBef>
              </a:pPr>
              <a:r>
                <a:rPr lang="en-GB" sz="1200" dirty="0">
                  <a:solidFill>
                    <a:schemeClr val="tx1">
                      <a:lumMod val="50000"/>
                      <a:lumOff val="50000"/>
                    </a:schemeClr>
                  </a:solidFill>
                  <a:latin typeface="Segoe UI" panose="020B0502040204020203" pitchFamily="34" charset="0"/>
                  <a:cs typeface="Segoe UI" panose="020B0502040204020203" pitchFamily="34" charset="0"/>
                </a:rPr>
                <a:t>Registrar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en</a:t>
              </a:r>
              <a:r>
                <a:rPr lang="en-GB" sz="1200" dirty="0">
                  <a:solidFill>
                    <a:schemeClr val="tx1">
                      <a:lumMod val="50000"/>
                      <a:lumOff val="50000"/>
                    </a:schemeClr>
                  </a:solidFill>
                  <a:latin typeface="Segoe UI" panose="020B0502040204020203" pitchFamily="34" charset="0"/>
                  <a:cs typeface="Segoe UI" panose="020B0502040204020203" pitchFamily="34" charset="0"/>
                </a:rPr>
                <a:t> el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mismo</a:t>
              </a:r>
              <a:r>
                <a:rPr lang="en-GB" sz="1200" dirty="0">
                  <a:solidFill>
                    <a:schemeClr val="tx1">
                      <a:lumMod val="50000"/>
                      <a:lumOff val="50000"/>
                    </a:schemeClr>
                  </a:solidFill>
                  <a:latin typeface="Segoe UI" panose="020B0502040204020203" pitchFamily="34" charset="0"/>
                  <a:cs typeface="Segoe UI" panose="020B0502040204020203" pitchFamily="34" charset="0"/>
                </a:rPr>
                <a:t> control plane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los</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agentes</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que</a:t>
              </a:r>
              <a:r>
                <a:rPr lang="en-GB" sz="1200" dirty="0">
                  <a:solidFill>
                    <a:schemeClr val="tx1">
                      <a:lumMod val="50000"/>
                      <a:lumOff val="50000"/>
                    </a:schemeClr>
                  </a:solidFill>
                  <a:latin typeface="Segoe UI" panose="020B0502040204020203" pitchFamily="34" charset="0"/>
                  <a:cs typeface="Segoe UI" panose="020B0502040204020203" pitchFamily="34" charset="0"/>
                </a:rPr>
                <a:t> no son de Microsoft.</a:t>
              </a:r>
            </a:p>
            <a:p>
              <a:pPr>
                <a:lnSpc>
                  <a:spcPct val="130000"/>
                </a:lnSpc>
                <a:spcBef>
                  <a:spcPts val="1200"/>
                </a:spcBef>
              </a:pPr>
              <a:endParaRPr lang="en-GB" sz="1200" dirty="0">
                <a:solidFill>
                  <a:schemeClr val="tx1">
                    <a:lumMod val="50000"/>
                    <a:lumOff val="50000"/>
                  </a:schemeClr>
                </a:solidFill>
                <a:latin typeface="Segoe UI" panose="020B0502040204020203" pitchFamily="34" charset="0"/>
                <a:cs typeface="Segoe UI" panose="020B0502040204020203" pitchFamily="34" charset="0"/>
              </a:endParaRPr>
            </a:p>
          </p:txBody>
        </p:sp>
        <p:grpSp>
          <p:nvGrpSpPr>
            <p:cNvPr id="19" name="Group 18">
              <a:extLst>
                <a:ext uri="{FF2B5EF4-FFF2-40B4-BE49-F238E27FC236}">
                  <a16:creationId xmlns:a16="http://schemas.microsoft.com/office/drawing/2014/main" id="{91756B72-705B-4F04-9123-FD3BB777428E}"/>
                </a:ext>
              </a:extLst>
            </p:cNvPr>
            <p:cNvGrpSpPr/>
            <p:nvPr/>
          </p:nvGrpSpPr>
          <p:grpSpPr>
            <a:xfrm>
              <a:off x="2022608" y="4242908"/>
              <a:ext cx="3095083" cy="400110"/>
              <a:chOff x="2022608" y="4242908"/>
              <a:chExt cx="3142188" cy="400110"/>
            </a:xfrm>
          </p:grpSpPr>
          <p:sp>
            <p:nvSpPr>
              <p:cNvPr id="20" name="Freeform: Shape 19">
                <a:extLst>
                  <a:ext uri="{FF2B5EF4-FFF2-40B4-BE49-F238E27FC236}">
                    <a16:creationId xmlns:a16="http://schemas.microsoft.com/office/drawing/2014/main" id="{95A9D937-DFD9-40ED-B8EC-06AB72810556}"/>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472A0BD0-DC4B-4640-9007-EABAD7799388}"/>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Agentes externos</a:t>
                </a:r>
              </a:p>
            </p:txBody>
          </p:sp>
        </p:grpSp>
      </p:grpSp>
      <p:sp>
        <p:nvSpPr>
          <p:cNvPr id="45" name="Freeform: Shape 44">
            <a:extLst>
              <a:ext uri="{FF2B5EF4-FFF2-40B4-BE49-F238E27FC236}">
                <a16:creationId xmlns:a16="http://schemas.microsoft.com/office/drawing/2014/main" id="{641310B7-2D26-4B8E-B802-4AA8EA575187}"/>
              </a:ext>
            </a:extLst>
          </p:cNvPr>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D4B55173-D163-4D03-84FE-14105F59E0B0}"/>
              </a:ext>
            </a:extLst>
          </p:cNvPr>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81763168"/>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725C34F3-A14B-41B7-968C-5FAA1EAE38EC}"/>
              </a:ext>
            </a:extLst>
          </p:cNvPr>
          <p:cNvSpPr/>
          <p:nvPr/>
        </p:nvSpPr>
        <p:spPr>
          <a:xfrm>
            <a:off x="8950895" y="5630130"/>
            <a:ext cx="1049391" cy="1049391"/>
          </a:xfrm>
          <a:custGeom>
            <a:avLst/>
            <a:gdLst>
              <a:gd name="connsiteX0" fmla="*/ 750570 w 742950"/>
              <a:gd name="connsiteY0" fmla="*/ 375285 h 742950"/>
              <a:gd name="connsiteX1" fmla="*/ 375285 w 742950"/>
              <a:gd name="connsiteY1" fmla="*/ 750570 h 742950"/>
              <a:gd name="connsiteX2" fmla="*/ 0 w 742950"/>
              <a:gd name="connsiteY2" fmla="*/ 375285 h 742950"/>
              <a:gd name="connsiteX3" fmla="*/ 375285 w 742950"/>
              <a:gd name="connsiteY3" fmla="*/ 0 h 742950"/>
              <a:gd name="connsiteX4" fmla="*/ 750570 w 742950"/>
              <a:gd name="connsiteY4" fmla="*/ 375285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50" h="742950">
                <a:moveTo>
                  <a:pt x="750570" y="375285"/>
                </a:moveTo>
                <a:cubicBezTo>
                  <a:pt x="750570" y="582549"/>
                  <a:pt x="582549" y="750570"/>
                  <a:pt x="375285" y="750570"/>
                </a:cubicBezTo>
                <a:cubicBezTo>
                  <a:pt x="168021" y="750570"/>
                  <a:pt x="0" y="582549"/>
                  <a:pt x="0" y="375285"/>
                </a:cubicBezTo>
                <a:cubicBezTo>
                  <a:pt x="0" y="168021"/>
                  <a:pt x="168021" y="0"/>
                  <a:pt x="375285" y="0"/>
                </a:cubicBezTo>
                <a:cubicBezTo>
                  <a:pt x="582549" y="0"/>
                  <a:pt x="750570" y="168021"/>
                  <a:pt x="750570" y="375285"/>
                </a:cubicBezTo>
                <a:close/>
              </a:path>
            </a:pathLst>
          </a:custGeom>
          <a:solidFill>
            <a:schemeClr val="accent3"/>
          </a:solidFill>
          <a:ln w="9525" cap="flat">
            <a:noFill/>
            <a:prstDash val="solid"/>
            <a:miter/>
          </a:ln>
        </p:spPr>
        <p:txBody>
          <a:bodyPr rtlCol="0" anchor="ctr"/>
          <a:lstStyle/>
          <a:p>
            <a:endParaRPr lang="en-GB"/>
          </a:p>
        </p:txBody>
      </p:sp>
      <p:sp>
        <p:nvSpPr>
          <p:cNvPr id="26" name="Freeform: Shape 25">
            <a:extLst>
              <a:ext uri="{FF2B5EF4-FFF2-40B4-BE49-F238E27FC236}">
                <a16:creationId xmlns:a16="http://schemas.microsoft.com/office/drawing/2014/main" id="{58F5809F-405B-4AE7-8D91-0B83D6EB630A}"/>
              </a:ext>
            </a:extLst>
          </p:cNvPr>
          <p:cNvSpPr/>
          <p:nvPr/>
        </p:nvSpPr>
        <p:spPr>
          <a:xfrm>
            <a:off x="9866671" y="178479"/>
            <a:ext cx="2287132" cy="2314039"/>
          </a:xfrm>
          <a:custGeom>
            <a:avLst/>
            <a:gdLst>
              <a:gd name="connsiteX0" fmla="*/ 1335288 w 1619250"/>
              <a:gd name="connsiteY0" fmla="*/ 666397 h 1638300"/>
              <a:gd name="connsiteX1" fmla="*/ 1272423 w 1619250"/>
              <a:gd name="connsiteY1" fmla="*/ 528284 h 1638300"/>
              <a:gd name="connsiteX2" fmla="*/ 1140025 w 1619250"/>
              <a:gd name="connsiteY2" fmla="*/ 254917 h 1638300"/>
              <a:gd name="connsiteX3" fmla="*/ 701875 w 1619250"/>
              <a:gd name="connsiteY3" fmla="*/ 21554 h 1638300"/>
              <a:gd name="connsiteX4" fmla="*/ 476133 w 1619250"/>
              <a:gd name="connsiteY4" fmla="*/ 387314 h 1638300"/>
              <a:gd name="connsiteX5" fmla="*/ 168475 w 1619250"/>
              <a:gd name="connsiteY5" fmla="*/ 564479 h 1638300"/>
              <a:gd name="connsiteX6" fmla="*/ 401838 w 1619250"/>
              <a:gd name="connsiteY6" fmla="*/ 1645567 h 1638300"/>
              <a:gd name="connsiteX7" fmla="*/ 789505 w 1619250"/>
              <a:gd name="connsiteY7" fmla="*/ 1379819 h 1638300"/>
              <a:gd name="connsiteX8" fmla="*/ 895233 w 1619250"/>
              <a:gd name="connsiteY8" fmla="*/ 1368389 h 1638300"/>
              <a:gd name="connsiteX9" fmla="*/ 1183840 w 1619250"/>
              <a:gd name="connsiteY9" fmla="*/ 1526504 h 1638300"/>
              <a:gd name="connsiteX10" fmla="*/ 1626753 w 1619250"/>
              <a:gd name="connsiteY10" fmla="*/ 1083592 h 1638300"/>
              <a:gd name="connsiteX11" fmla="*/ 1335288 w 1619250"/>
              <a:gd name="connsiteY11" fmla="*/ 666397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9250" h="1638300">
                <a:moveTo>
                  <a:pt x="1335288" y="666397"/>
                </a:moveTo>
                <a:cubicBezTo>
                  <a:pt x="1300045" y="627344"/>
                  <a:pt x="1274328" y="586387"/>
                  <a:pt x="1272423" y="528284"/>
                </a:cubicBezTo>
                <a:cubicBezTo>
                  <a:pt x="1269565" y="468277"/>
                  <a:pt x="1155265" y="313019"/>
                  <a:pt x="1140025" y="254917"/>
                </a:cubicBezTo>
                <a:cubicBezTo>
                  <a:pt x="1115260" y="157762"/>
                  <a:pt x="946668" y="-70838"/>
                  <a:pt x="701875" y="21554"/>
                </a:cubicBezTo>
                <a:cubicBezTo>
                  <a:pt x="446605" y="118709"/>
                  <a:pt x="514233" y="340642"/>
                  <a:pt x="476133" y="387314"/>
                </a:cubicBezTo>
                <a:cubicBezTo>
                  <a:pt x="383740" y="497804"/>
                  <a:pt x="290395" y="407317"/>
                  <a:pt x="168475" y="564479"/>
                </a:cubicBezTo>
                <a:cubicBezTo>
                  <a:pt x="-168710" y="997867"/>
                  <a:pt x="47508" y="1647472"/>
                  <a:pt x="401838" y="1645567"/>
                </a:cubicBezTo>
                <a:cubicBezTo>
                  <a:pt x="635200" y="1644614"/>
                  <a:pt x="613293" y="1376962"/>
                  <a:pt x="789505" y="1379819"/>
                </a:cubicBezTo>
                <a:cubicBezTo>
                  <a:pt x="821890" y="1380772"/>
                  <a:pt x="867610" y="1355054"/>
                  <a:pt x="895233" y="1368389"/>
                </a:cubicBezTo>
                <a:cubicBezTo>
                  <a:pt x="975243" y="1444589"/>
                  <a:pt x="1065730" y="1513169"/>
                  <a:pt x="1183840" y="1526504"/>
                </a:cubicBezTo>
                <a:cubicBezTo>
                  <a:pt x="1447683" y="1554127"/>
                  <a:pt x="1626753" y="1328384"/>
                  <a:pt x="1626753" y="1083592"/>
                </a:cubicBezTo>
                <a:cubicBezTo>
                  <a:pt x="1627705" y="892139"/>
                  <a:pt x="1505785" y="728309"/>
                  <a:pt x="1335288" y="666397"/>
                </a:cubicBezTo>
                <a:close/>
              </a:path>
            </a:pathLst>
          </a:custGeom>
          <a:solidFill>
            <a:schemeClr val="accent2"/>
          </a:solidFill>
          <a:ln w="9525"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EF4402FF-60BC-498D-B61C-BE3E21C6913D}"/>
              </a:ext>
            </a:extLst>
          </p:cNvPr>
          <p:cNvSpPr/>
          <p:nvPr/>
        </p:nvSpPr>
        <p:spPr>
          <a:xfrm>
            <a:off x="-549064" y="-401540"/>
            <a:ext cx="3623309" cy="3213716"/>
          </a:xfrm>
          <a:custGeom>
            <a:avLst/>
            <a:gdLst>
              <a:gd name="connsiteX0" fmla="*/ 3073561 w 3286125"/>
              <a:gd name="connsiteY0" fmla="*/ 820213 h 2914650"/>
              <a:gd name="connsiteX1" fmla="*/ 2291559 w 3286125"/>
              <a:gd name="connsiteY1" fmla="*/ 202041 h 2914650"/>
              <a:gd name="connsiteX2" fmla="*/ 1554324 w 3286125"/>
              <a:gd name="connsiteY2" fmla="*/ 3921 h 2914650"/>
              <a:gd name="connsiteX3" fmla="*/ 899956 w 3286125"/>
              <a:gd name="connsiteY3" fmla="*/ 288718 h 2914650"/>
              <a:gd name="connsiteX4" fmla="*/ 297024 w 3286125"/>
              <a:gd name="connsiteY4" fmla="*/ 710676 h 2914650"/>
              <a:gd name="connsiteX5" fmla="*/ 83664 w 3286125"/>
              <a:gd name="connsiteY5" fmla="*/ 946896 h 2914650"/>
              <a:gd name="connsiteX6" fmla="*/ 71281 w 3286125"/>
              <a:gd name="connsiteY6" fmla="*/ 1694608 h 2914650"/>
              <a:gd name="connsiteX7" fmla="*/ 701836 w 3286125"/>
              <a:gd name="connsiteY7" fmla="*/ 2654728 h 2914650"/>
              <a:gd name="connsiteX8" fmla="*/ 1801021 w 3286125"/>
              <a:gd name="connsiteY8" fmla="*/ 2869041 h 2914650"/>
              <a:gd name="connsiteX9" fmla="*/ 3018316 w 3286125"/>
              <a:gd name="connsiteY9" fmla="*/ 1900348 h 2914650"/>
              <a:gd name="connsiteX10" fmla="*/ 3237391 w 3286125"/>
              <a:gd name="connsiteY10" fmla="*/ 1769856 h 2914650"/>
              <a:gd name="connsiteX11" fmla="*/ 3073561 w 3286125"/>
              <a:gd name="connsiteY11" fmla="*/ 820213 h 2914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86125" h="2914650">
                <a:moveTo>
                  <a:pt x="3073561" y="820213"/>
                </a:moveTo>
                <a:cubicBezTo>
                  <a:pt x="2877346" y="547798"/>
                  <a:pt x="2588739" y="357298"/>
                  <a:pt x="2291559" y="202041"/>
                </a:cubicBezTo>
                <a:cubicBezTo>
                  <a:pt x="2062959" y="82978"/>
                  <a:pt x="1811499" y="-21797"/>
                  <a:pt x="1554324" y="3921"/>
                </a:cubicBezTo>
                <a:cubicBezTo>
                  <a:pt x="1315246" y="27733"/>
                  <a:pt x="1102839" y="160131"/>
                  <a:pt x="899956" y="288718"/>
                </a:cubicBezTo>
                <a:cubicBezTo>
                  <a:pt x="692311" y="420163"/>
                  <a:pt x="484666" y="552561"/>
                  <a:pt x="297024" y="710676"/>
                </a:cubicBezTo>
                <a:cubicBezTo>
                  <a:pt x="215109" y="779256"/>
                  <a:pt x="137004" y="854503"/>
                  <a:pt x="83664" y="946896"/>
                </a:cubicBezTo>
                <a:cubicBezTo>
                  <a:pt x="-44924" y="1168828"/>
                  <a:pt x="-5871" y="1449816"/>
                  <a:pt x="71281" y="1694608"/>
                </a:cubicBezTo>
                <a:cubicBezTo>
                  <a:pt x="188439" y="2065131"/>
                  <a:pt x="392274" y="2418508"/>
                  <a:pt x="701836" y="2654728"/>
                </a:cubicBezTo>
                <a:cubicBezTo>
                  <a:pt x="1010446" y="2890948"/>
                  <a:pt x="1433356" y="2995723"/>
                  <a:pt x="1801021" y="2869041"/>
                </a:cubicBezTo>
                <a:cubicBezTo>
                  <a:pt x="2295369" y="2700448"/>
                  <a:pt x="2579214" y="2183241"/>
                  <a:pt x="3018316" y="1900348"/>
                </a:cubicBezTo>
                <a:lnTo>
                  <a:pt x="3237391" y="1769856"/>
                </a:lnTo>
                <a:cubicBezTo>
                  <a:pt x="3359311" y="1458388"/>
                  <a:pt x="3269776" y="1091676"/>
                  <a:pt x="3073561" y="820213"/>
                </a:cubicBezTo>
                <a:close/>
              </a:path>
            </a:pathLst>
          </a:custGeom>
          <a:solidFill>
            <a:schemeClr val="accent1"/>
          </a:solidFill>
          <a:ln w="9525" cap="flat">
            <a:noFill/>
            <a:prstDash val="solid"/>
            <a:miter/>
          </a:ln>
        </p:spPr>
        <p:txBody>
          <a:bodyPr rtlCol="0" anchor="ctr"/>
          <a:lstStyle/>
          <a:p>
            <a:endParaRPr lang="en-GB"/>
          </a:p>
        </p:txBody>
      </p:sp>
      <p:sp>
        <p:nvSpPr>
          <p:cNvPr id="3" name="TextBox 2">
            <a:extLst>
              <a:ext uri="{FF2B5EF4-FFF2-40B4-BE49-F238E27FC236}">
                <a16:creationId xmlns:a16="http://schemas.microsoft.com/office/drawing/2014/main" id="{BAD94851-BA8E-46BF-9011-A11365B097BA}"/>
              </a:ext>
            </a:extLst>
          </p:cNvPr>
          <p:cNvSpPr txBox="1"/>
          <p:nvPr/>
        </p:nvSpPr>
        <p:spPr>
          <a:xfrm>
            <a:off x="2325329" y="2727303"/>
            <a:ext cx="7541342" cy="850617"/>
          </a:xfrm>
          <a:prstGeom prst="rect">
            <a:avLst/>
          </a:prstGeom>
          <a:noFill/>
        </p:spPr>
        <p:txBody>
          <a:bodyPr wrap="square" rtlCol="0">
            <a:spAutoFit/>
          </a:bodyPr>
          <a:lstStyle/>
          <a:p>
            <a:pPr algn="ctr">
              <a:lnSpc>
                <a:spcPct val="130000"/>
              </a:lnSpc>
            </a:pPr>
            <a:r>
              <a:rPr lang="es-ES" sz="2000">
                <a:latin typeface="Segoe UI" panose="020B0502040204020203" pitchFamily="34" charset="0"/>
                <a:cs typeface="Segoe UI" panose="020B0502040204020203" pitchFamily="34" charset="0"/>
              </a:rPr>
              <a:t>Tres tiendas, e-commerce y fidelización. Hoy no hablamos de sus datos, sino de </a:t>
            </a:r>
            <a:r>
              <a:rPr lang="es-ES" sz="2000" b="1">
                <a:solidFill>
                  <a:schemeClr val="accent1"/>
                </a:solidFill>
                <a:latin typeface="Segoe UI" panose="020B0502040204020203" pitchFamily="34" charset="0"/>
                <a:cs typeface="Segoe UI" panose="020B0502040204020203" pitchFamily="34" charset="0"/>
              </a:rPr>
              <a:t>los agentes que alguien construyó encima</a:t>
            </a:r>
            <a:r>
              <a:rPr lang="es-ES" sz="2000">
                <a:latin typeface="Segoe UI" panose="020B0502040204020203" pitchFamily="34" charset="0"/>
                <a:cs typeface="Segoe UI" panose="020B0502040204020203" pitchFamily="34" charset="0"/>
              </a:rPr>
              <a:t> sin decírselo a nadie.</a:t>
            </a:r>
            <a:endParaRPr lang="en-GB" sz="240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 name="Freeform: Shape 3">
            <a:extLst>
              <a:ext uri="{FF2B5EF4-FFF2-40B4-BE49-F238E27FC236}">
                <a16:creationId xmlns:a16="http://schemas.microsoft.com/office/drawing/2014/main" id="{9D0989E1-E5CE-47AF-95E7-7F4CCA6CD268}"/>
              </a:ext>
            </a:extLst>
          </p:cNvPr>
          <p:cNvSpPr/>
          <p:nvPr/>
        </p:nvSpPr>
        <p:spPr>
          <a:xfrm>
            <a:off x="5913029" y="2004250"/>
            <a:ext cx="365943" cy="317622"/>
          </a:xfrm>
          <a:custGeom>
            <a:avLst/>
            <a:gdLst/>
            <a:ahLst/>
            <a:cxnLst/>
            <a:rect l="l" t="t" r="r" b="b"/>
            <a:pathLst>
              <a:path w="153074" h="132861">
                <a:moveTo>
                  <a:pt x="138531" y="0"/>
                </a:moveTo>
                <a:lnTo>
                  <a:pt x="153074" y="18179"/>
                </a:lnTo>
                <a:cubicBezTo>
                  <a:pt x="128424" y="39074"/>
                  <a:pt x="115771" y="55939"/>
                  <a:pt x="115113" y="68772"/>
                </a:cubicBezTo>
                <a:cubicBezTo>
                  <a:pt x="134011" y="73227"/>
                  <a:pt x="143461" y="83950"/>
                  <a:pt x="143461" y="100940"/>
                </a:cubicBezTo>
                <a:cubicBezTo>
                  <a:pt x="143461" y="110178"/>
                  <a:pt x="140338" y="117808"/>
                  <a:pt x="134094" y="123829"/>
                </a:cubicBezTo>
                <a:cubicBezTo>
                  <a:pt x="127849" y="129851"/>
                  <a:pt x="120454" y="132861"/>
                  <a:pt x="111909" y="132861"/>
                </a:cubicBezTo>
                <a:cubicBezTo>
                  <a:pt x="102049" y="132861"/>
                  <a:pt x="94161" y="129157"/>
                  <a:pt x="88245" y="121748"/>
                </a:cubicBezTo>
                <a:cubicBezTo>
                  <a:pt x="82329" y="114339"/>
                  <a:pt x="79371" y="105201"/>
                  <a:pt x="79371" y="94335"/>
                </a:cubicBezTo>
                <a:cubicBezTo>
                  <a:pt x="79371" y="62726"/>
                  <a:pt x="99091" y="31281"/>
                  <a:pt x="138531" y="0"/>
                </a:cubicBezTo>
                <a:close/>
                <a:moveTo>
                  <a:pt x="59159" y="0"/>
                </a:moveTo>
                <a:lnTo>
                  <a:pt x="73456" y="18179"/>
                </a:lnTo>
                <a:cubicBezTo>
                  <a:pt x="48970" y="39074"/>
                  <a:pt x="36399" y="55939"/>
                  <a:pt x="35742" y="68772"/>
                </a:cubicBezTo>
                <a:cubicBezTo>
                  <a:pt x="54640" y="73227"/>
                  <a:pt x="64089" y="83950"/>
                  <a:pt x="64089" y="100940"/>
                </a:cubicBezTo>
                <a:cubicBezTo>
                  <a:pt x="64089" y="110178"/>
                  <a:pt x="60937" y="117808"/>
                  <a:pt x="54635" y="123829"/>
                </a:cubicBezTo>
                <a:cubicBezTo>
                  <a:pt x="48333" y="129851"/>
                  <a:pt x="40926" y="132861"/>
                  <a:pt x="32414" y="132861"/>
                </a:cubicBezTo>
                <a:cubicBezTo>
                  <a:pt x="23083" y="132861"/>
                  <a:pt x="15348" y="129239"/>
                  <a:pt x="9209" y="121996"/>
                </a:cubicBezTo>
                <a:cubicBezTo>
                  <a:pt x="3069" y="114753"/>
                  <a:pt x="0" y="105532"/>
                  <a:pt x="0" y="94335"/>
                </a:cubicBezTo>
                <a:cubicBezTo>
                  <a:pt x="0" y="61574"/>
                  <a:pt x="19719" y="30129"/>
                  <a:pt x="59159"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1F2F2033-F32C-49CC-B60F-FF360886EA3F}"/>
              </a:ext>
            </a:extLst>
          </p:cNvPr>
          <p:cNvCxnSpPr/>
          <p:nvPr/>
        </p:nvCxnSpPr>
        <p:spPr>
          <a:xfrm>
            <a:off x="5572432" y="4280501"/>
            <a:ext cx="1047136" cy="0"/>
          </a:xfrm>
          <a:prstGeom prst="line">
            <a:avLst/>
          </a:prstGeom>
          <a:ln w="28575"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21390EC-F3A4-40C5-9D7D-A5770FF40C69}"/>
              </a:ext>
            </a:extLst>
          </p:cNvPr>
          <p:cNvSpPr txBox="1"/>
          <p:nvPr/>
        </p:nvSpPr>
        <p:spPr>
          <a:xfrm>
            <a:off x="4437208" y="4545973"/>
            <a:ext cx="3317585" cy="307777"/>
          </a:xfrm>
          <a:prstGeom prst="rect">
            <a:avLst/>
          </a:prstGeom>
          <a:noFill/>
        </p:spPr>
        <p:txBody>
          <a:bodyPr wrap="square" rtlCol="0">
            <a:spAutoFit/>
          </a:bodyPr>
          <a:lstStyle/>
          <a:p>
            <a:pPr algn="ctr"/>
            <a:r>
              <a:rPr lang="en-GB" sz="1400">
                <a:solidFill>
                  <a:schemeClr val="tx1">
                    <a:lumMod val="50000"/>
                    <a:lumOff val="50000"/>
                  </a:schemeClr>
                </a:solidFill>
                <a:latin typeface="Segoe UI" panose="020B0502040204020203" pitchFamily="34" charset="0"/>
                <a:cs typeface="Segoe UI" panose="020B0502040204020203" pitchFamily="34" charset="0"/>
              </a:rPr>
              <a:t>FraSoHome · retail omnicanal</a:t>
            </a:r>
          </a:p>
        </p:txBody>
      </p:sp>
    </p:spTree>
    <p:extLst>
      <p:ext uri="{BB962C8B-B14F-4D97-AF65-F5344CB8AC3E}">
        <p14:creationId xmlns:p14="http://schemas.microsoft.com/office/powerpoint/2010/main" val="4284876004"/>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848A-1FFF-42E7-85F8-21253FBEECAA}"/>
              </a:ext>
            </a:extLst>
          </p:cNvPr>
          <p:cNvSpPr txBox="1"/>
          <p:nvPr/>
        </p:nvSpPr>
        <p:spPr>
          <a:xfrm>
            <a:off x="1741129"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Una app de Power Apps</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Expone datos. Actúa como la aplicación, con el alcance y las credenciales que alguien le configuró.</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El riesgo es de exposición: se resuelve mirando permisos.</a:t>
            </a:r>
          </a:p>
        </p:txBody>
      </p:sp>
      <p:sp>
        <p:nvSpPr>
          <p:cNvPr id="4" name="TextBox 3">
            <a:extLst>
              <a:ext uri="{FF2B5EF4-FFF2-40B4-BE49-F238E27FC236}">
                <a16:creationId xmlns:a16="http://schemas.microsoft.com/office/drawing/2014/main" id="{8F53C335-63B9-4E67-8A7F-17E8C4E9A017}"/>
              </a:ext>
            </a:extLst>
          </p:cNvPr>
          <p:cNvSpPr txBox="1"/>
          <p:nvPr/>
        </p:nvSpPr>
        <p:spPr>
          <a:xfrm>
            <a:off x="1092201" y="1184004"/>
            <a:ext cx="5131618" cy="1323439"/>
          </a:xfrm>
          <a:prstGeom prst="rect">
            <a:avLst/>
          </a:prstGeom>
          <a:noFill/>
        </p:spPr>
        <p:txBody>
          <a:bodyPr wrap="square" rtlCol="0">
            <a:spAutoFit/>
          </a:bodyPr>
          <a:lstStyle/>
          <a:p>
            <a:r>
              <a:rPr lang="en-GB" sz="3600" b="1">
                <a:solidFill>
                  <a:schemeClr val="accent2"/>
                </a:solidFill>
                <a:latin typeface="Segoe UI" panose="020B0502040204020203" pitchFamily="34" charset="0"/>
                <a:cs typeface="Segoe UI" panose="020B0502040204020203" pitchFamily="34" charset="0"/>
              </a:rPr>
              <a:t>No es Shadow IT</a:t>
            </a:r>
          </a:p>
          <a:p>
            <a:r>
              <a:rPr lang="en-GB" sz="3600" b="1">
                <a:solidFill>
                  <a:schemeClr val="tx1">
                    <a:lumMod val="75000"/>
                    <a:lumOff val="25000"/>
                  </a:schemeClr>
                </a:solidFill>
                <a:latin typeface="Segoe UI" panose="020B0502040204020203" pitchFamily="34" charset="0"/>
                <a:cs typeface="Segoe UI" panose="020B0502040204020203" pitchFamily="34" charset="0"/>
              </a:rPr>
              <a:t>de siempre</a:t>
            </a:r>
          </a:p>
        </p:txBody>
      </p:sp>
      <p:cxnSp>
        <p:nvCxnSpPr>
          <p:cNvPr id="7" name="Straight Connector 6">
            <a:extLst>
              <a:ext uri="{FF2B5EF4-FFF2-40B4-BE49-F238E27FC236}">
                <a16:creationId xmlns:a16="http://schemas.microsoft.com/office/drawing/2014/main" id="{472EC5AD-3FED-4618-BDB7-C107B2353225}"/>
              </a:ext>
            </a:extLst>
          </p:cNvPr>
          <p:cNvCxnSpPr>
            <a:cxnSpLocks/>
          </p:cNvCxnSpPr>
          <p:nvPr/>
        </p:nvCxnSpPr>
        <p:spPr>
          <a:xfrm flipH="1">
            <a:off x="1562100" y="2811856"/>
            <a:ext cx="476209" cy="0"/>
          </a:xfrm>
          <a:prstGeom prst="line">
            <a:avLst/>
          </a:prstGeom>
          <a:ln w="28575"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7D234E-54F0-4D8C-8EC0-F1A32E9991F8}"/>
              </a:ext>
            </a:extLst>
          </p:cNvPr>
          <p:cNvSpPr txBox="1"/>
          <p:nvPr/>
        </p:nvSpPr>
        <p:spPr>
          <a:xfrm>
            <a:off x="6241145"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Un agente</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Lee datos, decide, ejecuta acciones y gasta dinero. Y lo hace en nombre del usuario.</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El riesgo es de agencia. La diferencia con la Shadow IT clásica no es de grado: es de naturaleza.</a:t>
            </a:r>
          </a:p>
        </p:txBody>
      </p:sp>
      <p:sp>
        <p:nvSpPr>
          <p:cNvPr id="10" name="Freeform: Shape 9">
            <a:extLst>
              <a:ext uri="{FF2B5EF4-FFF2-40B4-BE49-F238E27FC236}">
                <a16:creationId xmlns:a16="http://schemas.microsoft.com/office/drawing/2014/main" id="{0AEE8EE9-AE23-476C-B57F-042CBF32A8AB}"/>
              </a:ext>
            </a:extLst>
          </p:cNvPr>
          <p:cNvSpPr/>
          <p:nvPr/>
        </p:nvSpPr>
        <p:spPr>
          <a:xfrm rot="10800000">
            <a:off x="5950856" y="-1"/>
            <a:ext cx="6241143" cy="2768341"/>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56017421"/>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6EC7681-1C92-464F-B973-E71FBB4878C8}"/>
              </a:ext>
            </a:extLst>
          </p:cNvPr>
          <p:cNvGrpSpPr/>
          <p:nvPr/>
        </p:nvGrpSpPr>
        <p:grpSpPr>
          <a:xfrm rot="4023832">
            <a:off x="9079384" y="1765436"/>
            <a:ext cx="2866454" cy="2828089"/>
            <a:chOff x="1161130" y="3658377"/>
            <a:chExt cx="2312060" cy="2281115"/>
          </a:xfrm>
        </p:grpSpPr>
        <p:sp>
          <p:nvSpPr>
            <p:cNvPr id="59" name="Freeform: Shape 58">
              <a:extLst>
                <a:ext uri="{FF2B5EF4-FFF2-40B4-BE49-F238E27FC236}">
                  <a16:creationId xmlns:a16="http://schemas.microsoft.com/office/drawing/2014/main" id="{448412FA-BD18-46CB-8E87-256EE2CD4DF2}"/>
                </a:ext>
              </a:extLst>
            </p:cNvPr>
            <p:cNvSpPr/>
            <p:nvPr/>
          </p:nvSpPr>
          <p:spPr>
            <a:xfrm>
              <a:off x="1161130" y="3936601"/>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solidFill>
              <a:schemeClr val="accent4"/>
            </a:solidFill>
            <a:ln w="9525" cap="flat">
              <a:noFill/>
              <a:prstDash val="solid"/>
              <a:miter/>
            </a:ln>
          </p:spPr>
          <p:txBody>
            <a:bodyPr rtlCol="0" anchor="ctr"/>
            <a:lstStyle/>
            <a:p>
              <a:endParaRPr lang="en-GB"/>
            </a:p>
          </p:txBody>
        </p:sp>
        <p:sp>
          <p:nvSpPr>
            <p:cNvPr id="64" name="Freeform: Shape 63">
              <a:extLst>
                <a:ext uri="{FF2B5EF4-FFF2-40B4-BE49-F238E27FC236}">
                  <a16:creationId xmlns:a16="http://schemas.microsoft.com/office/drawing/2014/main" id="{2A345A02-B396-42BE-9838-8F4F474696AD}"/>
                </a:ext>
              </a:extLst>
            </p:cNvPr>
            <p:cNvSpPr/>
            <p:nvPr/>
          </p:nvSpPr>
          <p:spPr>
            <a:xfrm>
              <a:off x="1517646" y="3658377"/>
              <a:ext cx="188191" cy="188191"/>
            </a:xfrm>
            <a:custGeom>
              <a:avLst/>
              <a:gdLst>
                <a:gd name="connsiteX0" fmla="*/ 139065 w 133350"/>
                <a:gd name="connsiteY0" fmla="*/ 69533 h 133350"/>
                <a:gd name="connsiteX1" fmla="*/ 69532 w 133350"/>
                <a:gd name="connsiteY1" fmla="*/ 139065 h 133350"/>
                <a:gd name="connsiteX2" fmla="*/ 0 w 133350"/>
                <a:gd name="connsiteY2" fmla="*/ 69533 h 133350"/>
                <a:gd name="connsiteX3" fmla="*/ 69532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2" y="139065"/>
                  </a:cubicBezTo>
                  <a:cubicBezTo>
                    <a:pt x="31131" y="139065"/>
                    <a:pt x="0" y="107934"/>
                    <a:pt x="0" y="69533"/>
                  </a:cubicBezTo>
                  <a:cubicBezTo>
                    <a:pt x="0" y="31131"/>
                    <a:pt x="31131" y="0"/>
                    <a:pt x="69532" y="0"/>
                  </a:cubicBezTo>
                  <a:cubicBezTo>
                    <a:pt x="107934" y="0"/>
                    <a:pt x="139065" y="31131"/>
                    <a:pt x="139065" y="69533"/>
                  </a:cubicBezTo>
                  <a:close/>
                </a:path>
              </a:pathLst>
            </a:custGeom>
            <a:solidFill>
              <a:schemeClr val="accent4"/>
            </a:solidFill>
            <a:ln w="9525" cap="flat">
              <a:noFill/>
              <a:prstDash val="solid"/>
              <a:miter/>
            </a:ln>
          </p:spPr>
          <p:txBody>
            <a:bodyPr rtlCol="0" anchor="ctr"/>
            <a:lstStyle/>
            <a:p>
              <a:endParaRPr lang="en-GB"/>
            </a:p>
          </p:txBody>
        </p:sp>
      </p:grpSp>
      <p:grpSp>
        <p:nvGrpSpPr>
          <p:cNvPr id="103" name="Group 102">
            <a:extLst>
              <a:ext uri="{FF2B5EF4-FFF2-40B4-BE49-F238E27FC236}">
                <a16:creationId xmlns:a16="http://schemas.microsoft.com/office/drawing/2014/main" id="{10A956E7-BB54-4861-847E-64505A05FC9E}"/>
              </a:ext>
            </a:extLst>
          </p:cNvPr>
          <p:cNvGrpSpPr/>
          <p:nvPr/>
        </p:nvGrpSpPr>
        <p:grpSpPr>
          <a:xfrm>
            <a:off x="2077234" y="2190202"/>
            <a:ext cx="8037533" cy="3348949"/>
            <a:chOff x="2077233" y="2190201"/>
            <a:chExt cx="8037533" cy="3348949"/>
          </a:xfrm>
        </p:grpSpPr>
        <p:grpSp>
          <p:nvGrpSpPr>
            <p:cNvPr id="54" name="Group 53">
              <a:extLst>
                <a:ext uri="{FF2B5EF4-FFF2-40B4-BE49-F238E27FC236}">
                  <a16:creationId xmlns:a16="http://schemas.microsoft.com/office/drawing/2014/main" id="{331B781C-EF21-4584-92DA-1A66DAF72611}"/>
                </a:ext>
              </a:extLst>
            </p:cNvPr>
            <p:cNvGrpSpPr/>
            <p:nvPr/>
          </p:nvGrpSpPr>
          <p:grpSpPr>
            <a:xfrm>
              <a:off x="2142524" y="2255489"/>
              <a:ext cx="7906952" cy="3218373"/>
              <a:chOff x="2142524" y="1990018"/>
              <a:chExt cx="7906952" cy="3218373"/>
            </a:xfrm>
          </p:grpSpPr>
          <p:grpSp>
            <p:nvGrpSpPr>
              <p:cNvPr id="35" name="Group 34">
                <a:extLst>
                  <a:ext uri="{FF2B5EF4-FFF2-40B4-BE49-F238E27FC236}">
                    <a16:creationId xmlns:a16="http://schemas.microsoft.com/office/drawing/2014/main" id="{4E7801A9-4755-44D0-AAE3-82F59602E1A5}"/>
                  </a:ext>
                </a:extLst>
              </p:cNvPr>
              <p:cNvGrpSpPr/>
              <p:nvPr/>
            </p:nvGrpSpPr>
            <p:grpSpPr>
              <a:xfrm>
                <a:off x="2142524" y="1990018"/>
                <a:ext cx="3646100" cy="3218373"/>
                <a:chOff x="2142524" y="1990018"/>
                <a:chExt cx="3646100" cy="3218373"/>
              </a:xfrm>
            </p:grpSpPr>
            <p:grpSp>
              <p:nvGrpSpPr>
                <p:cNvPr id="30" name="Group 29">
                  <a:extLst>
                    <a:ext uri="{FF2B5EF4-FFF2-40B4-BE49-F238E27FC236}">
                      <a16:creationId xmlns:a16="http://schemas.microsoft.com/office/drawing/2014/main" id="{9452D236-6EE6-44A6-9F97-F552326ADB57}"/>
                    </a:ext>
                  </a:extLst>
                </p:cNvPr>
                <p:cNvGrpSpPr/>
                <p:nvPr/>
              </p:nvGrpSpPr>
              <p:grpSpPr>
                <a:xfrm>
                  <a:off x="2142524" y="1990018"/>
                  <a:ext cx="1317824" cy="614747"/>
                  <a:chOff x="2142524" y="1990018"/>
                  <a:chExt cx="1317824" cy="614747"/>
                </a:xfrm>
              </p:grpSpPr>
              <p:cxnSp>
                <p:nvCxnSpPr>
                  <p:cNvPr id="26" name="Straight Connector 25">
                    <a:extLst>
                      <a:ext uri="{FF2B5EF4-FFF2-40B4-BE49-F238E27FC236}">
                        <a16:creationId xmlns:a16="http://schemas.microsoft.com/office/drawing/2014/main" id="{68E84FF2-F63A-4702-83CC-02DEACC99A18}"/>
                      </a:ext>
                    </a:extLst>
                  </p:cNvPr>
                  <p:cNvCxnSpPr>
                    <a:cxnSpLocks/>
                    <a:endCxn id="27" idx="0"/>
                  </p:cNvCxnSpPr>
                  <p:nvPr/>
                </p:nvCxnSpPr>
                <p:spPr>
                  <a:xfrm>
                    <a:off x="2142524" y="1990018"/>
                    <a:ext cx="1010450"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27" name="Arc 26">
                    <a:extLst>
                      <a:ext uri="{FF2B5EF4-FFF2-40B4-BE49-F238E27FC236}">
                        <a16:creationId xmlns:a16="http://schemas.microsoft.com/office/drawing/2014/main" id="{CB4E0313-1D2F-46E8-971F-2F5BC96FE760}"/>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nvGrpSpPr>
                <p:cNvPr id="31" name="Group 30">
                  <a:extLst>
                    <a:ext uri="{FF2B5EF4-FFF2-40B4-BE49-F238E27FC236}">
                      <a16:creationId xmlns:a16="http://schemas.microsoft.com/office/drawing/2014/main" id="{2492BD0D-8ABC-4C50-A040-D7C118C39898}"/>
                    </a:ext>
                  </a:extLst>
                </p:cNvPr>
                <p:cNvGrpSpPr/>
                <p:nvPr/>
              </p:nvGrpSpPr>
              <p:grpSpPr>
                <a:xfrm flipH="1" flipV="1">
                  <a:off x="3460348" y="2297392"/>
                  <a:ext cx="2328276" cy="2910999"/>
                  <a:chOff x="1132074" y="1990018"/>
                  <a:chExt cx="2328276" cy="2910999"/>
                </a:xfrm>
              </p:grpSpPr>
              <p:cxnSp>
                <p:nvCxnSpPr>
                  <p:cNvPr id="32" name="Straight Connector 31">
                    <a:extLst>
                      <a:ext uri="{FF2B5EF4-FFF2-40B4-BE49-F238E27FC236}">
                        <a16:creationId xmlns:a16="http://schemas.microsoft.com/office/drawing/2014/main" id="{10544BE9-4E46-41BB-BD69-D96598A57536}"/>
                      </a:ext>
                    </a:extLst>
                  </p:cNvPr>
                  <p:cNvCxnSpPr>
                    <a:cxnSpLocks/>
                    <a:stCxn id="27" idx="2"/>
                    <a:endCxn id="34" idx="2"/>
                  </p:cNvCxnSpPr>
                  <p:nvPr/>
                </p:nvCxnSpPr>
                <p:spPr>
                  <a:xfrm flipH="1" flipV="1">
                    <a:off x="3460348" y="2297392"/>
                    <a:ext cx="2" cy="2603625"/>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ECBE44C-79D6-4796-8EFA-7333C1D6AC8B}"/>
                      </a:ext>
                    </a:extLst>
                  </p:cNvPr>
                  <p:cNvCxnSpPr>
                    <a:cxnSpLocks/>
                    <a:stCxn id="50" idx="0"/>
                    <a:endCxn id="34" idx="0"/>
                  </p:cNvCxnSpPr>
                  <p:nvPr/>
                </p:nvCxnSpPr>
                <p:spPr>
                  <a:xfrm flipV="1">
                    <a:off x="1132074" y="1990018"/>
                    <a:ext cx="2020900"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Arc 33">
                    <a:extLst>
                      <a:ext uri="{FF2B5EF4-FFF2-40B4-BE49-F238E27FC236}">
                        <a16:creationId xmlns:a16="http://schemas.microsoft.com/office/drawing/2014/main" id="{5CAF185D-7C51-4F2D-9502-0DAD352815D7}"/>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grpSp>
            <p:nvGrpSpPr>
              <p:cNvPr id="36" name="Group 35">
                <a:extLst>
                  <a:ext uri="{FF2B5EF4-FFF2-40B4-BE49-F238E27FC236}">
                    <a16:creationId xmlns:a16="http://schemas.microsoft.com/office/drawing/2014/main" id="{F2CDFD0D-408A-4D35-AA8F-D570FDD5C2D0}"/>
                  </a:ext>
                </a:extLst>
              </p:cNvPr>
              <p:cNvGrpSpPr/>
              <p:nvPr/>
            </p:nvGrpSpPr>
            <p:grpSpPr>
              <a:xfrm>
                <a:off x="8116903" y="1990018"/>
                <a:ext cx="1932573" cy="3218373"/>
                <a:chOff x="2845601" y="1990018"/>
                <a:chExt cx="1932573" cy="3218373"/>
              </a:xfrm>
            </p:grpSpPr>
            <p:sp>
              <p:nvSpPr>
                <p:cNvPr id="44" name="Arc 43">
                  <a:extLst>
                    <a:ext uri="{FF2B5EF4-FFF2-40B4-BE49-F238E27FC236}">
                      <a16:creationId xmlns:a16="http://schemas.microsoft.com/office/drawing/2014/main" id="{DA7B4D87-339F-44FE-B326-3156C6F27CF4}"/>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38" name="Group 37">
                  <a:extLst>
                    <a:ext uri="{FF2B5EF4-FFF2-40B4-BE49-F238E27FC236}">
                      <a16:creationId xmlns:a16="http://schemas.microsoft.com/office/drawing/2014/main" id="{1D91ED2A-AB63-4A37-9219-0E1A91ED29E9}"/>
                    </a:ext>
                  </a:extLst>
                </p:cNvPr>
                <p:cNvGrpSpPr/>
                <p:nvPr/>
              </p:nvGrpSpPr>
              <p:grpSpPr>
                <a:xfrm flipH="1" flipV="1">
                  <a:off x="3460348" y="2297392"/>
                  <a:ext cx="1317826" cy="2910999"/>
                  <a:chOff x="2142524" y="1990018"/>
                  <a:chExt cx="1317826" cy="2910999"/>
                </a:xfrm>
              </p:grpSpPr>
              <p:cxnSp>
                <p:nvCxnSpPr>
                  <p:cNvPr id="39" name="Straight Connector 38">
                    <a:extLst>
                      <a:ext uri="{FF2B5EF4-FFF2-40B4-BE49-F238E27FC236}">
                        <a16:creationId xmlns:a16="http://schemas.microsoft.com/office/drawing/2014/main" id="{DFE0C6AA-4FEF-4A24-8D59-77F50C1FA29C}"/>
                      </a:ext>
                    </a:extLst>
                  </p:cNvPr>
                  <p:cNvCxnSpPr>
                    <a:cxnSpLocks/>
                    <a:stCxn id="44" idx="2"/>
                    <a:endCxn id="41" idx="2"/>
                  </p:cNvCxnSpPr>
                  <p:nvPr/>
                </p:nvCxnSpPr>
                <p:spPr>
                  <a:xfrm flipH="1" flipV="1">
                    <a:off x="3460348" y="2297392"/>
                    <a:ext cx="2" cy="2603625"/>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6B31277-05EA-491B-9874-96D153522E3E}"/>
                      </a:ext>
                    </a:extLst>
                  </p:cNvPr>
                  <p:cNvCxnSpPr>
                    <a:cxnSpLocks/>
                    <a:endCxn id="41" idx="0"/>
                  </p:cNvCxnSpPr>
                  <p:nvPr/>
                </p:nvCxnSpPr>
                <p:spPr>
                  <a:xfrm>
                    <a:off x="2142524" y="1990018"/>
                    <a:ext cx="1010450"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41" name="Arc 40">
                    <a:extLst>
                      <a:ext uri="{FF2B5EF4-FFF2-40B4-BE49-F238E27FC236}">
                        <a16:creationId xmlns:a16="http://schemas.microsoft.com/office/drawing/2014/main" id="{200A1EF7-1E2F-41E0-9808-796D741D4737}"/>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grpSp>
            <p:nvGrpSpPr>
              <p:cNvPr id="45" name="Group 44">
                <a:extLst>
                  <a:ext uri="{FF2B5EF4-FFF2-40B4-BE49-F238E27FC236}">
                    <a16:creationId xmlns:a16="http://schemas.microsoft.com/office/drawing/2014/main" id="{3B69DA9C-86B9-4C7C-A132-EF4877D56D37}"/>
                  </a:ext>
                </a:extLst>
              </p:cNvPr>
              <p:cNvGrpSpPr/>
              <p:nvPr/>
            </p:nvGrpSpPr>
            <p:grpSpPr>
              <a:xfrm flipH="1">
                <a:off x="5481251" y="1990018"/>
                <a:ext cx="2943025" cy="3218373"/>
                <a:chOff x="1132072" y="1990018"/>
                <a:chExt cx="2943025" cy="3218373"/>
              </a:xfrm>
            </p:grpSpPr>
            <p:grpSp>
              <p:nvGrpSpPr>
                <p:cNvPr id="46" name="Group 45">
                  <a:extLst>
                    <a:ext uri="{FF2B5EF4-FFF2-40B4-BE49-F238E27FC236}">
                      <a16:creationId xmlns:a16="http://schemas.microsoft.com/office/drawing/2014/main" id="{2D1E7D1A-C3C3-48AA-AD68-D30B2E047280}"/>
                    </a:ext>
                  </a:extLst>
                </p:cNvPr>
                <p:cNvGrpSpPr/>
                <p:nvPr/>
              </p:nvGrpSpPr>
              <p:grpSpPr>
                <a:xfrm>
                  <a:off x="1132072" y="1990018"/>
                  <a:ext cx="2328276" cy="614747"/>
                  <a:chOff x="1132072" y="1990018"/>
                  <a:chExt cx="2328276" cy="614747"/>
                </a:xfrm>
              </p:grpSpPr>
              <p:cxnSp>
                <p:nvCxnSpPr>
                  <p:cNvPr id="52" name="Straight Connector 51">
                    <a:extLst>
                      <a:ext uri="{FF2B5EF4-FFF2-40B4-BE49-F238E27FC236}">
                        <a16:creationId xmlns:a16="http://schemas.microsoft.com/office/drawing/2014/main" id="{3493E450-8633-4E34-9880-82C5882B729F}"/>
                      </a:ext>
                    </a:extLst>
                  </p:cNvPr>
                  <p:cNvCxnSpPr>
                    <a:cxnSpLocks/>
                    <a:stCxn id="44" idx="0"/>
                    <a:endCxn id="53" idx="0"/>
                  </p:cNvCxnSpPr>
                  <p:nvPr/>
                </p:nvCxnSpPr>
                <p:spPr>
                  <a:xfrm>
                    <a:off x="1132072" y="1990018"/>
                    <a:ext cx="2020902"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53" name="Arc 52">
                    <a:extLst>
                      <a:ext uri="{FF2B5EF4-FFF2-40B4-BE49-F238E27FC236}">
                        <a16:creationId xmlns:a16="http://schemas.microsoft.com/office/drawing/2014/main" id="{65CFEAE4-FE57-41C2-BC43-D93C3318C30C}"/>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nvGrpSpPr>
                <p:cNvPr id="47" name="Group 46">
                  <a:extLst>
                    <a:ext uri="{FF2B5EF4-FFF2-40B4-BE49-F238E27FC236}">
                      <a16:creationId xmlns:a16="http://schemas.microsoft.com/office/drawing/2014/main" id="{9BE3E529-785D-4666-B68F-2E28BEEF5F6A}"/>
                    </a:ext>
                  </a:extLst>
                </p:cNvPr>
                <p:cNvGrpSpPr/>
                <p:nvPr/>
              </p:nvGrpSpPr>
              <p:grpSpPr>
                <a:xfrm flipH="1" flipV="1">
                  <a:off x="3460348" y="2297392"/>
                  <a:ext cx="614749" cy="2910999"/>
                  <a:chOff x="2845601" y="1990018"/>
                  <a:chExt cx="614749" cy="2910999"/>
                </a:xfrm>
              </p:grpSpPr>
              <p:cxnSp>
                <p:nvCxnSpPr>
                  <p:cNvPr id="48" name="Straight Connector 47">
                    <a:extLst>
                      <a:ext uri="{FF2B5EF4-FFF2-40B4-BE49-F238E27FC236}">
                        <a16:creationId xmlns:a16="http://schemas.microsoft.com/office/drawing/2014/main" id="{A92BB0F3-193C-457C-A143-5D5BCE7D038B}"/>
                      </a:ext>
                    </a:extLst>
                  </p:cNvPr>
                  <p:cNvCxnSpPr>
                    <a:cxnSpLocks/>
                    <a:stCxn id="53" idx="2"/>
                    <a:endCxn id="50" idx="2"/>
                  </p:cNvCxnSpPr>
                  <p:nvPr/>
                </p:nvCxnSpPr>
                <p:spPr>
                  <a:xfrm flipH="1" flipV="1">
                    <a:off x="3460348" y="2297392"/>
                    <a:ext cx="2" cy="2603625"/>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50" name="Arc 49">
                    <a:extLst>
                      <a:ext uri="{FF2B5EF4-FFF2-40B4-BE49-F238E27FC236}">
                        <a16:creationId xmlns:a16="http://schemas.microsoft.com/office/drawing/2014/main" id="{70D4D0FB-A6CF-4374-A1BB-8A96D5ED8277}"/>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grpSp>
        <p:sp>
          <p:nvSpPr>
            <p:cNvPr id="60" name="Oval 59">
              <a:extLst>
                <a:ext uri="{FF2B5EF4-FFF2-40B4-BE49-F238E27FC236}">
                  <a16:creationId xmlns:a16="http://schemas.microsoft.com/office/drawing/2014/main" id="{CA052668-02BC-446E-A5E8-3E63485BF2C5}"/>
                </a:ext>
              </a:extLst>
            </p:cNvPr>
            <p:cNvSpPr/>
            <p:nvPr/>
          </p:nvSpPr>
          <p:spPr>
            <a:xfrm>
              <a:off x="2077233" y="2190201"/>
              <a:ext cx="130578" cy="130576"/>
            </a:xfrm>
            <a:prstGeom prst="ellipse">
              <a:avLst/>
            </a:prstGeom>
            <a:solidFill>
              <a:schemeClr val="accent1"/>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61" name="Oval 60">
              <a:extLst>
                <a:ext uri="{FF2B5EF4-FFF2-40B4-BE49-F238E27FC236}">
                  <a16:creationId xmlns:a16="http://schemas.microsoft.com/office/drawing/2014/main" id="{89F04312-1D3C-4DEF-AB2B-4C3F8DEED074}"/>
                </a:ext>
              </a:extLst>
            </p:cNvPr>
            <p:cNvSpPr/>
            <p:nvPr/>
          </p:nvSpPr>
          <p:spPr>
            <a:xfrm>
              <a:off x="7348537" y="2190201"/>
              <a:ext cx="130578" cy="130576"/>
            </a:xfrm>
            <a:prstGeom prst="ellipse">
              <a:avLst/>
            </a:prstGeom>
            <a:solidFill>
              <a:schemeClr val="accent3"/>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62" name="Oval 61">
              <a:extLst>
                <a:ext uri="{FF2B5EF4-FFF2-40B4-BE49-F238E27FC236}">
                  <a16:creationId xmlns:a16="http://schemas.microsoft.com/office/drawing/2014/main" id="{357670A4-3354-4443-A6FF-94D13B84A412}"/>
                </a:ext>
              </a:extLst>
            </p:cNvPr>
            <p:cNvSpPr/>
            <p:nvPr/>
          </p:nvSpPr>
          <p:spPr>
            <a:xfrm>
              <a:off x="4712886" y="5408574"/>
              <a:ext cx="130578" cy="130576"/>
            </a:xfrm>
            <a:prstGeom prst="ellipse">
              <a:avLst/>
            </a:prstGeom>
            <a:solidFill>
              <a:schemeClr val="accent2"/>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63" name="Oval 62">
              <a:extLst>
                <a:ext uri="{FF2B5EF4-FFF2-40B4-BE49-F238E27FC236}">
                  <a16:creationId xmlns:a16="http://schemas.microsoft.com/office/drawing/2014/main" id="{074796B7-D920-4939-A613-69F389A08FCE}"/>
                </a:ext>
              </a:extLst>
            </p:cNvPr>
            <p:cNvSpPr/>
            <p:nvPr/>
          </p:nvSpPr>
          <p:spPr>
            <a:xfrm>
              <a:off x="9984188" y="5408574"/>
              <a:ext cx="130578" cy="130576"/>
            </a:xfrm>
            <a:prstGeom prst="ellipse">
              <a:avLst/>
            </a:prstGeom>
            <a:solidFill>
              <a:schemeClr val="accent4"/>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sp>
        <p:nvSpPr>
          <p:cNvPr id="93" name="Rectangle: Rounded Corners 92">
            <a:extLst>
              <a:ext uri="{FF2B5EF4-FFF2-40B4-BE49-F238E27FC236}">
                <a16:creationId xmlns:a16="http://schemas.microsoft.com/office/drawing/2014/main" id="{2F06AAB5-D691-45FC-8B6F-641E5E273E0B}"/>
              </a:ext>
            </a:extLst>
          </p:cNvPr>
          <p:cNvSpPr/>
          <p:nvPr/>
        </p:nvSpPr>
        <p:spPr>
          <a:xfrm>
            <a:off x="6363503" y="2496791"/>
            <a:ext cx="2100647" cy="2735771"/>
          </a:xfrm>
          <a:prstGeom prst="roundRect">
            <a:avLst>
              <a:gd name="adj" fmla="val 7314"/>
            </a:avLst>
          </a:prstGeom>
          <a:solidFill>
            <a:schemeClr val="accent3"/>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101" name="Group 100">
            <a:extLst>
              <a:ext uri="{FF2B5EF4-FFF2-40B4-BE49-F238E27FC236}">
                <a16:creationId xmlns:a16="http://schemas.microsoft.com/office/drawing/2014/main" id="{820E5298-01B6-4E2C-B269-03A5A45099C2}"/>
              </a:ext>
            </a:extLst>
          </p:cNvPr>
          <p:cNvGrpSpPr/>
          <p:nvPr/>
        </p:nvGrpSpPr>
        <p:grpSpPr>
          <a:xfrm>
            <a:off x="6483349" y="3068137"/>
            <a:ext cx="1860952" cy="1925308"/>
            <a:chOff x="6483349" y="3068135"/>
            <a:chExt cx="1860952" cy="1925308"/>
          </a:xfrm>
        </p:grpSpPr>
        <p:sp>
          <p:nvSpPr>
            <p:cNvPr id="95" name="TextBox 94">
              <a:extLst>
                <a:ext uri="{FF2B5EF4-FFF2-40B4-BE49-F238E27FC236}">
                  <a16:creationId xmlns:a16="http://schemas.microsoft.com/office/drawing/2014/main" id="{4F46522F-1B59-4E67-A767-0A29489AE934}"/>
                </a:ext>
              </a:extLst>
            </p:cNvPr>
            <p:cNvSpPr txBox="1"/>
            <p:nvPr/>
          </p:nvSpPr>
          <p:spPr>
            <a:xfrm>
              <a:off x="6483349" y="3068135"/>
              <a:ext cx="1860952" cy="461665"/>
            </a:xfrm>
            <a:prstGeom prst="rect">
              <a:avLst/>
            </a:prstGeom>
            <a:noFill/>
          </p:spPr>
          <p:txBody>
            <a:bodyPr wrap="square" rtlCol="0">
              <a:spAutoFit/>
            </a:bodyPr>
            <a:lstStyle/>
            <a:p>
              <a:pPr algn="ctr"/>
              <a:r>
                <a:rPr lang="en-US" sz="2400" b="1">
                  <a:solidFill>
                    <a:srgbClr val="292B45"/>
                  </a:solidFill>
                  <a:latin typeface="Segoe UI" panose="020B0502040204020203" pitchFamily="34" charset="0"/>
                  <a:cs typeface="Segoe UI" panose="020B0502040204020203" pitchFamily="34" charset="0"/>
                </a:rPr>
                <a:t>03</a:t>
              </a:r>
              <a:endParaRPr lang="en-GB" sz="2400" b="1">
                <a:solidFill>
                  <a:schemeClr val="bg1"/>
                </a:solidFill>
                <a:latin typeface="Segoe UI" panose="020B0502040204020203" pitchFamily="34" charset="0"/>
                <a:cs typeface="Segoe UI" panose="020B0502040204020203" pitchFamily="34" charset="0"/>
              </a:endParaRPr>
            </a:p>
          </p:txBody>
        </p:sp>
        <p:sp>
          <p:nvSpPr>
            <p:cNvPr id="96" name="TextBox 95">
              <a:extLst>
                <a:ext uri="{FF2B5EF4-FFF2-40B4-BE49-F238E27FC236}">
                  <a16:creationId xmlns:a16="http://schemas.microsoft.com/office/drawing/2014/main" id="{36810072-4089-4255-BC46-5496FC99C508}"/>
                </a:ext>
              </a:extLst>
            </p:cNvPr>
            <p:cNvSpPr txBox="1"/>
            <p:nvPr/>
          </p:nvSpPr>
          <p:spPr>
            <a:xfrm>
              <a:off x="6483349" y="3517544"/>
              <a:ext cx="1860952" cy="312137"/>
            </a:xfrm>
            <a:prstGeom prst="rect">
              <a:avLst/>
            </a:prstGeom>
            <a:noFill/>
          </p:spPr>
          <p:txBody>
            <a:bodyPr wrap="square" rtlCol="0">
              <a:spAutoFit/>
            </a:bodyPr>
            <a:lstStyle/>
            <a:p>
              <a:pPr algn="ctr">
                <a:lnSpc>
                  <a:spcPct val="130000"/>
                </a:lnSpc>
              </a:pPr>
              <a:r>
                <a:rPr lang="en-GB" sz="1200">
                  <a:solidFill>
                    <a:srgbClr val="292B45"/>
                  </a:solidFill>
                  <a:latin typeface="Segoe UI" panose="020B0502040204020203" pitchFamily="34" charset="0"/>
                  <a:cs typeface="Segoe UI" panose="020B0502040204020203" pitchFamily="34" charset="0"/>
                </a:rPr>
                <a:t>Ejecución autónoma</a:t>
              </a:r>
            </a:p>
          </p:txBody>
        </p:sp>
        <p:sp>
          <p:nvSpPr>
            <p:cNvPr id="98" name="TextBox 97">
              <a:extLst>
                <a:ext uri="{FF2B5EF4-FFF2-40B4-BE49-F238E27FC236}">
                  <a16:creationId xmlns:a16="http://schemas.microsoft.com/office/drawing/2014/main" id="{DAFDA2F2-F424-4177-B4FC-6178E5E7D7A6}"/>
                </a:ext>
              </a:extLst>
            </p:cNvPr>
            <p:cNvSpPr txBox="1"/>
            <p:nvPr/>
          </p:nvSpPr>
          <p:spPr>
            <a:xfrm>
              <a:off x="6483349" y="4699645"/>
              <a:ext cx="1860952" cy="293798"/>
            </a:xfrm>
            <a:prstGeom prst="rect">
              <a:avLst/>
            </a:prstGeom>
            <a:noFill/>
          </p:spPr>
          <p:txBody>
            <a:bodyPr wrap="square" rtlCol="0">
              <a:spAutoFit/>
            </a:bodyPr>
            <a:lstStyle/>
            <a:p>
              <a:pPr algn="ctr">
                <a:lnSpc>
                  <a:spcPct val="130000"/>
                </a:lnSpc>
              </a:pPr>
              <a:r>
                <a:rPr lang="en-GB" sz="1100" i="1">
                  <a:solidFill>
                    <a:srgbClr val="292B45"/>
                  </a:solidFill>
                  <a:latin typeface="Segoe UI" panose="020B0502040204020203" pitchFamily="34" charset="0"/>
                  <a:cs typeface="Segoe UI" panose="020B0502040204020203" pitchFamily="34" charset="0"/>
                </a:rPr>
                <a:t>sin supervisión humana en el bucle</a:t>
              </a:r>
            </a:p>
          </p:txBody>
        </p:sp>
      </p:grpSp>
      <p:sp>
        <p:nvSpPr>
          <p:cNvPr id="85" name="Rectangle: Rounded Corners 84">
            <a:extLst>
              <a:ext uri="{FF2B5EF4-FFF2-40B4-BE49-F238E27FC236}">
                <a16:creationId xmlns:a16="http://schemas.microsoft.com/office/drawing/2014/main" id="{5DAF86BA-0F86-42A5-9CA8-E33A24331CD5}"/>
              </a:ext>
            </a:extLst>
          </p:cNvPr>
          <p:cNvSpPr/>
          <p:nvPr/>
        </p:nvSpPr>
        <p:spPr>
          <a:xfrm>
            <a:off x="1092202" y="2496791"/>
            <a:ext cx="2100647" cy="2735771"/>
          </a:xfrm>
          <a:prstGeom prst="roundRect">
            <a:avLst>
              <a:gd name="adj" fmla="val 7314"/>
            </a:avLst>
          </a:prstGeom>
          <a:solidFill>
            <a:schemeClr val="bg1"/>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99" name="Group 98">
            <a:extLst>
              <a:ext uri="{FF2B5EF4-FFF2-40B4-BE49-F238E27FC236}">
                <a16:creationId xmlns:a16="http://schemas.microsoft.com/office/drawing/2014/main" id="{1139F248-9958-4001-A1AC-A55DA0C228F5}"/>
              </a:ext>
            </a:extLst>
          </p:cNvPr>
          <p:cNvGrpSpPr/>
          <p:nvPr/>
        </p:nvGrpSpPr>
        <p:grpSpPr>
          <a:xfrm>
            <a:off x="1212047" y="3068137"/>
            <a:ext cx="1860952" cy="1925308"/>
            <a:chOff x="1212047" y="3068135"/>
            <a:chExt cx="1860952" cy="1925308"/>
          </a:xfrm>
        </p:grpSpPr>
        <p:sp>
          <p:nvSpPr>
            <p:cNvPr id="87" name="TextBox 86">
              <a:extLst>
                <a:ext uri="{FF2B5EF4-FFF2-40B4-BE49-F238E27FC236}">
                  <a16:creationId xmlns:a16="http://schemas.microsoft.com/office/drawing/2014/main" id="{9C18102F-2FE0-4085-BC72-E9A9D2358C35}"/>
                </a:ext>
              </a:extLst>
            </p:cNvPr>
            <p:cNvSpPr txBox="1"/>
            <p:nvPr/>
          </p:nvSpPr>
          <p:spPr>
            <a:xfrm>
              <a:off x="1212047" y="3068135"/>
              <a:ext cx="1860952" cy="461665"/>
            </a:xfrm>
            <a:prstGeom prst="rect">
              <a:avLst/>
            </a:prstGeom>
            <a:noFill/>
          </p:spPr>
          <p:txBody>
            <a:bodyPr wrap="square" rtlCol="0">
              <a:spAutoFit/>
            </a:bodyPr>
            <a:lstStyle/>
            <a:p>
              <a:pPr algn="ctr"/>
              <a:r>
                <a:rPr lang="en-US" sz="2400" b="1">
                  <a:solidFill>
                    <a:schemeClr val="accent1"/>
                  </a:solidFill>
                  <a:latin typeface="Segoe UI" panose="020B0502040204020203" pitchFamily="34" charset="0"/>
                  <a:cs typeface="Segoe UI" panose="020B0502040204020203" pitchFamily="34" charset="0"/>
                </a:rPr>
                <a:t>01</a:t>
              </a:r>
              <a:endParaRPr lang="en-GB" sz="2400" b="1">
                <a:solidFill>
                  <a:schemeClr val="accent1"/>
                </a:solidFill>
                <a:latin typeface="Segoe UI" panose="020B0502040204020203" pitchFamily="34" charset="0"/>
                <a:cs typeface="Segoe UI" panose="020B0502040204020203" pitchFamily="34" charset="0"/>
              </a:endParaRPr>
            </a:p>
          </p:txBody>
        </p:sp>
        <p:sp>
          <p:nvSpPr>
            <p:cNvPr id="88" name="TextBox 87">
              <a:extLst>
                <a:ext uri="{FF2B5EF4-FFF2-40B4-BE49-F238E27FC236}">
                  <a16:creationId xmlns:a16="http://schemas.microsoft.com/office/drawing/2014/main" id="{DFC4FD70-2C3A-4414-9CB0-4CE65C7376AF}"/>
                </a:ext>
              </a:extLst>
            </p:cNvPr>
            <p:cNvSpPr txBox="1"/>
            <p:nvPr/>
          </p:nvSpPr>
          <p:spPr>
            <a:xfrm>
              <a:off x="1212047" y="3517544"/>
              <a:ext cx="1860952" cy="312137"/>
            </a:xfrm>
            <a:prstGeom prst="rect">
              <a:avLst/>
            </a:prstGeom>
            <a:noFill/>
          </p:spPr>
          <p:txBody>
            <a:bodyPr wrap="square" rtlCol="0">
              <a:spAutoFit/>
            </a:bodyPr>
            <a:lstStyle/>
            <a:p>
              <a:pPr algn="ctr">
                <a:lnSpc>
                  <a:spcPct val="130000"/>
                </a:lnSpc>
              </a:pPr>
              <a:r>
                <a:rPr lang="en-GB" sz="1200">
                  <a:solidFill>
                    <a:schemeClr val="tx1">
                      <a:lumMod val="50000"/>
                      <a:lumOff val="50000"/>
                    </a:schemeClr>
                  </a:solidFill>
                  <a:latin typeface="Segoe UI" panose="020B0502040204020203" pitchFamily="34" charset="0"/>
                  <a:cs typeface="Segoe UI" panose="020B0502040204020203" pitchFamily="34" charset="0"/>
                </a:rPr>
                <a:t>Exposición de datos</a:t>
              </a:r>
            </a:p>
          </p:txBody>
        </p:sp>
        <p:sp>
          <p:nvSpPr>
            <p:cNvPr id="90" name="TextBox 89">
              <a:extLst>
                <a:ext uri="{FF2B5EF4-FFF2-40B4-BE49-F238E27FC236}">
                  <a16:creationId xmlns:a16="http://schemas.microsoft.com/office/drawing/2014/main" id="{56FFCCB9-048C-4153-BA8F-703B8667022B}"/>
                </a:ext>
              </a:extLst>
            </p:cNvPr>
            <p:cNvSpPr txBox="1"/>
            <p:nvPr/>
          </p:nvSpPr>
          <p:spPr>
            <a:xfrm>
              <a:off x="1212047" y="4699645"/>
              <a:ext cx="1860952" cy="293798"/>
            </a:xfrm>
            <a:prstGeom prst="rect">
              <a:avLst/>
            </a:prstGeom>
            <a:noFill/>
          </p:spPr>
          <p:txBody>
            <a:bodyPr wrap="square" rtlCol="0">
              <a:spAutoFit/>
            </a:bodyPr>
            <a:lstStyle/>
            <a:p>
              <a:pPr algn="ctr">
                <a:lnSpc>
                  <a:spcPct val="130000"/>
                </a:lnSpc>
              </a:pPr>
              <a:r>
                <a:rPr lang="en-GB" sz="1100" i="1">
                  <a:solidFill>
                    <a:schemeClr val="accent6"/>
                  </a:solidFill>
                  <a:latin typeface="Segoe UI" panose="020B0502040204020203" pitchFamily="34" charset="0"/>
                  <a:cs typeface="Segoe UI" panose="020B0502040204020203" pitchFamily="34" charset="0"/>
                </a:rPr>
                <a:t>lee lo que el usuario ve, y a veces más</a:t>
              </a:r>
            </a:p>
          </p:txBody>
        </p:sp>
      </p:grpSp>
      <p:sp>
        <p:nvSpPr>
          <p:cNvPr id="18" name="Rectangle: Rounded Corners 17">
            <a:extLst>
              <a:ext uri="{FF2B5EF4-FFF2-40B4-BE49-F238E27FC236}">
                <a16:creationId xmlns:a16="http://schemas.microsoft.com/office/drawing/2014/main" id="{2494BEEB-803B-4AA6-BCD0-B6B64BCA523A}"/>
              </a:ext>
            </a:extLst>
          </p:cNvPr>
          <p:cNvSpPr/>
          <p:nvPr/>
        </p:nvSpPr>
        <p:spPr>
          <a:xfrm>
            <a:off x="3727853" y="2496791"/>
            <a:ext cx="2100647" cy="2735771"/>
          </a:xfrm>
          <a:prstGeom prst="roundRect">
            <a:avLst>
              <a:gd name="adj" fmla="val 7314"/>
            </a:avLst>
          </a:prstGeom>
          <a:solidFill>
            <a:schemeClr val="bg1"/>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0" name="Rectangle: Rounded Corners 19">
            <a:extLst>
              <a:ext uri="{FF2B5EF4-FFF2-40B4-BE49-F238E27FC236}">
                <a16:creationId xmlns:a16="http://schemas.microsoft.com/office/drawing/2014/main" id="{BB948FA1-D6F3-4957-8E57-04868599DE6F}"/>
              </a:ext>
            </a:extLst>
          </p:cNvPr>
          <p:cNvSpPr/>
          <p:nvPr/>
        </p:nvSpPr>
        <p:spPr>
          <a:xfrm>
            <a:off x="8999154" y="2496791"/>
            <a:ext cx="2100647" cy="2735771"/>
          </a:xfrm>
          <a:prstGeom prst="roundRect">
            <a:avLst>
              <a:gd name="adj" fmla="val 7314"/>
            </a:avLst>
          </a:prstGeom>
          <a:solidFill>
            <a:schemeClr val="bg1"/>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100" name="Group 99">
            <a:extLst>
              <a:ext uri="{FF2B5EF4-FFF2-40B4-BE49-F238E27FC236}">
                <a16:creationId xmlns:a16="http://schemas.microsoft.com/office/drawing/2014/main" id="{E5FB027D-E1F4-4B5B-8850-EE9ABFA31E74}"/>
              </a:ext>
            </a:extLst>
          </p:cNvPr>
          <p:cNvGrpSpPr/>
          <p:nvPr/>
        </p:nvGrpSpPr>
        <p:grpSpPr>
          <a:xfrm>
            <a:off x="3847699" y="3068137"/>
            <a:ext cx="1860952" cy="1925308"/>
            <a:chOff x="3847698" y="3068135"/>
            <a:chExt cx="1860952" cy="1925308"/>
          </a:xfrm>
        </p:grpSpPr>
        <p:sp>
          <p:nvSpPr>
            <p:cNvPr id="65" name="TextBox 64">
              <a:extLst>
                <a:ext uri="{FF2B5EF4-FFF2-40B4-BE49-F238E27FC236}">
                  <a16:creationId xmlns:a16="http://schemas.microsoft.com/office/drawing/2014/main" id="{94EA17D3-4D7E-4A54-9A08-C1F43D0CA109}"/>
                </a:ext>
              </a:extLst>
            </p:cNvPr>
            <p:cNvSpPr txBox="1"/>
            <p:nvPr/>
          </p:nvSpPr>
          <p:spPr>
            <a:xfrm>
              <a:off x="3847698" y="3068135"/>
              <a:ext cx="1860952" cy="461665"/>
            </a:xfrm>
            <a:prstGeom prst="rect">
              <a:avLst/>
            </a:prstGeom>
            <a:noFill/>
          </p:spPr>
          <p:txBody>
            <a:bodyPr wrap="square" rtlCol="0">
              <a:spAutoFit/>
            </a:bodyPr>
            <a:lstStyle/>
            <a:p>
              <a:pPr algn="ctr"/>
              <a:r>
                <a:rPr lang="en-US" sz="2400" b="1">
                  <a:solidFill>
                    <a:schemeClr val="accent2"/>
                  </a:solidFill>
                  <a:latin typeface="Segoe UI" panose="020B0502040204020203" pitchFamily="34" charset="0"/>
                  <a:cs typeface="Segoe UI" panose="020B0502040204020203" pitchFamily="34" charset="0"/>
                </a:rPr>
                <a:t>02</a:t>
              </a:r>
              <a:endParaRPr lang="en-GB" sz="2400" b="1">
                <a:solidFill>
                  <a:schemeClr val="accent2"/>
                </a:solidFill>
                <a:latin typeface="Segoe UI" panose="020B0502040204020203" pitchFamily="34" charset="0"/>
                <a:cs typeface="Segoe UI" panose="020B0502040204020203" pitchFamily="34" charset="0"/>
              </a:endParaRPr>
            </a:p>
          </p:txBody>
        </p:sp>
        <p:sp>
          <p:nvSpPr>
            <p:cNvPr id="66" name="TextBox 65">
              <a:extLst>
                <a:ext uri="{FF2B5EF4-FFF2-40B4-BE49-F238E27FC236}">
                  <a16:creationId xmlns:a16="http://schemas.microsoft.com/office/drawing/2014/main" id="{D473F744-730C-4A34-9DF3-FFBF923EBD7D}"/>
                </a:ext>
              </a:extLst>
            </p:cNvPr>
            <p:cNvSpPr txBox="1"/>
            <p:nvPr/>
          </p:nvSpPr>
          <p:spPr>
            <a:xfrm>
              <a:off x="3847698" y="3517544"/>
              <a:ext cx="1860952" cy="312137"/>
            </a:xfrm>
            <a:prstGeom prst="rect">
              <a:avLst/>
            </a:prstGeom>
            <a:noFill/>
          </p:spPr>
          <p:txBody>
            <a:bodyPr wrap="square" rtlCol="0">
              <a:spAutoFit/>
            </a:bodyPr>
            <a:lstStyle/>
            <a:p>
              <a:pPr algn="ctr">
                <a:lnSpc>
                  <a:spcPct val="130000"/>
                </a:lnSpc>
              </a:pPr>
              <a:r>
                <a:rPr lang="en-GB" sz="1200">
                  <a:solidFill>
                    <a:schemeClr val="tx1">
                      <a:lumMod val="50000"/>
                      <a:lumOff val="50000"/>
                    </a:schemeClr>
                  </a:solidFill>
                  <a:latin typeface="Segoe UI" panose="020B0502040204020203" pitchFamily="34" charset="0"/>
                  <a:cs typeface="Segoe UI" panose="020B0502040204020203" pitchFamily="34" charset="0"/>
                </a:rPr>
                <a:t>Abuso de privilegio</a:t>
              </a:r>
            </a:p>
          </p:txBody>
        </p:sp>
        <p:sp>
          <p:nvSpPr>
            <p:cNvPr id="68" name="TextBox 67">
              <a:extLst>
                <a:ext uri="{FF2B5EF4-FFF2-40B4-BE49-F238E27FC236}">
                  <a16:creationId xmlns:a16="http://schemas.microsoft.com/office/drawing/2014/main" id="{229F962E-734F-41EF-A72A-9735C1541714}"/>
                </a:ext>
              </a:extLst>
            </p:cNvPr>
            <p:cNvSpPr txBox="1"/>
            <p:nvPr/>
          </p:nvSpPr>
          <p:spPr>
            <a:xfrm>
              <a:off x="3847698" y="4699645"/>
              <a:ext cx="1860952" cy="293798"/>
            </a:xfrm>
            <a:prstGeom prst="rect">
              <a:avLst/>
            </a:prstGeom>
            <a:noFill/>
          </p:spPr>
          <p:txBody>
            <a:bodyPr wrap="square" rtlCol="0">
              <a:spAutoFit/>
            </a:bodyPr>
            <a:lstStyle/>
            <a:p>
              <a:pPr algn="ctr">
                <a:lnSpc>
                  <a:spcPct val="130000"/>
                </a:lnSpc>
              </a:pPr>
              <a:r>
                <a:rPr lang="en-GB" sz="1100" i="1">
                  <a:solidFill>
                    <a:schemeClr val="accent2"/>
                  </a:solidFill>
                  <a:latin typeface="Segoe UI" panose="020B0502040204020203" pitchFamily="34" charset="0"/>
                  <a:cs typeface="Segoe UI" panose="020B0502040204020203" pitchFamily="34" charset="0"/>
                </a:rPr>
                <a:t>actúa en nombre del usuario</a:t>
              </a:r>
            </a:p>
          </p:txBody>
        </p:sp>
      </p:grpSp>
      <p:grpSp>
        <p:nvGrpSpPr>
          <p:cNvPr id="102" name="Group 101">
            <a:extLst>
              <a:ext uri="{FF2B5EF4-FFF2-40B4-BE49-F238E27FC236}">
                <a16:creationId xmlns:a16="http://schemas.microsoft.com/office/drawing/2014/main" id="{EE0C6F76-AE5A-406F-8705-4052377A5F93}"/>
              </a:ext>
            </a:extLst>
          </p:cNvPr>
          <p:cNvGrpSpPr/>
          <p:nvPr/>
        </p:nvGrpSpPr>
        <p:grpSpPr>
          <a:xfrm>
            <a:off x="9119000" y="3068137"/>
            <a:ext cx="1860952" cy="1925308"/>
            <a:chOff x="9119000" y="3068135"/>
            <a:chExt cx="1860952" cy="1925308"/>
          </a:xfrm>
        </p:grpSpPr>
        <p:sp>
          <p:nvSpPr>
            <p:cNvPr id="71" name="TextBox 70">
              <a:extLst>
                <a:ext uri="{FF2B5EF4-FFF2-40B4-BE49-F238E27FC236}">
                  <a16:creationId xmlns:a16="http://schemas.microsoft.com/office/drawing/2014/main" id="{C9791CC4-252C-4230-983B-A7ADAADD331E}"/>
                </a:ext>
              </a:extLst>
            </p:cNvPr>
            <p:cNvSpPr txBox="1"/>
            <p:nvPr/>
          </p:nvSpPr>
          <p:spPr>
            <a:xfrm>
              <a:off x="9119000" y="3068135"/>
              <a:ext cx="1860952" cy="461665"/>
            </a:xfrm>
            <a:prstGeom prst="rect">
              <a:avLst/>
            </a:prstGeom>
            <a:noFill/>
          </p:spPr>
          <p:txBody>
            <a:bodyPr wrap="square" rtlCol="0">
              <a:spAutoFit/>
            </a:bodyPr>
            <a:lstStyle/>
            <a:p>
              <a:pPr algn="ctr"/>
              <a:r>
                <a:rPr lang="en-US" sz="2400" b="1">
                  <a:solidFill>
                    <a:schemeClr val="accent4"/>
                  </a:solidFill>
                  <a:latin typeface="Segoe UI" panose="020B0502040204020203" pitchFamily="34" charset="0"/>
                  <a:cs typeface="Segoe UI" panose="020B0502040204020203" pitchFamily="34" charset="0"/>
                </a:rPr>
                <a:t>04</a:t>
              </a:r>
              <a:endParaRPr lang="en-GB" sz="2400" b="1">
                <a:solidFill>
                  <a:schemeClr val="accent4"/>
                </a:solidFill>
                <a:latin typeface="Segoe UI" panose="020B0502040204020203" pitchFamily="34" charset="0"/>
                <a:cs typeface="Segoe UI" panose="020B0502040204020203" pitchFamily="34" charset="0"/>
              </a:endParaRPr>
            </a:p>
          </p:txBody>
        </p:sp>
        <p:sp>
          <p:nvSpPr>
            <p:cNvPr id="72" name="TextBox 71">
              <a:extLst>
                <a:ext uri="{FF2B5EF4-FFF2-40B4-BE49-F238E27FC236}">
                  <a16:creationId xmlns:a16="http://schemas.microsoft.com/office/drawing/2014/main" id="{AD0B56AA-D7F5-4710-9872-C4A65B9DCAAD}"/>
                </a:ext>
              </a:extLst>
            </p:cNvPr>
            <p:cNvSpPr txBox="1"/>
            <p:nvPr/>
          </p:nvSpPr>
          <p:spPr>
            <a:xfrm>
              <a:off x="9119000" y="3517544"/>
              <a:ext cx="1860952" cy="312137"/>
            </a:xfrm>
            <a:prstGeom prst="rect">
              <a:avLst/>
            </a:prstGeom>
            <a:noFill/>
          </p:spPr>
          <p:txBody>
            <a:bodyPr wrap="square" rtlCol="0">
              <a:spAutoFit/>
            </a:bodyPr>
            <a:lstStyle/>
            <a:p>
              <a:pPr algn="ctr">
                <a:lnSpc>
                  <a:spcPct val="130000"/>
                </a:lnSpc>
              </a:pPr>
              <a:r>
                <a:rPr lang="en-GB" sz="1200">
                  <a:solidFill>
                    <a:schemeClr val="tx1">
                      <a:lumMod val="50000"/>
                      <a:lumOff val="50000"/>
                    </a:schemeClr>
                  </a:solidFill>
                  <a:latin typeface="Segoe UI" panose="020B0502040204020203" pitchFamily="34" charset="0"/>
                  <a:cs typeface="Segoe UI" panose="020B0502040204020203" pitchFamily="34" charset="0"/>
                </a:rPr>
                <a:t>Tráfico saliente</a:t>
              </a:r>
            </a:p>
          </p:txBody>
        </p:sp>
        <p:sp>
          <p:nvSpPr>
            <p:cNvPr id="74" name="TextBox 73">
              <a:extLst>
                <a:ext uri="{FF2B5EF4-FFF2-40B4-BE49-F238E27FC236}">
                  <a16:creationId xmlns:a16="http://schemas.microsoft.com/office/drawing/2014/main" id="{363F46EA-16B1-42B1-B9EC-E6B5E86BA56E}"/>
                </a:ext>
              </a:extLst>
            </p:cNvPr>
            <p:cNvSpPr txBox="1"/>
            <p:nvPr/>
          </p:nvSpPr>
          <p:spPr>
            <a:xfrm>
              <a:off x="9119000" y="4699645"/>
              <a:ext cx="1860952" cy="293798"/>
            </a:xfrm>
            <a:prstGeom prst="rect">
              <a:avLst/>
            </a:prstGeom>
            <a:noFill/>
          </p:spPr>
          <p:txBody>
            <a:bodyPr wrap="square" rtlCol="0">
              <a:spAutoFit/>
            </a:bodyPr>
            <a:lstStyle/>
            <a:p>
              <a:pPr algn="ctr">
                <a:lnSpc>
                  <a:spcPct val="130000"/>
                </a:lnSpc>
              </a:pPr>
              <a:r>
                <a:rPr lang="en-GB" sz="1100" i="1">
                  <a:solidFill>
                    <a:schemeClr val="accent4"/>
                  </a:solidFill>
                  <a:latin typeface="Segoe UI" panose="020B0502040204020203" pitchFamily="34" charset="0"/>
                  <a:cs typeface="Segoe UI" panose="020B0502040204020203" pitchFamily="34" charset="0"/>
                </a:rPr>
                <a:t>connectors y MCP sin allowlist</a:t>
              </a:r>
            </a:p>
          </p:txBody>
        </p:sp>
      </p:grpSp>
      <p:sp>
        <p:nvSpPr>
          <p:cNvPr id="69" name="Graphic 51">
            <a:extLst>
              <a:ext uri="{FF2B5EF4-FFF2-40B4-BE49-F238E27FC236}">
                <a16:creationId xmlns:a16="http://schemas.microsoft.com/office/drawing/2014/main" id="{5F40E1BE-9CC8-4229-93CC-C2E8A967B144}"/>
              </a:ext>
            </a:extLst>
          </p:cNvPr>
          <p:cNvSpPr/>
          <p:nvPr/>
        </p:nvSpPr>
        <p:spPr>
          <a:xfrm>
            <a:off x="-272360" y="188901"/>
            <a:ext cx="1828259" cy="1983856"/>
          </a:xfrm>
          <a:custGeom>
            <a:avLst/>
            <a:gdLst>
              <a:gd name="connsiteX0" fmla="*/ 870643 w 1790700"/>
              <a:gd name="connsiteY0" fmla="*/ 586406 h 1943100"/>
              <a:gd name="connsiteX1" fmla="*/ 1257358 w 1790700"/>
              <a:gd name="connsiteY1" fmla="*/ 546401 h 1943100"/>
              <a:gd name="connsiteX2" fmla="*/ 1639310 w 1790700"/>
              <a:gd name="connsiteY2" fmla="*/ 574023 h 1943100"/>
              <a:gd name="connsiteX3" fmla="*/ 1782185 w 1790700"/>
              <a:gd name="connsiteY3" fmla="*/ 895968 h 1943100"/>
              <a:gd name="connsiteX4" fmla="*/ 1491673 w 1790700"/>
              <a:gd name="connsiteY4" fmla="*/ 1057894 h 1943100"/>
              <a:gd name="connsiteX5" fmla="*/ 1163060 w 1790700"/>
              <a:gd name="connsiteY5" fmla="*/ 1155049 h 1943100"/>
              <a:gd name="connsiteX6" fmla="*/ 962083 w 1790700"/>
              <a:gd name="connsiteY6" fmla="*/ 1713213 h 1943100"/>
              <a:gd name="connsiteX7" fmla="*/ 409633 w 1790700"/>
              <a:gd name="connsiteY7" fmla="*/ 1930383 h 1943100"/>
              <a:gd name="connsiteX8" fmla="*/ 13393 w 1790700"/>
              <a:gd name="connsiteY8" fmla="*/ 1458896 h 1943100"/>
              <a:gd name="connsiteX9" fmla="*/ 138170 w 1790700"/>
              <a:gd name="connsiteY9" fmla="*/ 839771 h 1943100"/>
              <a:gd name="connsiteX10" fmla="*/ 266758 w 1790700"/>
              <a:gd name="connsiteY10" fmla="*/ 520683 h 1943100"/>
              <a:gd name="connsiteX11" fmla="*/ 202940 w 1790700"/>
              <a:gd name="connsiteY11" fmla="*/ 333993 h 1943100"/>
              <a:gd name="connsiteX12" fmla="*/ 148648 w 1790700"/>
              <a:gd name="connsiteY12" fmla="*/ 144446 h 1943100"/>
              <a:gd name="connsiteX13" fmla="*/ 339148 w 1790700"/>
              <a:gd name="connsiteY13" fmla="*/ 13953 h 1943100"/>
              <a:gd name="connsiteX14" fmla="*/ 422968 w 1790700"/>
              <a:gd name="connsiteY14" fmla="*/ 205406 h 1943100"/>
              <a:gd name="connsiteX15" fmla="*/ 870643 w 1790700"/>
              <a:gd name="connsiteY15" fmla="*/ 586406 h 194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90700" h="1943100">
                <a:moveTo>
                  <a:pt x="870643" y="586406"/>
                </a:moveTo>
                <a:cubicBezTo>
                  <a:pt x="1000183" y="601646"/>
                  <a:pt x="1128770" y="568308"/>
                  <a:pt x="1257358" y="546401"/>
                </a:cubicBezTo>
                <a:cubicBezTo>
                  <a:pt x="1385945" y="524493"/>
                  <a:pt x="1523105" y="515921"/>
                  <a:pt x="1639310" y="574023"/>
                </a:cubicBezTo>
                <a:cubicBezTo>
                  <a:pt x="1755515" y="632126"/>
                  <a:pt x="1836478" y="777858"/>
                  <a:pt x="1782185" y="895968"/>
                </a:cubicBezTo>
                <a:cubicBezTo>
                  <a:pt x="1733608" y="1000743"/>
                  <a:pt x="1605973" y="1041701"/>
                  <a:pt x="1491673" y="1057894"/>
                </a:cubicBezTo>
                <a:cubicBezTo>
                  <a:pt x="1377373" y="1074086"/>
                  <a:pt x="1251643" y="1080754"/>
                  <a:pt x="1163060" y="1155049"/>
                </a:cubicBezTo>
                <a:cubicBezTo>
                  <a:pt x="1008755" y="1284588"/>
                  <a:pt x="1050665" y="1532238"/>
                  <a:pt x="962083" y="1713213"/>
                </a:cubicBezTo>
                <a:cubicBezTo>
                  <a:pt x="866833" y="1906571"/>
                  <a:pt x="615373" y="1995154"/>
                  <a:pt x="409633" y="1930383"/>
                </a:cubicBezTo>
                <a:cubicBezTo>
                  <a:pt x="203893" y="1865613"/>
                  <a:pt x="54350" y="1670351"/>
                  <a:pt x="13393" y="1458896"/>
                </a:cubicBezTo>
                <a:cubicBezTo>
                  <a:pt x="-27565" y="1247441"/>
                  <a:pt x="28633" y="1024556"/>
                  <a:pt x="138170" y="839771"/>
                </a:cubicBezTo>
                <a:cubicBezTo>
                  <a:pt x="197225" y="738806"/>
                  <a:pt x="274378" y="636889"/>
                  <a:pt x="266758" y="520683"/>
                </a:cubicBezTo>
                <a:cubicBezTo>
                  <a:pt x="262948" y="454008"/>
                  <a:pt x="231515" y="393048"/>
                  <a:pt x="202940" y="333993"/>
                </a:cubicBezTo>
                <a:cubicBezTo>
                  <a:pt x="173413" y="273986"/>
                  <a:pt x="145790" y="211121"/>
                  <a:pt x="148648" y="144446"/>
                </a:cubicBezTo>
                <a:cubicBezTo>
                  <a:pt x="153410" y="48243"/>
                  <a:pt x="243898" y="-33672"/>
                  <a:pt x="339148" y="13953"/>
                </a:cubicBezTo>
                <a:cubicBezTo>
                  <a:pt x="411538" y="50148"/>
                  <a:pt x="399155" y="139683"/>
                  <a:pt x="422968" y="205406"/>
                </a:cubicBezTo>
                <a:cubicBezTo>
                  <a:pt x="495358" y="401621"/>
                  <a:pt x="654425" y="561641"/>
                  <a:pt x="870643" y="586406"/>
                </a:cubicBezTo>
                <a:close/>
              </a:path>
            </a:pathLst>
          </a:custGeom>
          <a:solidFill>
            <a:schemeClr val="accent3"/>
          </a:solidFill>
          <a:ln w="9525" cap="flat">
            <a:noFill/>
            <a:prstDash val="solid"/>
            <a:miter/>
          </a:ln>
        </p:spPr>
        <p:txBody>
          <a:bodyPr rtlCol="0" anchor="ctr"/>
          <a:lstStyle/>
          <a:p>
            <a:endParaRPr lang="en-GB"/>
          </a:p>
        </p:txBody>
      </p:sp>
      <p:grpSp>
        <p:nvGrpSpPr>
          <p:cNvPr id="70" name="Group 69">
            <a:extLst>
              <a:ext uri="{FF2B5EF4-FFF2-40B4-BE49-F238E27FC236}">
                <a16:creationId xmlns:a16="http://schemas.microsoft.com/office/drawing/2014/main" id="{4520E961-68D8-417F-AD44-90C44E2F4795}"/>
              </a:ext>
            </a:extLst>
          </p:cNvPr>
          <p:cNvGrpSpPr/>
          <p:nvPr/>
        </p:nvGrpSpPr>
        <p:grpSpPr>
          <a:xfrm>
            <a:off x="1415846" y="624264"/>
            <a:ext cx="9360311" cy="1010901"/>
            <a:chOff x="1415845" y="552450"/>
            <a:chExt cx="9360310" cy="1010901"/>
          </a:xfrm>
        </p:grpSpPr>
        <p:sp>
          <p:nvSpPr>
            <p:cNvPr id="75" name="TextBox 74">
              <a:extLst>
                <a:ext uri="{FF2B5EF4-FFF2-40B4-BE49-F238E27FC236}">
                  <a16:creationId xmlns:a16="http://schemas.microsoft.com/office/drawing/2014/main" id="{08EF4972-6888-4FB6-9F55-66BEA4C7D4F7}"/>
                </a:ext>
              </a:extLst>
            </p:cNvPr>
            <p:cNvSpPr txBox="1"/>
            <p:nvPr/>
          </p:nvSpPr>
          <p:spPr>
            <a:xfrm>
              <a:off x="1415845" y="855465"/>
              <a:ext cx="9360310" cy="707886"/>
            </a:xfrm>
            <a:prstGeom prst="rect">
              <a:avLst/>
            </a:prstGeom>
            <a:noFill/>
          </p:spPr>
          <p:txBody>
            <a:bodyPr wrap="square" rtlCol="0">
              <a:spAutoFit/>
            </a:bodyPr>
            <a:lstStyle/>
            <a:p>
              <a:pPr algn="ctr"/>
              <a:r>
                <a:rPr lang="en-US" sz="4000" b="1">
                  <a:solidFill>
                    <a:schemeClr val="tx1">
                      <a:lumMod val="75000"/>
                      <a:lumOff val="25000"/>
                    </a:schemeClr>
                  </a:solidFill>
                  <a:latin typeface="Segoe UI" panose="020B0502040204020203" pitchFamily="34" charset="0"/>
                  <a:cs typeface="Segoe UI" panose="020B0502040204020203" pitchFamily="34" charset="0"/>
                </a:rPr>
                <a:t>Cuatro riesgos de runtime</a:t>
              </a:r>
              <a:endParaRPr lang="en-GB" sz="4000" b="1">
                <a:solidFill>
                  <a:schemeClr val="tx1">
                    <a:lumMod val="75000"/>
                    <a:lumOff val="25000"/>
                  </a:schemeClr>
                </a:solidFill>
                <a:latin typeface="Segoe UI" panose="020B0502040204020203" pitchFamily="34" charset="0"/>
                <a:cs typeface="Segoe UI" panose="020B0502040204020203" pitchFamily="34" charset="0"/>
              </a:endParaRPr>
            </a:p>
          </p:txBody>
        </p:sp>
        <p:sp>
          <p:nvSpPr>
            <p:cNvPr id="76" name="TextBox 75">
              <a:extLst>
                <a:ext uri="{FF2B5EF4-FFF2-40B4-BE49-F238E27FC236}">
                  <a16:creationId xmlns:a16="http://schemas.microsoft.com/office/drawing/2014/main" id="{7956AF92-745A-44AC-B047-CBBE5E26792F}"/>
                </a:ext>
              </a:extLst>
            </p:cNvPr>
            <p:cNvSpPr txBox="1"/>
            <p:nvPr/>
          </p:nvSpPr>
          <p:spPr>
            <a:xfrm>
              <a:off x="4139381" y="552450"/>
              <a:ext cx="3913238" cy="307777"/>
            </a:xfrm>
            <a:prstGeom prst="rect">
              <a:avLst/>
            </a:prstGeom>
            <a:noFill/>
          </p:spPr>
          <p:txBody>
            <a:bodyPr wrap="square" rtlCol="0">
              <a:spAutoFit/>
            </a:bodyPr>
            <a:lstStyle/>
            <a:p>
              <a:pPr algn="ctr"/>
              <a:r>
                <a:rPr lang="en-US" sz="1400">
                  <a:solidFill>
                    <a:schemeClr val="accent1"/>
                  </a:solidFill>
                  <a:latin typeface="Segoe UI" panose="020B0502040204020203" pitchFamily="34" charset="0"/>
                  <a:cs typeface="Segoe UI" panose="020B0502040204020203" pitchFamily="34" charset="0"/>
                </a:rPr>
                <a:t>Lo que un agente hace y una app no</a:t>
              </a:r>
              <a:endParaRPr lang="en-GB" sz="1400">
                <a:solidFill>
                  <a:schemeClr val="accent1"/>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1636308288"/>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9A091C-8F7D-4462-9675-A1299472B9B0}"/>
              </a:ext>
            </a:extLst>
          </p:cNvPr>
          <p:cNvSpPr txBox="1"/>
          <p:nvPr/>
        </p:nvSpPr>
        <p:spPr>
          <a:xfrm>
            <a:off x="1088136" y="244226"/>
            <a:ext cx="9363456" cy="707886"/>
          </a:xfrm>
          <a:prstGeom prst="rect">
            <a:avLst/>
          </a:prstGeom>
          <a:noFill/>
        </p:spPr>
        <p:txBody>
          <a:bodyPr wrap="square" rtlCol="0">
            <a:spAutoFit/>
          </a:bodyPr>
          <a:lstStyle/>
          <a:p>
            <a:pPr algn="l"/>
            <a:r>
              <a:rPr lang="en-US" sz="4000" b="1">
                <a:solidFill>
                  <a:schemeClr val="tx1">
                    <a:lumMod val="75000"/>
                    <a:lumOff val="25000"/>
                  </a:schemeClr>
                </a:solidFill>
                <a:latin typeface="Segoe UI" panose="020B0502040204020203" pitchFamily="34" charset="0"/>
                <a:cs typeface="Segoe UI" panose="020B0502040204020203" pitchFamily="34" charset="0"/>
              </a:rPr>
              <a:t>Los cinco síntomas de la jungla</a:t>
            </a:r>
            <a:endParaRPr lang="en-GB" sz="4000" b="1">
              <a:solidFill>
                <a:schemeClr val="tx1">
                  <a:lumMod val="75000"/>
                  <a:lumOff val="25000"/>
                </a:schemeClr>
              </a:solidFill>
              <a:latin typeface="Segoe UI" panose="020B0502040204020203" pitchFamily="34" charset="0"/>
              <a:cs typeface="Segoe UI" panose="020B0502040204020203" pitchFamily="34" charset="0"/>
            </a:endParaRPr>
          </a:p>
        </p:txBody>
      </p:sp>
      <p:grpSp>
        <p:nvGrpSpPr>
          <p:cNvPr id="162" name="Group 161">
            <a:extLst>
              <a:ext uri="{FF2B5EF4-FFF2-40B4-BE49-F238E27FC236}">
                <a16:creationId xmlns:a16="http://schemas.microsoft.com/office/drawing/2014/main" id="{88E5CC9A-42E1-49D1-BA2E-F0186074E13C}"/>
              </a:ext>
            </a:extLst>
          </p:cNvPr>
          <p:cNvGrpSpPr/>
          <p:nvPr/>
        </p:nvGrpSpPr>
        <p:grpSpPr>
          <a:xfrm>
            <a:off x="1075575" y="4205515"/>
            <a:ext cx="1018770" cy="983151"/>
            <a:chOff x="2244928" y="3314699"/>
            <a:chExt cx="1018770" cy="983151"/>
          </a:xfrm>
        </p:grpSpPr>
        <p:sp>
          <p:nvSpPr>
            <p:cNvPr id="172" name="Rectangle: Rounded Corners 171">
              <a:extLst>
                <a:ext uri="{FF2B5EF4-FFF2-40B4-BE49-F238E27FC236}">
                  <a16:creationId xmlns:a16="http://schemas.microsoft.com/office/drawing/2014/main" id="{AA730FC1-676B-4908-BE39-22A399909452}"/>
                </a:ext>
              </a:extLst>
            </p:cNvPr>
            <p:cNvSpPr/>
            <p:nvPr/>
          </p:nvSpPr>
          <p:spPr>
            <a:xfrm>
              <a:off x="2262738" y="3314699"/>
              <a:ext cx="983151" cy="98315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174" name="TextBox 173">
              <a:extLst>
                <a:ext uri="{FF2B5EF4-FFF2-40B4-BE49-F238E27FC236}">
                  <a16:creationId xmlns:a16="http://schemas.microsoft.com/office/drawing/2014/main" id="{F6235340-4B0F-463F-8649-E114A35D7F04}"/>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3</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164" name="Group 163">
            <a:extLst>
              <a:ext uri="{FF2B5EF4-FFF2-40B4-BE49-F238E27FC236}">
                <a16:creationId xmlns:a16="http://schemas.microsoft.com/office/drawing/2014/main" id="{E4BDDF66-F2F5-49FB-8F1C-AB8DC1136F89}"/>
              </a:ext>
            </a:extLst>
          </p:cNvPr>
          <p:cNvGrpSpPr/>
          <p:nvPr/>
        </p:nvGrpSpPr>
        <p:grpSpPr>
          <a:xfrm>
            <a:off x="2354164" y="4467803"/>
            <a:ext cx="3755342" cy="588359"/>
            <a:chOff x="3996490" y="2915745"/>
            <a:chExt cx="4056130" cy="588359"/>
          </a:xfrm>
        </p:grpSpPr>
        <p:sp>
          <p:nvSpPr>
            <p:cNvPr id="170" name="TextBox 169">
              <a:extLst>
                <a:ext uri="{FF2B5EF4-FFF2-40B4-BE49-F238E27FC236}">
                  <a16:creationId xmlns:a16="http://schemas.microsoft.com/office/drawing/2014/main" id="{E69F27D0-9DFB-4818-A789-173EC4448776}"/>
                </a:ext>
              </a:extLst>
            </p:cNvPr>
            <p:cNvSpPr txBox="1"/>
            <p:nvPr/>
          </p:nvSpPr>
          <p:spPr>
            <a:xfrm>
              <a:off x="3996490" y="2915745"/>
              <a:ext cx="4056128" cy="350919"/>
            </a:xfrm>
            <a:prstGeom prst="rect">
              <a:avLst/>
            </a:prstGeom>
            <a:noFill/>
          </p:spPr>
          <p:txBody>
            <a:bodyPr wrap="square" rtlCol="0">
              <a:spAutoFit/>
            </a:bodyPr>
            <a:lstStyle/>
            <a:p>
              <a:r>
                <a:rPr lang="en-GB" sz="1600" b="1">
                  <a:solidFill>
                    <a:schemeClr val="tx1">
                      <a:lumMod val="75000"/>
                      <a:lumOff val="25000"/>
                    </a:schemeClr>
                  </a:solidFill>
                  <a:latin typeface="Segoe UI" panose="020B0502040204020203" pitchFamily="34" charset="0"/>
                  <a:cs typeface="Segoe UI" panose="020B0502040204020203" pitchFamily="34" charset="0"/>
                </a:rPr>
                <a:t>Nadie sabe qué les preguntan</a:t>
              </a:r>
            </a:p>
          </p:txBody>
        </p:sp>
        <p:sp>
          <p:nvSpPr>
            <p:cNvPr id="171" name="TextBox 170">
              <a:extLst>
                <a:ext uri="{FF2B5EF4-FFF2-40B4-BE49-F238E27FC236}">
                  <a16:creationId xmlns:a16="http://schemas.microsoft.com/office/drawing/2014/main" id="{EBD81E6A-E4F7-450E-BB8D-A37827116F6A}"/>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ni qué datos devuelven</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177" name="Group 176">
            <a:extLst>
              <a:ext uri="{FF2B5EF4-FFF2-40B4-BE49-F238E27FC236}">
                <a16:creationId xmlns:a16="http://schemas.microsoft.com/office/drawing/2014/main" id="{17702604-391B-4452-9615-6F356A8489A8}"/>
              </a:ext>
            </a:extLst>
          </p:cNvPr>
          <p:cNvGrpSpPr/>
          <p:nvPr/>
        </p:nvGrpSpPr>
        <p:grpSpPr>
          <a:xfrm>
            <a:off x="1075575" y="2826722"/>
            <a:ext cx="1018770" cy="983151"/>
            <a:chOff x="2244928" y="3314699"/>
            <a:chExt cx="1018770" cy="983151"/>
          </a:xfrm>
        </p:grpSpPr>
        <p:sp>
          <p:nvSpPr>
            <p:cNvPr id="187" name="Rectangle: Rounded Corners 186">
              <a:extLst>
                <a:ext uri="{FF2B5EF4-FFF2-40B4-BE49-F238E27FC236}">
                  <a16:creationId xmlns:a16="http://schemas.microsoft.com/office/drawing/2014/main" id="{54E9FD33-95C7-43F0-9C86-DB866A17A8E3}"/>
                </a:ext>
              </a:extLst>
            </p:cNvPr>
            <p:cNvSpPr/>
            <p:nvPr/>
          </p:nvSpPr>
          <p:spPr>
            <a:xfrm>
              <a:off x="2262738" y="3314699"/>
              <a:ext cx="983151" cy="98315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189" name="TextBox 188">
              <a:extLst>
                <a:ext uri="{FF2B5EF4-FFF2-40B4-BE49-F238E27FC236}">
                  <a16:creationId xmlns:a16="http://schemas.microsoft.com/office/drawing/2014/main" id="{A445A842-3B1E-41B2-8BC2-7EC3EDE329D9}"/>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2</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179" name="Group 178">
            <a:extLst>
              <a:ext uri="{FF2B5EF4-FFF2-40B4-BE49-F238E27FC236}">
                <a16:creationId xmlns:a16="http://schemas.microsoft.com/office/drawing/2014/main" id="{C2ECC020-B422-42B1-B76D-54A3A4EEC31E}"/>
              </a:ext>
            </a:extLst>
          </p:cNvPr>
          <p:cNvGrpSpPr/>
          <p:nvPr/>
        </p:nvGrpSpPr>
        <p:grpSpPr>
          <a:xfrm>
            <a:off x="2354164" y="3089011"/>
            <a:ext cx="3885376" cy="588358"/>
            <a:chOff x="3996490" y="2915746"/>
            <a:chExt cx="4056130" cy="588358"/>
          </a:xfrm>
        </p:grpSpPr>
        <p:sp>
          <p:nvSpPr>
            <p:cNvPr id="185" name="TextBox 184">
              <a:extLst>
                <a:ext uri="{FF2B5EF4-FFF2-40B4-BE49-F238E27FC236}">
                  <a16:creationId xmlns:a16="http://schemas.microsoft.com/office/drawing/2014/main" id="{E89DACA1-A5D0-43F5-A436-761A105B917C}"/>
                </a:ext>
              </a:extLst>
            </p:cNvPr>
            <p:cNvSpPr txBox="1"/>
            <p:nvPr/>
          </p:nvSpPr>
          <p:spPr>
            <a:xfrm>
              <a:off x="3996490" y="2915746"/>
              <a:ext cx="4056130" cy="338554"/>
            </a:xfrm>
            <a:prstGeom prst="rect">
              <a:avLst/>
            </a:prstGeom>
            <a:noFill/>
          </p:spPr>
          <p:txBody>
            <a:bodyPr wrap="square" rtlCol="0">
              <a:spAutoFit/>
            </a:bodyPr>
            <a:lstStyle/>
            <a:p>
              <a:r>
                <a:rPr lang="en-GB" sz="1600" b="1">
                  <a:solidFill>
                    <a:schemeClr val="tx1">
                      <a:lumMod val="75000"/>
                      <a:lumOff val="25000"/>
                    </a:schemeClr>
                  </a:solidFill>
                  <a:latin typeface="Segoe UI" panose="020B0502040204020203" pitchFamily="34" charset="0"/>
                  <a:cs typeface="Segoe UI" panose="020B0502040204020203" pitchFamily="34" charset="0"/>
                </a:rPr>
                <a:t>Compartidos sin control</a:t>
              </a:r>
            </a:p>
          </p:txBody>
        </p:sp>
        <p:sp>
          <p:nvSpPr>
            <p:cNvPr id="186" name="TextBox 185">
              <a:extLst>
                <a:ext uri="{FF2B5EF4-FFF2-40B4-BE49-F238E27FC236}">
                  <a16:creationId xmlns:a16="http://schemas.microsoft.com/office/drawing/2014/main" id="{1FCD0581-8B18-43C2-8F8F-7F46C1CEB567}"/>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un enlace y lo usa media empresa</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192" name="Group 191">
            <a:extLst>
              <a:ext uri="{FF2B5EF4-FFF2-40B4-BE49-F238E27FC236}">
                <a16:creationId xmlns:a16="http://schemas.microsoft.com/office/drawing/2014/main" id="{3C1954FF-2AD0-4518-934B-4C485DCE7CDC}"/>
              </a:ext>
            </a:extLst>
          </p:cNvPr>
          <p:cNvGrpSpPr/>
          <p:nvPr/>
        </p:nvGrpSpPr>
        <p:grpSpPr>
          <a:xfrm>
            <a:off x="1093385" y="1447929"/>
            <a:ext cx="1018770" cy="983151"/>
            <a:chOff x="2262738" y="3314699"/>
            <a:chExt cx="1018770" cy="983151"/>
          </a:xfrm>
        </p:grpSpPr>
        <p:sp>
          <p:nvSpPr>
            <p:cNvPr id="202" name="Rectangle: Rounded Corners 201">
              <a:extLst>
                <a:ext uri="{FF2B5EF4-FFF2-40B4-BE49-F238E27FC236}">
                  <a16:creationId xmlns:a16="http://schemas.microsoft.com/office/drawing/2014/main" id="{2A657D8D-211F-43DA-A726-8E62F65F75EC}"/>
                </a:ext>
              </a:extLst>
            </p:cNvPr>
            <p:cNvSpPr/>
            <p:nvPr/>
          </p:nvSpPr>
          <p:spPr>
            <a:xfrm>
              <a:off x="2262738" y="3314699"/>
              <a:ext cx="983151" cy="98315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04" name="TextBox 203">
              <a:extLst>
                <a:ext uri="{FF2B5EF4-FFF2-40B4-BE49-F238E27FC236}">
                  <a16:creationId xmlns:a16="http://schemas.microsoft.com/office/drawing/2014/main" id="{84CA598F-7C1B-400D-800D-24F09175ABB4}"/>
                </a:ext>
              </a:extLst>
            </p:cNvPr>
            <p:cNvSpPr txBox="1"/>
            <p:nvPr/>
          </p:nvSpPr>
          <p:spPr>
            <a:xfrm>
              <a:off x="226273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1</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194" name="Group 193">
            <a:extLst>
              <a:ext uri="{FF2B5EF4-FFF2-40B4-BE49-F238E27FC236}">
                <a16:creationId xmlns:a16="http://schemas.microsoft.com/office/drawing/2014/main" id="{A0B19AE4-7479-43AE-9614-22574BC26EA7}"/>
              </a:ext>
            </a:extLst>
          </p:cNvPr>
          <p:cNvGrpSpPr/>
          <p:nvPr/>
        </p:nvGrpSpPr>
        <p:grpSpPr>
          <a:xfrm>
            <a:off x="2354164" y="1710218"/>
            <a:ext cx="3737534" cy="588358"/>
            <a:chOff x="3996489" y="2915746"/>
            <a:chExt cx="4056131" cy="588358"/>
          </a:xfrm>
        </p:grpSpPr>
        <p:sp>
          <p:nvSpPr>
            <p:cNvPr id="200" name="TextBox 199">
              <a:extLst>
                <a:ext uri="{FF2B5EF4-FFF2-40B4-BE49-F238E27FC236}">
                  <a16:creationId xmlns:a16="http://schemas.microsoft.com/office/drawing/2014/main" id="{2737A2E9-A9A9-45E4-BF13-6E6CFD9CCFDB}"/>
                </a:ext>
              </a:extLst>
            </p:cNvPr>
            <p:cNvSpPr txBox="1"/>
            <p:nvPr/>
          </p:nvSpPr>
          <p:spPr>
            <a:xfrm>
              <a:off x="3996489" y="2915746"/>
              <a:ext cx="4056129" cy="338554"/>
            </a:xfrm>
            <a:prstGeom prst="rect">
              <a:avLst/>
            </a:prstGeom>
            <a:noFill/>
          </p:spPr>
          <p:txBody>
            <a:bodyPr wrap="square" rtlCol="0">
              <a:spAutoFit/>
            </a:bodyPr>
            <a:lstStyle/>
            <a:p>
              <a:r>
                <a:rPr lang="en-GB" sz="1600" b="1">
                  <a:solidFill>
                    <a:schemeClr val="tx1">
                      <a:lumMod val="75000"/>
                      <a:lumOff val="25000"/>
                    </a:schemeClr>
                  </a:solidFill>
                  <a:latin typeface="Segoe UI" panose="020B0502040204020203" pitchFamily="34" charset="0"/>
                  <a:cs typeface="Segoe UI" panose="020B0502040204020203" pitchFamily="34" charset="0"/>
                </a:rPr>
                <a:t>Agentes que nadie ha contado</a:t>
              </a:r>
            </a:p>
          </p:txBody>
        </p:sp>
        <p:sp>
          <p:nvSpPr>
            <p:cNvPr id="201" name="TextBox 200">
              <a:extLst>
                <a:ext uri="{FF2B5EF4-FFF2-40B4-BE49-F238E27FC236}">
                  <a16:creationId xmlns:a16="http://schemas.microsoft.com/office/drawing/2014/main" id="{4D769770-C99F-40D3-AA4A-D69BFF88E484}"/>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creados con Agent Builder</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cxnSp>
        <p:nvCxnSpPr>
          <p:cNvPr id="216" name="Straight Connector 215">
            <a:extLst>
              <a:ext uri="{FF2B5EF4-FFF2-40B4-BE49-F238E27FC236}">
                <a16:creationId xmlns:a16="http://schemas.microsoft.com/office/drawing/2014/main" id="{D4BF8DAF-652C-41E5-BA3A-714203940373}"/>
              </a:ext>
            </a:extLst>
          </p:cNvPr>
          <p:cNvCxnSpPr>
            <a:cxnSpLocks/>
          </p:cNvCxnSpPr>
          <p:nvPr/>
        </p:nvCxnSpPr>
        <p:spPr>
          <a:xfrm>
            <a:off x="701950" y="1962319"/>
            <a:ext cx="0" cy="5076656"/>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7" name="Oval 216">
            <a:extLst>
              <a:ext uri="{FF2B5EF4-FFF2-40B4-BE49-F238E27FC236}">
                <a16:creationId xmlns:a16="http://schemas.microsoft.com/office/drawing/2014/main" id="{99C6DBA3-5EF6-4D3F-AAE5-75BF0569BC73}"/>
              </a:ext>
            </a:extLst>
          </p:cNvPr>
          <p:cNvSpPr/>
          <p:nvPr/>
        </p:nvSpPr>
        <p:spPr>
          <a:xfrm>
            <a:off x="637058" y="1874612"/>
            <a:ext cx="129785" cy="129785"/>
          </a:xfrm>
          <a:prstGeom prst="ellipse">
            <a:avLst/>
          </a:prstGeom>
          <a:solidFill>
            <a:schemeClr val="tx2"/>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19" name="Oval 218">
            <a:extLst>
              <a:ext uri="{FF2B5EF4-FFF2-40B4-BE49-F238E27FC236}">
                <a16:creationId xmlns:a16="http://schemas.microsoft.com/office/drawing/2014/main" id="{A9601130-C84D-44C2-A591-1759592C53AE}"/>
              </a:ext>
            </a:extLst>
          </p:cNvPr>
          <p:cNvSpPr/>
          <p:nvPr/>
        </p:nvSpPr>
        <p:spPr>
          <a:xfrm>
            <a:off x="637058" y="3253405"/>
            <a:ext cx="129785" cy="129785"/>
          </a:xfrm>
          <a:prstGeom prst="ellipse">
            <a:avLst/>
          </a:prstGeom>
          <a:solidFill>
            <a:schemeClr val="accent1"/>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20" name="Oval 219">
            <a:extLst>
              <a:ext uri="{FF2B5EF4-FFF2-40B4-BE49-F238E27FC236}">
                <a16:creationId xmlns:a16="http://schemas.microsoft.com/office/drawing/2014/main" id="{201307F4-0720-4B51-8BE7-76C6CD232982}"/>
              </a:ext>
            </a:extLst>
          </p:cNvPr>
          <p:cNvSpPr/>
          <p:nvPr/>
        </p:nvSpPr>
        <p:spPr>
          <a:xfrm>
            <a:off x="637058" y="4632198"/>
            <a:ext cx="129785" cy="129785"/>
          </a:xfrm>
          <a:prstGeom prst="ellipse">
            <a:avLst/>
          </a:prstGeom>
          <a:solidFill>
            <a:schemeClr val="accent3"/>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34" name="Group 176">
            <a:extLst>
              <a:ext uri="{FF2B5EF4-FFF2-40B4-BE49-F238E27FC236}">
                <a16:creationId xmlns:a16="http://schemas.microsoft.com/office/drawing/2014/main" id="{019EE28A-F7A7-AB69-F64E-E3B46572A14D}"/>
              </a:ext>
            </a:extLst>
          </p:cNvPr>
          <p:cNvGrpSpPr/>
          <p:nvPr/>
        </p:nvGrpSpPr>
        <p:grpSpPr>
          <a:xfrm>
            <a:off x="6742950" y="2871097"/>
            <a:ext cx="1018770" cy="983151"/>
            <a:chOff x="2244928" y="3314699"/>
            <a:chExt cx="1018770" cy="983151"/>
          </a:xfrm>
        </p:grpSpPr>
        <p:sp>
          <p:nvSpPr>
            <p:cNvPr id="35" name="Rectangle: Rounded Corners 186">
              <a:extLst>
                <a:ext uri="{FF2B5EF4-FFF2-40B4-BE49-F238E27FC236}">
                  <a16:creationId xmlns:a16="http://schemas.microsoft.com/office/drawing/2014/main" id="{ED97634B-C0F8-FF35-80D8-485AA68CAAA2}"/>
                </a:ext>
              </a:extLst>
            </p:cNvPr>
            <p:cNvSpPr/>
            <p:nvPr/>
          </p:nvSpPr>
          <p:spPr>
            <a:xfrm>
              <a:off x="2262738" y="3314699"/>
              <a:ext cx="983151" cy="983151"/>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36" name="TextBox 188">
              <a:extLst>
                <a:ext uri="{FF2B5EF4-FFF2-40B4-BE49-F238E27FC236}">
                  <a16:creationId xmlns:a16="http://schemas.microsoft.com/office/drawing/2014/main" id="{0BA8A846-D1AA-409F-EE6C-D240D68FE38E}"/>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5</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37" name="Group 178">
            <a:extLst>
              <a:ext uri="{FF2B5EF4-FFF2-40B4-BE49-F238E27FC236}">
                <a16:creationId xmlns:a16="http://schemas.microsoft.com/office/drawing/2014/main" id="{9D70285F-1F8F-B577-F1E9-FF1CDA0FFC71}"/>
              </a:ext>
            </a:extLst>
          </p:cNvPr>
          <p:cNvGrpSpPr/>
          <p:nvPr/>
        </p:nvGrpSpPr>
        <p:grpSpPr>
          <a:xfrm>
            <a:off x="8021539" y="3133386"/>
            <a:ext cx="4056130" cy="588358"/>
            <a:chOff x="3996490" y="2915746"/>
            <a:chExt cx="4056130" cy="588358"/>
          </a:xfrm>
        </p:grpSpPr>
        <p:sp>
          <p:nvSpPr>
            <p:cNvPr id="38" name="TextBox 184">
              <a:extLst>
                <a:ext uri="{FF2B5EF4-FFF2-40B4-BE49-F238E27FC236}">
                  <a16:creationId xmlns:a16="http://schemas.microsoft.com/office/drawing/2014/main" id="{19D83CA5-7630-4913-8991-E80AD731213C}"/>
                </a:ext>
              </a:extLst>
            </p:cNvPr>
            <p:cNvSpPr txBox="1"/>
            <p:nvPr/>
          </p:nvSpPr>
          <p:spPr>
            <a:xfrm>
              <a:off x="3996490" y="2915746"/>
              <a:ext cx="4056130" cy="338554"/>
            </a:xfrm>
            <a:prstGeom prst="rect">
              <a:avLst/>
            </a:prstGeom>
            <a:noFill/>
          </p:spPr>
          <p:txBody>
            <a:bodyPr wrap="square" rtlCol="0">
              <a:spAutoFit/>
            </a:bodyPr>
            <a:lstStyle/>
            <a:p>
              <a:r>
                <a:rPr lang="en-GB" sz="1600" b="1">
                  <a:solidFill>
                    <a:schemeClr val="tx1">
                      <a:lumMod val="75000"/>
                      <a:lumOff val="25000"/>
                    </a:schemeClr>
                  </a:solidFill>
                  <a:latin typeface="Segoe UI" panose="020B0502040204020203" pitchFamily="34" charset="0"/>
                  <a:cs typeface="Segoe UI" panose="020B0502040204020203" pitchFamily="34" charset="0"/>
                </a:rPr>
                <a:t>El maker ya no está</a:t>
              </a:r>
            </a:p>
          </p:txBody>
        </p:sp>
        <p:sp>
          <p:nvSpPr>
            <p:cNvPr id="39" name="TextBox 185">
              <a:extLst>
                <a:ext uri="{FF2B5EF4-FFF2-40B4-BE49-F238E27FC236}">
                  <a16:creationId xmlns:a16="http://schemas.microsoft.com/office/drawing/2014/main" id="{9402CEDC-E2ED-7150-5F7A-D9BDC841C17E}"/>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cambió de equipo hace seis meses</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40" name="Group 191">
            <a:extLst>
              <a:ext uri="{FF2B5EF4-FFF2-40B4-BE49-F238E27FC236}">
                <a16:creationId xmlns:a16="http://schemas.microsoft.com/office/drawing/2014/main" id="{504AC61D-DC6E-4B14-F10B-A8FE6B2DCCB3}"/>
              </a:ext>
            </a:extLst>
          </p:cNvPr>
          <p:cNvGrpSpPr/>
          <p:nvPr/>
        </p:nvGrpSpPr>
        <p:grpSpPr>
          <a:xfrm>
            <a:off x="6760760" y="1492304"/>
            <a:ext cx="1018770" cy="983151"/>
            <a:chOff x="2262738" y="3314699"/>
            <a:chExt cx="1018770" cy="983151"/>
          </a:xfrm>
        </p:grpSpPr>
        <p:sp>
          <p:nvSpPr>
            <p:cNvPr id="41" name="Rectangle: Rounded Corners 201">
              <a:extLst>
                <a:ext uri="{FF2B5EF4-FFF2-40B4-BE49-F238E27FC236}">
                  <a16:creationId xmlns:a16="http://schemas.microsoft.com/office/drawing/2014/main" id="{B5695B62-9746-A11F-E5D1-0C6F333F599A}"/>
                </a:ext>
              </a:extLst>
            </p:cNvPr>
            <p:cNvSpPr/>
            <p:nvPr/>
          </p:nvSpPr>
          <p:spPr>
            <a:xfrm>
              <a:off x="2262738" y="3314699"/>
              <a:ext cx="983151" cy="98315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2" name="TextBox 203">
              <a:extLst>
                <a:ext uri="{FF2B5EF4-FFF2-40B4-BE49-F238E27FC236}">
                  <a16:creationId xmlns:a16="http://schemas.microsoft.com/office/drawing/2014/main" id="{630DF5F5-F29D-132F-8BAA-3462D6C011F9}"/>
                </a:ext>
              </a:extLst>
            </p:cNvPr>
            <p:cNvSpPr txBox="1"/>
            <p:nvPr/>
          </p:nvSpPr>
          <p:spPr>
            <a:xfrm>
              <a:off x="226273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4</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43" name="Group 193">
            <a:extLst>
              <a:ext uri="{FF2B5EF4-FFF2-40B4-BE49-F238E27FC236}">
                <a16:creationId xmlns:a16="http://schemas.microsoft.com/office/drawing/2014/main" id="{7F7B9646-6152-0860-F162-56DEEF92E2CF}"/>
              </a:ext>
            </a:extLst>
          </p:cNvPr>
          <p:cNvGrpSpPr/>
          <p:nvPr/>
        </p:nvGrpSpPr>
        <p:grpSpPr>
          <a:xfrm>
            <a:off x="8021538" y="1754593"/>
            <a:ext cx="4056131" cy="588358"/>
            <a:chOff x="3996489" y="2915746"/>
            <a:chExt cx="4056131" cy="588358"/>
          </a:xfrm>
        </p:grpSpPr>
        <p:sp>
          <p:nvSpPr>
            <p:cNvPr id="44" name="TextBox 199">
              <a:extLst>
                <a:ext uri="{FF2B5EF4-FFF2-40B4-BE49-F238E27FC236}">
                  <a16:creationId xmlns:a16="http://schemas.microsoft.com/office/drawing/2014/main" id="{55307E6B-ECD7-1621-47E3-998BE4FBE0AA}"/>
                </a:ext>
              </a:extLst>
            </p:cNvPr>
            <p:cNvSpPr txBox="1"/>
            <p:nvPr/>
          </p:nvSpPr>
          <p:spPr>
            <a:xfrm>
              <a:off x="3996489" y="2915746"/>
              <a:ext cx="4056129" cy="338554"/>
            </a:xfrm>
            <a:prstGeom prst="rect">
              <a:avLst/>
            </a:prstGeom>
            <a:noFill/>
          </p:spPr>
          <p:txBody>
            <a:bodyPr wrap="square" rtlCol="0">
              <a:spAutoFit/>
            </a:bodyPr>
            <a:lstStyle/>
            <a:p>
              <a:r>
                <a:rPr lang="en-GB" sz="1600" b="1" dirty="0" err="1">
                  <a:solidFill>
                    <a:schemeClr val="tx1">
                      <a:lumMod val="75000"/>
                      <a:lumOff val="25000"/>
                    </a:schemeClr>
                  </a:solidFill>
                  <a:latin typeface="Segoe UI" panose="020B0502040204020203" pitchFamily="34" charset="0"/>
                  <a:cs typeface="Segoe UI" panose="020B0502040204020203" pitchFamily="34" charset="0"/>
                </a:rPr>
                <a:t>Agentes</a:t>
              </a:r>
              <a:r>
                <a:rPr lang="en-GB" sz="1600" b="1" dirty="0">
                  <a:solidFill>
                    <a:schemeClr val="tx1">
                      <a:lumMod val="75000"/>
                      <a:lumOff val="25000"/>
                    </a:schemeClr>
                  </a:solidFill>
                  <a:latin typeface="Segoe UI" panose="020B0502040204020203" pitchFamily="34" charset="0"/>
                  <a:cs typeface="Segoe UI" panose="020B0502040204020203" pitchFamily="34" charset="0"/>
                </a:rPr>
                <a:t> fuera de control</a:t>
              </a:r>
            </a:p>
          </p:txBody>
        </p:sp>
        <p:sp>
          <p:nvSpPr>
            <p:cNvPr id="45" name="TextBox 200">
              <a:extLst>
                <a:ext uri="{FF2B5EF4-FFF2-40B4-BE49-F238E27FC236}">
                  <a16:creationId xmlns:a16="http://schemas.microsoft.com/office/drawing/2014/main" id="{6911EFB4-284B-80A7-80C3-F2F776E69672}"/>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en el portátil de un dev, sin identidad</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cxnSp>
        <p:nvCxnSpPr>
          <p:cNvPr id="46" name="Straight Connector 215">
            <a:extLst>
              <a:ext uri="{FF2B5EF4-FFF2-40B4-BE49-F238E27FC236}">
                <a16:creationId xmlns:a16="http://schemas.microsoft.com/office/drawing/2014/main" id="{FA8B5E3A-8635-108C-5A55-955A82F693B1}"/>
              </a:ext>
            </a:extLst>
          </p:cNvPr>
          <p:cNvCxnSpPr>
            <a:cxnSpLocks/>
          </p:cNvCxnSpPr>
          <p:nvPr/>
        </p:nvCxnSpPr>
        <p:spPr>
          <a:xfrm>
            <a:off x="6369325" y="2006694"/>
            <a:ext cx="0" cy="5076656"/>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7" name="Oval 216">
            <a:extLst>
              <a:ext uri="{FF2B5EF4-FFF2-40B4-BE49-F238E27FC236}">
                <a16:creationId xmlns:a16="http://schemas.microsoft.com/office/drawing/2014/main" id="{54EBDAC6-DDBA-7751-4243-FF3A73972523}"/>
              </a:ext>
            </a:extLst>
          </p:cNvPr>
          <p:cNvSpPr/>
          <p:nvPr/>
        </p:nvSpPr>
        <p:spPr>
          <a:xfrm>
            <a:off x="6304433" y="1918987"/>
            <a:ext cx="129785" cy="129785"/>
          </a:xfrm>
          <a:prstGeom prst="ellipse">
            <a:avLst/>
          </a:prstGeom>
          <a:solidFill>
            <a:schemeClr val="accent2"/>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8" name="Oval 218">
            <a:extLst>
              <a:ext uri="{FF2B5EF4-FFF2-40B4-BE49-F238E27FC236}">
                <a16:creationId xmlns:a16="http://schemas.microsoft.com/office/drawing/2014/main" id="{98D04922-2BC7-72FC-892D-2DC78E4A9EDD}"/>
              </a:ext>
            </a:extLst>
          </p:cNvPr>
          <p:cNvSpPr/>
          <p:nvPr/>
        </p:nvSpPr>
        <p:spPr>
          <a:xfrm>
            <a:off x="6304433" y="3297780"/>
            <a:ext cx="129785" cy="129785"/>
          </a:xfrm>
          <a:prstGeom prst="ellipse">
            <a:avLst/>
          </a:prstGeom>
          <a:solidFill>
            <a:schemeClr val="accent4"/>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76495096"/>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B14B070-747D-413B-8C26-FB4E9957F0B0}"/>
              </a:ext>
            </a:extLst>
          </p:cNvPr>
          <p:cNvGrpSpPr/>
          <p:nvPr/>
        </p:nvGrpSpPr>
        <p:grpSpPr>
          <a:xfrm>
            <a:off x="0" y="253936"/>
            <a:ext cx="5732702" cy="5334659"/>
            <a:chOff x="0" y="253936"/>
            <a:chExt cx="5732702" cy="5334659"/>
          </a:xfrm>
        </p:grpSpPr>
        <p:grpSp>
          <p:nvGrpSpPr>
            <p:cNvPr id="61" name="Group 60">
              <a:extLst>
                <a:ext uri="{FF2B5EF4-FFF2-40B4-BE49-F238E27FC236}">
                  <a16:creationId xmlns:a16="http://schemas.microsoft.com/office/drawing/2014/main" id="{EBA72766-A0AC-40DC-A91E-5D99F86CA55C}"/>
                </a:ext>
              </a:extLst>
            </p:cNvPr>
            <p:cNvGrpSpPr/>
            <p:nvPr/>
          </p:nvGrpSpPr>
          <p:grpSpPr>
            <a:xfrm rot="19766411">
              <a:off x="4657184" y="4711801"/>
              <a:ext cx="1075518" cy="792268"/>
              <a:chOff x="356813" y="4757646"/>
              <a:chExt cx="241292" cy="177745"/>
            </a:xfrm>
            <a:solidFill>
              <a:schemeClr val="accent2">
                <a:lumMod val="75000"/>
                <a:alpha val="40000"/>
              </a:schemeClr>
            </a:solidFill>
          </p:grpSpPr>
          <p:sp>
            <p:nvSpPr>
              <p:cNvPr id="62" name="Freeform: Shape 61">
                <a:extLst>
                  <a:ext uri="{FF2B5EF4-FFF2-40B4-BE49-F238E27FC236}">
                    <a16:creationId xmlns:a16="http://schemas.microsoft.com/office/drawing/2014/main" id="{D1408C55-C6A9-45CC-B74E-C39925A23013}"/>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p>
            </p:txBody>
          </p:sp>
          <p:sp>
            <p:nvSpPr>
              <p:cNvPr id="63" name="Freeform: Shape 62">
                <a:extLst>
                  <a:ext uri="{FF2B5EF4-FFF2-40B4-BE49-F238E27FC236}">
                    <a16:creationId xmlns:a16="http://schemas.microsoft.com/office/drawing/2014/main" id="{CE95D20B-CA7D-40B0-B48F-28E3DE50D047}"/>
                  </a:ext>
                </a:extLst>
              </p:cNvPr>
              <p:cNvSpPr/>
              <p:nvPr/>
            </p:nvSpPr>
            <p:spPr>
              <a:xfrm>
                <a:off x="550829" y="4757646"/>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p>
            </p:txBody>
          </p:sp>
        </p:grpSp>
        <p:sp>
          <p:nvSpPr>
            <p:cNvPr id="57" name="Freeform: Shape 56">
              <a:extLst>
                <a:ext uri="{FF2B5EF4-FFF2-40B4-BE49-F238E27FC236}">
                  <a16:creationId xmlns:a16="http://schemas.microsoft.com/office/drawing/2014/main" id="{96AC41B2-5C64-4836-B20A-EF820F66B933}"/>
                </a:ext>
              </a:extLst>
            </p:cNvPr>
            <p:cNvSpPr/>
            <p:nvPr/>
          </p:nvSpPr>
          <p:spPr>
            <a:xfrm>
              <a:off x="0" y="253936"/>
              <a:ext cx="5051146" cy="5334659"/>
            </a:xfrm>
            <a:custGeom>
              <a:avLst/>
              <a:gdLst>
                <a:gd name="connsiteX0" fmla="*/ 2329844 w 5051146"/>
                <a:gd name="connsiteY0" fmla="*/ 0 h 5334659"/>
                <a:gd name="connsiteX1" fmla="*/ 3599754 w 5051146"/>
                <a:gd name="connsiteY1" fmla="*/ 2488047 h 5334659"/>
                <a:gd name="connsiteX2" fmla="*/ 4397634 w 5051146"/>
                <a:gd name="connsiteY2" fmla="*/ 3505192 h 5334659"/>
                <a:gd name="connsiteX3" fmla="*/ 4720440 w 5051146"/>
                <a:gd name="connsiteY3" fmla="*/ 3328562 h 5334659"/>
                <a:gd name="connsiteX4" fmla="*/ 5049338 w 5051146"/>
                <a:gd name="connsiteY4" fmla="*/ 4032035 h 5334659"/>
                <a:gd name="connsiteX5" fmla="*/ 3992602 w 5051146"/>
                <a:gd name="connsiteY5" fmla="*/ 4963910 h 5334659"/>
                <a:gd name="connsiteX6" fmla="*/ 3197768 w 5051146"/>
                <a:gd name="connsiteY6" fmla="*/ 4668513 h 5334659"/>
                <a:gd name="connsiteX7" fmla="*/ 1029483 w 5051146"/>
                <a:gd name="connsiteY7" fmla="*/ 5076589 h 5334659"/>
                <a:gd name="connsiteX8" fmla="*/ 807172 w 5051146"/>
                <a:gd name="connsiteY8" fmla="*/ 3642231 h 5334659"/>
                <a:gd name="connsiteX9" fmla="*/ 104941 w 5051146"/>
                <a:gd name="connsiteY9" fmla="*/ 3408763 h 5334659"/>
                <a:gd name="connsiteX10" fmla="*/ 0 w 5051146"/>
                <a:gd name="connsiteY10" fmla="*/ 3348124 h 5334659"/>
                <a:gd name="connsiteX11" fmla="*/ 0 w 5051146"/>
                <a:gd name="connsiteY11" fmla="*/ 1060569 h 5334659"/>
                <a:gd name="connsiteX12" fmla="*/ 85146 w 5051146"/>
                <a:gd name="connsiteY12" fmla="*/ 1067660 h 5334659"/>
                <a:gd name="connsiteX13" fmla="*/ 2329844 w 5051146"/>
                <a:gd name="connsiteY13" fmla="*/ 0 h 5334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51146" h="5334659">
                  <a:moveTo>
                    <a:pt x="2329844" y="0"/>
                  </a:moveTo>
                  <a:cubicBezTo>
                    <a:pt x="3289129" y="0"/>
                    <a:pt x="3398761" y="2040380"/>
                    <a:pt x="3599754" y="2488047"/>
                  </a:cubicBezTo>
                  <a:cubicBezTo>
                    <a:pt x="3761156" y="2847398"/>
                    <a:pt x="4026102" y="3380331"/>
                    <a:pt x="4397634" y="3505192"/>
                  </a:cubicBezTo>
                  <a:cubicBezTo>
                    <a:pt x="4595580" y="3572190"/>
                    <a:pt x="4622989" y="3368150"/>
                    <a:pt x="4720440" y="3328562"/>
                  </a:cubicBezTo>
                  <a:cubicBezTo>
                    <a:pt x="4900114" y="3255474"/>
                    <a:pt x="5070653" y="3608734"/>
                    <a:pt x="5049338" y="4032035"/>
                  </a:cubicBezTo>
                  <a:cubicBezTo>
                    <a:pt x="5009747" y="4832962"/>
                    <a:pt x="4315408" y="4988273"/>
                    <a:pt x="3992602" y="4963910"/>
                  </a:cubicBezTo>
                  <a:cubicBezTo>
                    <a:pt x="3797700" y="4951729"/>
                    <a:pt x="3392670" y="4677648"/>
                    <a:pt x="3197768" y="4668513"/>
                  </a:cubicBezTo>
                  <a:cubicBezTo>
                    <a:pt x="2549108" y="4635013"/>
                    <a:pt x="1690321" y="5850107"/>
                    <a:pt x="1029483" y="5076589"/>
                  </a:cubicBezTo>
                  <a:cubicBezTo>
                    <a:pt x="627498" y="4604560"/>
                    <a:pt x="1535010" y="3773182"/>
                    <a:pt x="807172" y="3642231"/>
                  </a:cubicBezTo>
                  <a:cubicBezTo>
                    <a:pt x="534994" y="3593125"/>
                    <a:pt x="302311" y="3512281"/>
                    <a:pt x="104941" y="3408763"/>
                  </a:cubicBezTo>
                  <a:lnTo>
                    <a:pt x="0" y="3348124"/>
                  </a:lnTo>
                  <a:lnTo>
                    <a:pt x="0" y="1060569"/>
                  </a:lnTo>
                  <a:lnTo>
                    <a:pt x="85146" y="1067660"/>
                  </a:lnTo>
                  <a:cubicBezTo>
                    <a:pt x="1189944" y="1120496"/>
                    <a:pt x="1546048" y="0"/>
                    <a:pt x="2329844" y="0"/>
                  </a:cubicBezTo>
                  <a:close/>
                </a:path>
              </a:pathLst>
            </a:custGeom>
            <a:solidFill>
              <a:schemeClr val="accent2">
                <a:lumMod val="75000"/>
                <a:alpha val="40000"/>
              </a:schemeClr>
            </a:solidFill>
            <a:ln w="9525" cap="flat">
              <a:noFill/>
              <a:prstDash val="solid"/>
              <a:miter/>
            </a:ln>
          </p:spPr>
          <p:txBody>
            <a:bodyPr wrap="square" rtlCol="0" anchor="ctr">
              <a:noAutofit/>
            </a:bodyPr>
            <a:lstStyle/>
            <a:p>
              <a:endParaRPr lang="en-GB"/>
            </a:p>
          </p:txBody>
        </p:sp>
      </p:grpSp>
      <p:sp>
        <p:nvSpPr>
          <p:cNvPr id="444" name="Rectangle 2">
            <a:extLst>
              <a:ext uri="{FF2B5EF4-FFF2-40B4-BE49-F238E27FC236}">
                <a16:creationId xmlns:a16="http://schemas.microsoft.com/office/drawing/2014/main" id="{E421A228-B9EA-443B-95B8-5BFC50EBE71C}"/>
              </a:ext>
            </a:extLst>
          </p:cNvPr>
          <p:cNvSpPr/>
          <p:nvPr/>
        </p:nvSpPr>
        <p:spPr>
          <a:xfrm rot="5400000">
            <a:off x="5544569" y="2193418"/>
            <a:ext cx="6858000" cy="2471167"/>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3" name="Rectangle 2">
            <a:extLst>
              <a:ext uri="{FF2B5EF4-FFF2-40B4-BE49-F238E27FC236}">
                <a16:creationId xmlns:a16="http://schemas.microsoft.com/office/drawing/2014/main" id="{7B516BB2-4254-4699-BC73-5A8762A3E116}"/>
              </a:ext>
            </a:extLst>
          </p:cNvPr>
          <p:cNvSpPr/>
          <p:nvPr/>
        </p:nvSpPr>
        <p:spPr>
          <a:xfrm rot="5400000">
            <a:off x="7527416" y="2193418"/>
            <a:ext cx="6858000" cy="2471167"/>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TextBox 57">
            <a:extLst>
              <a:ext uri="{FF2B5EF4-FFF2-40B4-BE49-F238E27FC236}">
                <a16:creationId xmlns:a16="http://schemas.microsoft.com/office/drawing/2014/main" id="{159CD624-2E0E-404C-91AA-6985530DF26E}"/>
              </a:ext>
            </a:extLst>
          </p:cNvPr>
          <p:cNvSpPr txBox="1"/>
          <p:nvPr/>
        </p:nvSpPr>
        <p:spPr>
          <a:xfrm>
            <a:off x="1092201" y="1234440"/>
            <a:ext cx="4751470" cy="2514600"/>
          </a:xfrm>
          <a:prstGeom prst="rect">
            <a:avLst/>
          </a:prstGeom>
          <a:noFill/>
        </p:spPr>
        <p:txBody>
          <a:bodyPr wrap="square" rtlCol="0">
            <a:spAutoFit/>
          </a:bodyPr>
          <a:lstStyle/>
          <a:p>
            <a:pPr>
              <a:lnSpc>
                <a:spcPct val="90000"/>
              </a:lnSpc>
            </a:pPr>
            <a:r>
              <a:rPr lang="en-GB" sz="5200" b="1">
                <a:solidFill>
                  <a:schemeClr val="bg1"/>
                </a:solidFill>
                <a:latin typeface="Segoe UI Black" panose="020B0A02040204020203" pitchFamily="34" charset="0"/>
                <a:ea typeface="Segoe UI Black" panose="020B0A02040204020203" pitchFamily="34" charset="0"/>
                <a:cs typeface="Segoe UI" panose="020B0502040204020203" pitchFamily="34" charset="0"/>
              </a:rPr>
              <a:t>Visibilidad</a:t>
            </a:r>
          </a:p>
          <a:p>
            <a:pPr>
              <a:lnSpc>
                <a:spcPct val="90000"/>
              </a:lnSpc>
            </a:pPr>
            <a:r>
              <a:rPr lang="en-GB" sz="5200" b="1">
                <a:solidFill>
                  <a:schemeClr val="bg1"/>
                </a:solidFill>
                <a:latin typeface="Segoe UI Black" panose="020B0A02040204020203" pitchFamily="34" charset="0"/>
                <a:ea typeface="Segoe UI Black" panose="020B0A02040204020203" pitchFamily="34" charset="0"/>
                <a:cs typeface="Segoe UI" panose="020B0502040204020203" pitchFamily="34" charset="0"/>
              </a:rPr>
              <a:t>antes que</a:t>
            </a:r>
          </a:p>
          <a:p>
            <a:pPr>
              <a:lnSpc>
                <a:spcPct val="90000"/>
              </a:lnSpc>
            </a:pPr>
            <a:r>
              <a:rPr lang="en-GB" sz="5200" b="1">
                <a:solidFill>
                  <a:schemeClr val="bg1"/>
                </a:solidFill>
                <a:latin typeface="Segoe UI Black" panose="020B0A02040204020203" pitchFamily="34" charset="0"/>
                <a:ea typeface="Segoe UI Black" panose="020B0A02040204020203" pitchFamily="34" charset="0"/>
                <a:cs typeface="Segoe UI" panose="020B0502040204020203" pitchFamily="34" charset="0"/>
              </a:rPr>
              <a:t>control</a:t>
            </a:r>
          </a:p>
        </p:txBody>
      </p:sp>
      <p:sp>
        <p:nvSpPr>
          <p:cNvPr id="59" name="TextBox 58">
            <a:extLst>
              <a:ext uri="{FF2B5EF4-FFF2-40B4-BE49-F238E27FC236}">
                <a16:creationId xmlns:a16="http://schemas.microsoft.com/office/drawing/2014/main" id="{42E10550-5609-4556-B394-B096DE1A55B5}"/>
              </a:ext>
            </a:extLst>
          </p:cNvPr>
          <p:cNvSpPr txBox="1"/>
          <p:nvPr/>
        </p:nvSpPr>
        <p:spPr>
          <a:xfrm>
            <a:off x="1094802" y="3931920"/>
            <a:ext cx="4339955" cy="1019062"/>
          </a:xfrm>
          <a:prstGeom prst="rect">
            <a:avLst/>
          </a:prstGeom>
          <a:noFill/>
        </p:spPr>
        <p:txBody>
          <a:bodyPr wrap="square" rtlCol="0">
            <a:spAutoFit/>
          </a:bodyPr>
          <a:lstStyle/>
          <a:p>
            <a:pPr>
              <a:lnSpc>
                <a:spcPct val="130000"/>
              </a:lnSpc>
            </a:pPr>
            <a:r>
              <a:rPr lang="en-GB" sz="1600" dirty="0" err="1">
                <a:solidFill>
                  <a:schemeClr val="bg1"/>
                </a:solidFill>
                <a:latin typeface="Segoe UI Light" panose="020B0502040204020203" pitchFamily="34" charset="0"/>
                <a:cs typeface="Segoe UI Light" panose="020B0502040204020203" pitchFamily="34" charset="0"/>
              </a:rPr>
              <a:t>Bloquear</a:t>
            </a:r>
            <a:r>
              <a:rPr lang="en-GB" sz="1600" dirty="0">
                <a:solidFill>
                  <a:schemeClr val="bg1"/>
                </a:solidFill>
                <a:latin typeface="Segoe UI Light" panose="020B0502040204020203" pitchFamily="34" charset="0"/>
                <a:cs typeface="Segoe UI Light" panose="020B0502040204020203" pitchFamily="34" charset="0"/>
              </a:rPr>
              <a:t> la </a:t>
            </a:r>
            <a:r>
              <a:rPr lang="en-GB" sz="1600" dirty="0" err="1">
                <a:solidFill>
                  <a:schemeClr val="bg1"/>
                </a:solidFill>
                <a:latin typeface="Segoe UI Light" panose="020B0502040204020203" pitchFamily="34" charset="0"/>
                <a:cs typeface="Segoe UI Light" panose="020B0502040204020203" pitchFamily="34" charset="0"/>
              </a:rPr>
              <a:t>creación</a:t>
            </a:r>
            <a:r>
              <a:rPr lang="en-GB" sz="1600" dirty="0">
                <a:solidFill>
                  <a:schemeClr val="bg1"/>
                </a:solidFill>
                <a:latin typeface="Segoe UI Light" panose="020B0502040204020203" pitchFamily="34" charset="0"/>
                <a:cs typeface="Segoe UI Light" panose="020B0502040204020203" pitchFamily="34" charset="0"/>
              </a:rPr>
              <a:t> de </a:t>
            </a:r>
            <a:r>
              <a:rPr lang="en-GB" sz="1600" dirty="0" err="1">
                <a:solidFill>
                  <a:schemeClr val="bg1"/>
                </a:solidFill>
                <a:latin typeface="Segoe UI Light" panose="020B0502040204020203" pitchFamily="34" charset="0"/>
                <a:cs typeface="Segoe UI Light" panose="020B0502040204020203" pitchFamily="34" charset="0"/>
              </a:rPr>
              <a:t>agentes</a:t>
            </a:r>
            <a:r>
              <a:rPr lang="en-GB" sz="1600" dirty="0">
                <a:solidFill>
                  <a:schemeClr val="bg1"/>
                </a:solidFill>
                <a:latin typeface="Segoe UI Light" panose="020B0502040204020203" pitchFamily="34" charset="0"/>
                <a:cs typeface="Segoe UI Light" panose="020B0502040204020203" pitchFamily="34" charset="0"/>
              </a:rPr>
              <a:t> </a:t>
            </a:r>
            <a:r>
              <a:rPr lang="en-GB" sz="1600" dirty="0" err="1">
                <a:solidFill>
                  <a:schemeClr val="bg1"/>
                </a:solidFill>
                <a:latin typeface="Segoe UI Light" panose="020B0502040204020203" pitchFamily="34" charset="0"/>
                <a:cs typeface="Segoe UI Light" panose="020B0502040204020203" pitchFamily="34" charset="0"/>
              </a:rPr>
              <a:t>funciona</a:t>
            </a:r>
            <a:r>
              <a:rPr lang="en-GB" sz="1600" dirty="0">
                <a:solidFill>
                  <a:schemeClr val="bg1"/>
                </a:solidFill>
                <a:latin typeface="Segoe UI Light" panose="020B0502040204020203" pitchFamily="34" charset="0"/>
                <a:cs typeface="Segoe UI Light" panose="020B0502040204020203" pitchFamily="34" charset="0"/>
              </a:rPr>
              <a:t> “un </a:t>
            </a:r>
            <a:r>
              <a:rPr lang="en-GB" sz="1600" dirty="0" err="1">
                <a:solidFill>
                  <a:schemeClr val="bg1"/>
                </a:solidFill>
                <a:latin typeface="Segoe UI Light" panose="020B0502040204020203" pitchFamily="34" charset="0"/>
                <a:cs typeface="Segoe UI Light" panose="020B0502040204020203" pitchFamily="34" charset="0"/>
              </a:rPr>
              <a:t>rato</a:t>
            </a:r>
            <a:r>
              <a:rPr lang="en-GB" sz="1600" dirty="0">
                <a:solidFill>
                  <a:schemeClr val="bg1"/>
                </a:solidFill>
                <a:latin typeface="Segoe UI Light" panose="020B0502040204020203" pitchFamily="34" charset="0"/>
                <a:cs typeface="Segoe UI Light" panose="020B0502040204020203" pitchFamily="34" charset="0"/>
              </a:rPr>
              <a:t>”. Luego la </a:t>
            </a:r>
            <a:r>
              <a:rPr lang="en-GB" sz="1600" dirty="0" err="1">
                <a:solidFill>
                  <a:schemeClr val="bg1"/>
                </a:solidFill>
                <a:latin typeface="Segoe UI Light" panose="020B0502040204020203" pitchFamily="34" charset="0"/>
                <a:cs typeface="Segoe UI Light" panose="020B0502040204020203" pitchFamily="34" charset="0"/>
              </a:rPr>
              <a:t>gente</a:t>
            </a:r>
            <a:r>
              <a:rPr lang="en-GB" sz="1600" dirty="0">
                <a:solidFill>
                  <a:schemeClr val="bg1"/>
                </a:solidFill>
                <a:latin typeface="Segoe UI Light" panose="020B0502040204020203" pitchFamily="34" charset="0"/>
                <a:cs typeface="Segoe UI Light" panose="020B0502040204020203" pitchFamily="34" charset="0"/>
              </a:rPr>
              <a:t> se </a:t>
            </a:r>
            <a:r>
              <a:rPr lang="en-GB" sz="1600" dirty="0" err="1">
                <a:solidFill>
                  <a:schemeClr val="bg1"/>
                </a:solidFill>
                <a:latin typeface="Segoe UI Light" panose="020B0502040204020203" pitchFamily="34" charset="0"/>
                <a:cs typeface="Segoe UI Light" panose="020B0502040204020203" pitchFamily="34" charset="0"/>
              </a:rPr>
              <a:t>va</a:t>
            </a:r>
            <a:r>
              <a:rPr lang="en-GB" sz="1600" dirty="0">
                <a:solidFill>
                  <a:schemeClr val="bg1"/>
                </a:solidFill>
                <a:latin typeface="Segoe UI Light" panose="020B0502040204020203" pitchFamily="34" charset="0"/>
                <a:cs typeface="Segoe UI Light" panose="020B0502040204020203" pitchFamily="34" charset="0"/>
              </a:rPr>
              <a:t> a </a:t>
            </a:r>
            <a:r>
              <a:rPr lang="en-GB" sz="1600" dirty="0" err="1">
                <a:solidFill>
                  <a:schemeClr val="bg1"/>
                </a:solidFill>
                <a:latin typeface="Segoe UI Light" panose="020B0502040204020203" pitchFamily="34" charset="0"/>
                <a:cs typeface="Segoe UI Light" panose="020B0502040204020203" pitchFamily="34" charset="0"/>
              </a:rPr>
              <a:t>otras</a:t>
            </a:r>
            <a:r>
              <a:rPr lang="en-GB" sz="1600" dirty="0">
                <a:solidFill>
                  <a:schemeClr val="bg1"/>
                </a:solidFill>
                <a:latin typeface="Segoe UI Light" panose="020B0502040204020203" pitchFamily="34" charset="0"/>
                <a:cs typeface="Segoe UI Light" panose="020B0502040204020203" pitchFamily="34" charset="0"/>
              </a:rPr>
              <a:t> </a:t>
            </a:r>
            <a:r>
              <a:rPr lang="en-GB" sz="1600" dirty="0" err="1">
                <a:solidFill>
                  <a:schemeClr val="bg1"/>
                </a:solidFill>
                <a:latin typeface="Segoe UI Light" panose="020B0502040204020203" pitchFamily="34" charset="0"/>
                <a:cs typeface="Segoe UI Light" panose="020B0502040204020203" pitchFamily="34" charset="0"/>
              </a:rPr>
              <a:t>herramientas</a:t>
            </a:r>
            <a:r>
              <a:rPr lang="en-GB" sz="1600" dirty="0">
                <a:solidFill>
                  <a:schemeClr val="bg1"/>
                </a:solidFill>
                <a:latin typeface="Segoe UI Light" panose="020B0502040204020203" pitchFamily="34" charset="0"/>
                <a:cs typeface="Segoe UI Light" panose="020B0502040204020203" pitchFamily="34" charset="0"/>
              </a:rPr>
              <a:t> y el </a:t>
            </a:r>
            <a:r>
              <a:rPr lang="en-GB" sz="1600" dirty="0" err="1">
                <a:solidFill>
                  <a:schemeClr val="bg1"/>
                </a:solidFill>
                <a:latin typeface="Segoe UI Light" panose="020B0502040204020203" pitchFamily="34" charset="0"/>
                <a:cs typeface="Segoe UI Light" panose="020B0502040204020203" pitchFamily="34" charset="0"/>
              </a:rPr>
              <a:t>problema</a:t>
            </a:r>
            <a:r>
              <a:rPr lang="en-GB" sz="1600" dirty="0">
                <a:solidFill>
                  <a:schemeClr val="bg1"/>
                </a:solidFill>
                <a:latin typeface="Segoe UI Light" panose="020B0502040204020203" pitchFamily="34" charset="0"/>
                <a:cs typeface="Segoe UI Light" panose="020B0502040204020203" pitchFamily="34" charset="0"/>
              </a:rPr>
              <a:t> no </a:t>
            </a:r>
            <a:r>
              <a:rPr lang="en-GB" sz="1600" dirty="0" err="1">
                <a:solidFill>
                  <a:schemeClr val="bg1"/>
                </a:solidFill>
                <a:latin typeface="Segoe UI Light" panose="020B0502040204020203" pitchFamily="34" charset="0"/>
                <a:cs typeface="Segoe UI Light" panose="020B0502040204020203" pitchFamily="34" charset="0"/>
              </a:rPr>
              <a:t>desaparece</a:t>
            </a:r>
            <a:r>
              <a:rPr lang="en-GB" sz="1600" dirty="0">
                <a:solidFill>
                  <a:schemeClr val="bg1"/>
                </a:solidFill>
                <a:latin typeface="Segoe UI Light" panose="020B0502040204020203" pitchFamily="34" charset="0"/>
                <a:cs typeface="Segoe UI Light" panose="020B0502040204020203" pitchFamily="34" charset="0"/>
              </a:rPr>
              <a:t>: se </a:t>
            </a:r>
            <a:r>
              <a:rPr lang="en-GB" sz="1600" dirty="0" err="1">
                <a:solidFill>
                  <a:schemeClr val="bg1"/>
                </a:solidFill>
                <a:latin typeface="Segoe UI Light" panose="020B0502040204020203" pitchFamily="34" charset="0"/>
                <a:cs typeface="Segoe UI Light" panose="020B0502040204020203" pitchFamily="34" charset="0"/>
              </a:rPr>
              <a:t>vuelve</a:t>
            </a:r>
            <a:r>
              <a:rPr lang="en-GB" sz="1600" dirty="0">
                <a:solidFill>
                  <a:schemeClr val="bg1"/>
                </a:solidFill>
                <a:latin typeface="Segoe UI Light" panose="020B0502040204020203" pitchFamily="34" charset="0"/>
                <a:cs typeface="Segoe UI Light" panose="020B0502040204020203" pitchFamily="34" charset="0"/>
              </a:rPr>
              <a:t> invisible.</a:t>
            </a:r>
          </a:p>
        </p:txBody>
      </p:sp>
    </p:spTree>
    <p:extLst>
      <p:ext uri="{BB962C8B-B14F-4D97-AF65-F5344CB8AC3E}">
        <p14:creationId xmlns:p14="http://schemas.microsoft.com/office/powerpoint/2010/main" val="3084075980"/>
      </p:ext>
    </p:extLst>
  </p:cSld>
  <p:clrMapOvr>
    <a:masterClrMapping/>
  </p:clrMapOvr>
  <mc:AlternateContent xmlns:mc="http://schemas.openxmlformats.org/markup-compatibility/2006" xmlns:p14="http://schemas.microsoft.com/office/powerpoint/2010/main">
    <mc:Choice Requires="p14">
      <p:transition spd="slow" p14:dur="125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750"/>
                                        <p:tgtEl>
                                          <p:spTgt spid="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23" presetClass="entr" presetSubtype="272" fill="hold" grpId="1" nodeType="withEffect">
                                  <p:stCondLst>
                                    <p:cond delay="0"/>
                                  </p:stCondLst>
                                  <p:childTnLst>
                                    <p:set>
                                      <p:cBhvr>
                                        <p:cTn id="12" dur="1" fill="hold">
                                          <p:stCondLst>
                                            <p:cond delay="0"/>
                                          </p:stCondLst>
                                        </p:cTn>
                                        <p:tgtEl>
                                          <p:spTgt spid="58"/>
                                        </p:tgtEl>
                                        <p:attrNameLst>
                                          <p:attrName>style.visibility</p:attrName>
                                        </p:attrNameLst>
                                      </p:cBhvr>
                                      <p:to>
                                        <p:strVal val="visible"/>
                                      </p:to>
                                    </p:set>
                                    <p:anim calcmode="lin" valueType="num">
                                      <p:cBhvr>
                                        <p:cTn id="13" dur="500" fill="hold"/>
                                        <p:tgtEl>
                                          <p:spTgt spid="58"/>
                                        </p:tgtEl>
                                        <p:attrNameLst>
                                          <p:attrName>ppt_w</p:attrName>
                                        </p:attrNameLst>
                                      </p:cBhvr>
                                      <p:tavLst>
                                        <p:tav tm="0">
                                          <p:val>
                                            <p:strVal val="2/3*#ppt_w"/>
                                          </p:val>
                                        </p:tav>
                                        <p:tav tm="100000">
                                          <p:val>
                                            <p:strVal val="#ppt_w"/>
                                          </p:val>
                                        </p:tav>
                                      </p:tavLst>
                                    </p:anim>
                                    <p:anim calcmode="lin" valueType="num">
                                      <p:cBhvr>
                                        <p:cTn id="14" dur="500" fill="hold"/>
                                        <p:tgtEl>
                                          <p:spTgt spid="58"/>
                                        </p:tgtEl>
                                        <p:attrNameLst>
                                          <p:attrName>ppt_h</p:attrName>
                                        </p:attrNameLst>
                                      </p:cBhvr>
                                      <p:tavLst>
                                        <p:tav tm="0">
                                          <p:val>
                                            <p:strVal val="2/3*#ppt_h"/>
                                          </p:val>
                                        </p:tav>
                                        <p:tav tm="100000">
                                          <p:val>
                                            <p:strVal val="#ppt_h"/>
                                          </p:val>
                                        </p:tav>
                                      </p:tavLst>
                                    </p:anim>
                                  </p:childTnLst>
                                </p:cTn>
                              </p:par>
                              <p:par>
                                <p:cTn id="15" presetID="10" presetClass="entr" presetSubtype="0" fill="hold" nodeType="withEffect">
                                  <p:stCondLst>
                                    <p:cond delay="5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6" presetClass="emph" presetSubtype="0" decel="100000" fill="hold" nodeType="withEffect">
                                  <p:stCondLst>
                                    <p:cond delay="500"/>
                                  </p:stCondLst>
                                  <p:childTnLst>
                                    <p:animScale>
                                      <p:cBhvr>
                                        <p:cTn id="19" dur="3000" fill="hold"/>
                                        <p:tgtEl>
                                          <p:spTgt spid="2"/>
                                        </p:tgtEl>
                                      </p:cBhvr>
                                      <p:by x="108000" y="108000"/>
                                    </p:animScale>
                                  </p:childTnLst>
                                </p:cTn>
                              </p:par>
                              <p:par>
                                <p:cTn id="20" presetID="2" presetClass="entr" presetSubtype="2" decel="100000" fill="hold" grpId="0" nodeType="withEffect">
                                  <p:stCondLst>
                                    <p:cond delay="0"/>
                                  </p:stCondLst>
                                  <p:childTnLst>
                                    <p:set>
                                      <p:cBhvr>
                                        <p:cTn id="21" dur="1" fill="hold">
                                          <p:stCondLst>
                                            <p:cond delay="0"/>
                                          </p:stCondLst>
                                        </p:cTn>
                                        <p:tgtEl>
                                          <p:spTgt spid="443"/>
                                        </p:tgtEl>
                                        <p:attrNameLst>
                                          <p:attrName>style.visibility</p:attrName>
                                        </p:attrNameLst>
                                      </p:cBhvr>
                                      <p:to>
                                        <p:strVal val="visible"/>
                                      </p:to>
                                    </p:set>
                                    <p:anim calcmode="lin" valueType="num">
                                      <p:cBhvr additive="base">
                                        <p:cTn id="22" dur="750" fill="hold"/>
                                        <p:tgtEl>
                                          <p:spTgt spid="443"/>
                                        </p:tgtEl>
                                        <p:attrNameLst>
                                          <p:attrName>ppt_x</p:attrName>
                                        </p:attrNameLst>
                                      </p:cBhvr>
                                      <p:tavLst>
                                        <p:tav tm="0">
                                          <p:val>
                                            <p:strVal val="1+#ppt_w/2"/>
                                          </p:val>
                                        </p:tav>
                                        <p:tav tm="100000">
                                          <p:val>
                                            <p:strVal val="#ppt_x"/>
                                          </p:val>
                                        </p:tav>
                                      </p:tavLst>
                                    </p:anim>
                                    <p:anim calcmode="lin" valueType="num">
                                      <p:cBhvr additive="base">
                                        <p:cTn id="23" dur="750" fill="hold"/>
                                        <p:tgtEl>
                                          <p:spTgt spid="443"/>
                                        </p:tgtEl>
                                        <p:attrNameLst>
                                          <p:attrName>ppt_y</p:attrName>
                                        </p:attrNameLst>
                                      </p:cBhvr>
                                      <p:tavLst>
                                        <p:tav tm="0">
                                          <p:val>
                                            <p:strVal val="#ppt_y"/>
                                          </p:val>
                                        </p:tav>
                                        <p:tav tm="100000">
                                          <p:val>
                                            <p:strVal val="#ppt_y"/>
                                          </p:val>
                                        </p:tav>
                                      </p:tavLst>
                                    </p:anim>
                                  </p:childTnLst>
                                </p:cTn>
                              </p:par>
                              <p:par>
                                <p:cTn id="24" presetID="2" presetClass="entr" presetSubtype="2" decel="100000" fill="hold" grpId="0" nodeType="withEffect">
                                  <p:stCondLst>
                                    <p:cond delay="250"/>
                                  </p:stCondLst>
                                  <p:childTnLst>
                                    <p:set>
                                      <p:cBhvr>
                                        <p:cTn id="25" dur="1" fill="hold">
                                          <p:stCondLst>
                                            <p:cond delay="0"/>
                                          </p:stCondLst>
                                        </p:cTn>
                                        <p:tgtEl>
                                          <p:spTgt spid="444"/>
                                        </p:tgtEl>
                                        <p:attrNameLst>
                                          <p:attrName>style.visibility</p:attrName>
                                        </p:attrNameLst>
                                      </p:cBhvr>
                                      <p:to>
                                        <p:strVal val="visible"/>
                                      </p:to>
                                    </p:set>
                                    <p:anim calcmode="lin" valueType="num">
                                      <p:cBhvr additive="base">
                                        <p:cTn id="26" dur="1000" fill="hold"/>
                                        <p:tgtEl>
                                          <p:spTgt spid="444"/>
                                        </p:tgtEl>
                                        <p:attrNameLst>
                                          <p:attrName>ppt_x</p:attrName>
                                        </p:attrNameLst>
                                      </p:cBhvr>
                                      <p:tavLst>
                                        <p:tav tm="0">
                                          <p:val>
                                            <p:strVal val="1+#ppt_w/2"/>
                                          </p:val>
                                        </p:tav>
                                        <p:tav tm="100000">
                                          <p:val>
                                            <p:strVal val="#ppt_x"/>
                                          </p:val>
                                        </p:tav>
                                      </p:tavLst>
                                    </p:anim>
                                    <p:anim calcmode="lin" valueType="num">
                                      <p:cBhvr additive="base">
                                        <p:cTn id="27" dur="1000" fill="hold"/>
                                        <p:tgtEl>
                                          <p:spTgt spid="4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 grpId="0" animBg="1"/>
      <p:bldP spid="443" grpId="0" animBg="1"/>
      <p:bldP spid="58" grpId="0"/>
      <p:bldP spid="58" grpId="1"/>
      <p:bldP spid="5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FCF356-0ECE-4F38-A0C3-AE3A86CD906C}"/>
              </a:ext>
            </a:extLst>
          </p:cNvPr>
          <p:cNvSpPr txBox="1"/>
          <p:nvPr/>
        </p:nvSpPr>
        <p:spPr>
          <a:xfrm>
            <a:off x="1092200" y="1184004"/>
            <a:ext cx="6812936" cy="1754326"/>
          </a:xfrm>
          <a:prstGeom prst="rect">
            <a:avLst/>
          </a:prstGeom>
          <a:noFill/>
        </p:spPr>
        <p:txBody>
          <a:bodyPr wrap="square" rtlCol="0">
            <a:spAutoFit/>
          </a:bodyPr>
          <a:lstStyle/>
          <a:p>
            <a:r>
              <a:rPr lang="en-GB" sz="5400" b="1" spc="-300">
                <a:solidFill>
                  <a:schemeClr val="tx2"/>
                </a:solidFill>
                <a:latin typeface="Segoe UI" panose="020B0502040204020203" pitchFamily="34" charset="0"/>
                <a:cs typeface="Segoe UI" panose="020B0502040204020203" pitchFamily="34" charset="0"/>
              </a:rPr>
              <a:t>Tres capas</a:t>
            </a:r>
          </a:p>
          <a:p>
            <a:r>
              <a:rPr lang="en-GB" sz="5400" b="1" spc="-300">
                <a:solidFill>
                  <a:schemeClr val="accent3"/>
                </a:solidFill>
                <a:latin typeface="Segoe UI" panose="020B0502040204020203" pitchFamily="34" charset="0"/>
                <a:cs typeface="Segoe UI" panose="020B0502040204020203" pitchFamily="34" charset="0"/>
              </a:rPr>
              <a:t>de </a:t>
            </a:r>
            <a:r>
              <a:rPr lang="en-GB" sz="5400" b="1" spc="-300">
                <a:solidFill>
                  <a:schemeClr val="tx2"/>
                </a:solidFill>
                <a:latin typeface="Segoe UI" panose="020B0502040204020203" pitchFamily="34" charset="0"/>
                <a:cs typeface="Segoe UI" panose="020B0502040204020203" pitchFamily="34" charset="0"/>
              </a:rPr>
              <a:t>gobierno</a:t>
            </a:r>
          </a:p>
        </p:txBody>
      </p:sp>
      <p:grpSp>
        <p:nvGrpSpPr>
          <p:cNvPr id="11" name="Group 10">
            <a:extLst>
              <a:ext uri="{FF2B5EF4-FFF2-40B4-BE49-F238E27FC236}">
                <a16:creationId xmlns:a16="http://schemas.microsoft.com/office/drawing/2014/main" id="{17524289-1977-4F4B-92F0-3A64AE5DF7A0}"/>
              </a:ext>
            </a:extLst>
          </p:cNvPr>
          <p:cNvGrpSpPr/>
          <p:nvPr/>
        </p:nvGrpSpPr>
        <p:grpSpPr>
          <a:xfrm>
            <a:off x="1092200" y="3404327"/>
            <a:ext cx="3181672" cy="2350785"/>
            <a:chOff x="1936019" y="4242908"/>
            <a:chExt cx="3181672" cy="2350785"/>
          </a:xfrm>
        </p:grpSpPr>
        <p:sp>
          <p:nvSpPr>
            <p:cNvPr id="4" name="TextBox 3">
              <a:extLst>
                <a:ext uri="{FF2B5EF4-FFF2-40B4-BE49-F238E27FC236}">
                  <a16:creationId xmlns:a16="http://schemas.microsoft.com/office/drawing/2014/main" id="{E890E8E2-5EFF-4021-A124-ADC47A8A010B}"/>
                </a:ext>
              </a:extLst>
            </p:cNvPr>
            <p:cNvSpPr txBox="1"/>
            <p:nvPr/>
          </p:nvSpPr>
          <p:spPr>
            <a:xfrm>
              <a:off x="1936019" y="4687274"/>
              <a:ext cx="3181672" cy="1906419"/>
            </a:xfrm>
            <a:prstGeom prst="rect">
              <a:avLst/>
            </a:prstGeom>
            <a:noFill/>
          </p:spPr>
          <p:txBody>
            <a:bodyPr wrap="square" rtlCol="0">
              <a:spAutoFit/>
            </a:bodyPr>
            <a:lstStyle/>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¿Qué agentes hay y de quién son?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Agent 365 Registry · admin center de M365 · Entra Agent ID</a:t>
              </a:r>
            </a:p>
          </p:txBody>
        </p:sp>
        <p:grpSp>
          <p:nvGrpSpPr>
            <p:cNvPr id="9" name="Group 8">
              <a:extLst>
                <a:ext uri="{FF2B5EF4-FFF2-40B4-BE49-F238E27FC236}">
                  <a16:creationId xmlns:a16="http://schemas.microsoft.com/office/drawing/2014/main" id="{9F1CFC21-3D99-4DF6-82EB-5D71A2CC89EF}"/>
                </a:ext>
              </a:extLst>
            </p:cNvPr>
            <p:cNvGrpSpPr/>
            <p:nvPr/>
          </p:nvGrpSpPr>
          <p:grpSpPr>
            <a:xfrm>
              <a:off x="2022608" y="4242908"/>
              <a:ext cx="3095083" cy="400110"/>
              <a:chOff x="2022608" y="4242908"/>
              <a:chExt cx="3142188" cy="400110"/>
            </a:xfrm>
          </p:grpSpPr>
          <p:sp>
            <p:nvSpPr>
              <p:cNvPr id="6" name="Freeform: Shape 5">
                <a:extLst>
                  <a:ext uri="{FF2B5EF4-FFF2-40B4-BE49-F238E27FC236}">
                    <a16:creationId xmlns:a16="http://schemas.microsoft.com/office/drawing/2014/main" id="{A0226EA6-E2E9-467E-A027-0BEE0DC38B68}"/>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B5260831-9236-45DA-BBEB-B9CFEF51E928}"/>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Identidad</a:t>
                </a:r>
              </a:p>
            </p:txBody>
          </p:sp>
        </p:grpSp>
      </p:grpSp>
      <p:grpSp>
        <p:nvGrpSpPr>
          <p:cNvPr id="12" name="Group 11">
            <a:extLst>
              <a:ext uri="{FF2B5EF4-FFF2-40B4-BE49-F238E27FC236}">
                <a16:creationId xmlns:a16="http://schemas.microsoft.com/office/drawing/2014/main" id="{B41DE82D-769C-4795-8FA3-95D243D5B78C}"/>
              </a:ext>
            </a:extLst>
          </p:cNvPr>
          <p:cNvGrpSpPr/>
          <p:nvPr/>
        </p:nvGrpSpPr>
        <p:grpSpPr>
          <a:xfrm>
            <a:off x="4505164" y="3404327"/>
            <a:ext cx="3181672" cy="2110720"/>
            <a:chOff x="1936019" y="4242908"/>
            <a:chExt cx="3181672" cy="2110720"/>
          </a:xfrm>
        </p:grpSpPr>
        <p:sp>
          <p:nvSpPr>
            <p:cNvPr id="13" name="TextBox 12">
              <a:extLst>
                <a:ext uri="{FF2B5EF4-FFF2-40B4-BE49-F238E27FC236}">
                  <a16:creationId xmlns:a16="http://schemas.microsoft.com/office/drawing/2014/main" id="{14738028-06C4-4558-B3CA-2C24E076868E}"/>
                </a:ext>
              </a:extLst>
            </p:cNvPr>
            <p:cNvSpPr txBox="1"/>
            <p:nvPr/>
          </p:nvSpPr>
          <p:spPr>
            <a:xfrm>
              <a:off x="1936019" y="4687274"/>
              <a:ext cx="3181672" cy="1666354"/>
            </a:xfrm>
            <a:prstGeom prst="rect">
              <a:avLst/>
            </a:prstGeom>
            <a:noFill/>
          </p:spPr>
          <p:txBody>
            <a:bodyPr wrap="square" rtlCol="0">
              <a:spAutoFit/>
            </a:bodyPr>
            <a:lstStyle/>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¿Dónde vive, qué conectores usa y cómo se promociona?</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Power Platform Admin Center: entornos, DLP, ALM. Ya existía antes de Agent 365 y sigue valiendo.</a:t>
              </a:r>
            </a:p>
          </p:txBody>
        </p:sp>
        <p:grpSp>
          <p:nvGrpSpPr>
            <p:cNvPr id="14" name="Group 13">
              <a:extLst>
                <a:ext uri="{FF2B5EF4-FFF2-40B4-BE49-F238E27FC236}">
                  <a16:creationId xmlns:a16="http://schemas.microsoft.com/office/drawing/2014/main" id="{C791E4A9-ABC3-4174-BA88-6951C26A2102}"/>
                </a:ext>
              </a:extLst>
            </p:cNvPr>
            <p:cNvGrpSpPr/>
            <p:nvPr/>
          </p:nvGrpSpPr>
          <p:grpSpPr>
            <a:xfrm>
              <a:off x="2022608" y="4242908"/>
              <a:ext cx="3095083" cy="400110"/>
              <a:chOff x="2022608" y="4242908"/>
              <a:chExt cx="3142188" cy="400110"/>
            </a:xfrm>
          </p:grpSpPr>
          <p:sp>
            <p:nvSpPr>
              <p:cNvPr id="15" name="Freeform: Shape 14">
                <a:extLst>
                  <a:ext uri="{FF2B5EF4-FFF2-40B4-BE49-F238E27FC236}">
                    <a16:creationId xmlns:a16="http://schemas.microsoft.com/office/drawing/2014/main" id="{ED67F735-92A3-4C9F-B152-8E8FCCCB983E}"/>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F63D3957-F30B-440E-B440-DC2AA7C9D7EA}"/>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Plataforma</a:t>
                </a:r>
              </a:p>
            </p:txBody>
          </p:sp>
        </p:grpSp>
      </p:grpSp>
      <p:grpSp>
        <p:nvGrpSpPr>
          <p:cNvPr id="17" name="Group 16">
            <a:extLst>
              <a:ext uri="{FF2B5EF4-FFF2-40B4-BE49-F238E27FC236}">
                <a16:creationId xmlns:a16="http://schemas.microsoft.com/office/drawing/2014/main" id="{F29E00D3-4BDA-4C64-9E72-7E4BABE5C94A}"/>
              </a:ext>
            </a:extLst>
          </p:cNvPr>
          <p:cNvGrpSpPr/>
          <p:nvPr/>
        </p:nvGrpSpPr>
        <p:grpSpPr>
          <a:xfrm>
            <a:off x="7918128" y="3404327"/>
            <a:ext cx="3181672" cy="2350785"/>
            <a:chOff x="1936019" y="4242908"/>
            <a:chExt cx="3181672" cy="2350785"/>
          </a:xfrm>
        </p:grpSpPr>
        <p:sp>
          <p:nvSpPr>
            <p:cNvPr id="18" name="TextBox 17">
              <a:extLst>
                <a:ext uri="{FF2B5EF4-FFF2-40B4-BE49-F238E27FC236}">
                  <a16:creationId xmlns:a16="http://schemas.microsoft.com/office/drawing/2014/main" id="{AD5D4BCC-49F4-430F-952B-BF729AB9D292}"/>
                </a:ext>
              </a:extLst>
            </p:cNvPr>
            <p:cNvSpPr txBox="1"/>
            <p:nvPr/>
          </p:nvSpPr>
          <p:spPr>
            <a:xfrm>
              <a:off x="1936019" y="4687274"/>
              <a:ext cx="3181672" cy="1906419"/>
            </a:xfrm>
            <a:prstGeom prst="rect">
              <a:avLst/>
            </a:prstGeom>
            <a:noFill/>
          </p:spPr>
          <p:txBody>
            <a:bodyPr wrap="square" rtlCol="0">
              <a:spAutoFit/>
            </a:bodyPr>
            <a:lstStyle/>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¿Qué preguntan los usuarios, qué devuelve y qué hace mientras corre?</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Purview DSPM for AI, auditoría y DLP · Defender en runtime</a:t>
              </a:r>
            </a:p>
          </p:txBody>
        </p:sp>
        <p:grpSp>
          <p:nvGrpSpPr>
            <p:cNvPr id="19" name="Group 18">
              <a:extLst>
                <a:ext uri="{FF2B5EF4-FFF2-40B4-BE49-F238E27FC236}">
                  <a16:creationId xmlns:a16="http://schemas.microsoft.com/office/drawing/2014/main" id="{91756B72-705B-4F04-9123-FD3BB777428E}"/>
                </a:ext>
              </a:extLst>
            </p:cNvPr>
            <p:cNvGrpSpPr/>
            <p:nvPr/>
          </p:nvGrpSpPr>
          <p:grpSpPr>
            <a:xfrm>
              <a:off x="2022608" y="4242908"/>
              <a:ext cx="3095083" cy="400110"/>
              <a:chOff x="2022608" y="4242908"/>
              <a:chExt cx="3142188" cy="400110"/>
            </a:xfrm>
          </p:grpSpPr>
          <p:sp>
            <p:nvSpPr>
              <p:cNvPr id="20" name="Freeform: Shape 19">
                <a:extLst>
                  <a:ext uri="{FF2B5EF4-FFF2-40B4-BE49-F238E27FC236}">
                    <a16:creationId xmlns:a16="http://schemas.microsoft.com/office/drawing/2014/main" id="{95A9D937-DFD9-40ED-B8EC-06AB72810556}"/>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472A0BD0-DC4B-4640-9007-EABAD7799388}"/>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Datos y runtime</a:t>
                </a:r>
              </a:p>
            </p:txBody>
          </p:sp>
        </p:grpSp>
      </p:grpSp>
      <p:sp>
        <p:nvSpPr>
          <p:cNvPr id="45" name="Freeform: Shape 44">
            <a:extLst>
              <a:ext uri="{FF2B5EF4-FFF2-40B4-BE49-F238E27FC236}">
                <a16:creationId xmlns:a16="http://schemas.microsoft.com/office/drawing/2014/main" id="{641310B7-2D26-4B8E-B802-4AA8EA575187}"/>
              </a:ext>
            </a:extLst>
          </p:cNvPr>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D4B55173-D163-4D03-84FE-14105F59E0B0}"/>
              </a:ext>
            </a:extLst>
          </p:cNvPr>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61856716"/>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E66D2DC-92A1-4C6D-844E-3C63920030E5}"/>
              </a:ext>
            </a:extLst>
          </p:cNvPr>
          <p:cNvGrpSpPr/>
          <p:nvPr/>
        </p:nvGrpSpPr>
        <p:grpSpPr>
          <a:xfrm>
            <a:off x="1092200" y="870155"/>
            <a:ext cx="7372555" cy="2502310"/>
            <a:chOff x="1092200" y="870155"/>
            <a:chExt cx="7372555" cy="2502310"/>
          </a:xfrm>
          <a:effectLst>
            <a:outerShdw blurRad="977900" dist="342900" dir="5400000" sx="87000" sy="87000" algn="t" rotWithShape="0">
              <a:prstClr val="black">
                <a:alpha val="15000"/>
              </a:prstClr>
            </a:outerShdw>
          </a:effectLst>
        </p:grpSpPr>
        <p:sp>
          <p:nvSpPr>
            <p:cNvPr id="4" name="Rectangle: Rounded Corners 3">
              <a:extLst>
                <a:ext uri="{FF2B5EF4-FFF2-40B4-BE49-F238E27FC236}">
                  <a16:creationId xmlns:a16="http://schemas.microsoft.com/office/drawing/2014/main" id="{3F484050-D262-4D3B-926B-1346742FA10C}"/>
                </a:ext>
              </a:extLst>
            </p:cNvPr>
            <p:cNvSpPr/>
            <p:nvPr/>
          </p:nvSpPr>
          <p:spPr>
            <a:xfrm>
              <a:off x="1092200" y="870155"/>
              <a:ext cx="7372555" cy="2502310"/>
            </a:xfrm>
            <a:prstGeom prst="roundRect">
              <a:avLst>
                <a:gd name="adj" fmla="val 900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55" name="Freeform: Shape 54">
              <a:extLst>
                <a:ext uri="{FF2B5EF4-FFF2-40B4-BE49-F238E27FC236}">
                  <a16:creationId xmlns:a16="http://schemas.microsoft.com/office/drawing/2014/main" id="{88DCFC0B-C090-4C46-94F5-4306884316A2}"/>
                </a:ext>
              </a:extLst>
            </p:cNvPr>
            <p:cNvSpPr/>
            <p:nvPr/>
          </p:nvSpPr>
          <p:spPr>
            <a:xfrm>
              <a:off x="5257105" y="870155"/>
              <a:ext cx="3207650" cy="2502310"/>
            </a:xfrm>
            <a:custGeom>
              <a:avLst/>
              <a:gdLst>
                <a:gd name="connsiteX0" fmla="*/ 670795 w 3207650"/>
                <a:gd name="connsiteY0" fmla="*/ 0 h 2502310"/>
                <a:gd name="connsiteX1" fmla="*/ 1809571 w 3207650"/>
                <a:gd name="connsiteY1" fmla="*/ 0 h 2502310"/>
                <a:gd name="connsiteX2" fmla="*/ 1819735 w 3207650"/>
                <a:gd name="connsiteY2" fmla="*/ 7803 h 2502310"/>
                <a:gd name="connsiteX3" fmla="*/ 2134730 w 3207650"/>
                <a:gd name="connsiteY3" fmla="*/ 322651 h 2502310"/>
                <a:gd name="connsiteX4" fmla="*/ 2136825 w 3207650"/>
                <a:gd name="connsiteY4" fmla="*/ 324747 h 2502310"/>
                <a:gd name="connsiteX5" fmla="*/ 2613524 w 3207650"/>
                <a:gd name="connsiteY5" fmla="*/ 576192 h 2502310"/>
                <a:gd name="connsiteX6" fmla="*/ 2765440 w 3207650"/>
                <a:gd name="connsiteY6" fmla="*/ 612861 h 2502310"/>
                <a:gd name="connsiteX7" fmla="*/ 3169456 w 3207650"/>
                <a:gd name="connsiteY7" fmla="*/ 753252 h 2502310"/>
                <a:gd name="connsiteX8" fmla="*/ 3207650 w 3207650"/>
                <a:gd name="connsiteY8" fmla="*/ 774810 h 2502310"/>
                <a:gd name="connsiteX9" fmla="*/ 3207650 w 3207650"/>
                <a:gd name="connsiteY9" fmla="*/ 2276977 h 2502310"/>
                <a:gd name="connsiteX10" fmla="*/ 2982317 w 3207650"/>
                <a:gd name="connsiteY10" fmla="*/ 2502310 h 2502310"/>
                <a:gd name="connsiteX11" fmla="*/ 0 w 3207650"/>
                <a:gd name="connsiteY11" fmla="*/ 2502310 h 2502310"/>
                <a:gd name="connsiteX12" fmla="*/ 7543 w 3207650"/>
                <a:gd name="connsiteY12" fmla="*/ 2447416 h 2502310"/>
                <a:gd name="connsiteX13" fmla="*/ 513950 w 3207650"/>
                <a:gd name="connsiteY13" fmla="*/ 1488731 h 2502310"/>
                <a:gd name="connsiteX14" fmla="*/ 424897 w 3207650"/>
                <a:gd name="connsiteY14" fmla="*/ 491329 h 2502310"/>
                <a:gd name="connsiteX15" fmla="*/ 643715 w 3207650"/>
                <a:gd name="connsiteY15" fmla="*/ 24943 h 250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07650" h="2502310">
                  <a:moveTo>
                    <a:pt x="670795" y="0"/>
                  </a:moveTo>
                  <a:lnTo>
                    <a:pt x="1809571" y="0"/>
                  </a:lnTo>
                  <a:lnTo>
                    <a:pt x="1819735" y="7803"/>
                  </a:lnTo>
                  <a:cubicBezTo>
                    <a:pt x="1930626" y="104797"/>
                    <a:pt x="2027079" y="220501"/>
                    <a:pt x="2134730" y="322651"/>
                  </a:cubicBezTo>
                  <a:cubicBezTo>
                    <a:pt x="2134730" y="323698"/>
                    <a:pt x="2135777" y="323698"/>
                    <a:pt x="2136825" y="324747"/>
                  </a:cubicBezTo>
                  <a:cubicBezTo>
                    <a:pt x="2269882" y="450470"/>
                    <a:pt x="2435417" y="536380"/>
                    <a:pt x="2613524" y="576192"/>
                  </a:cubicBezTo>
                  <a:cubicBezTo>
                    <a:pt x="2663814" y="587716"/>
                    <a:pt x="2715151" y="600289"/>
                    <a:pt x="2765440" y="612861"/>
                  </a:cubicBezTo>
                  <a:cubicBezTo>
                    <a:pt x="2903212" y="647959"/>
                    <a:pt x="3040983" y="692486"/>
                    <a:pt x="3169456" y="753252"/>
                  </a:cubicBezTo>
                  <a:lnTo>
                    <a:pt x="3207650" y="774810"/>
                  </a:lnTo>
                  <a:lnTo>
                    <a:pt x="3207650" y="2276977"/>
                  </a:lnTo>
                  <a:cubicBezTo>
                    <a:pt x="3207650" y="2401425"/>
                    <a:pt x="3106765" y="2502310"/>
                    <a:pt x="2982317" y="2502310"/>
                  </a:cubicBezTo>
                  <a:lnTo>
                    <a:pt x="0" y="2502310"/>
                  </a:lnTo>
                  <a:lnTo>
                    <a:pt x="7543" y="2447416"/>
                  </a:lnTo>
                  <a:cubicBezTo>
                    <a:pt x="96266" y="2109472"/>
                    <a:pt x="444279" y="1844422"/>
                    <a:pt x="513950" y="1488731"/>
                  </a:cubicBezTo>
                  <a:cubicBezTo>
                    <a:pt x="578907" y="1158709"/>
                    <a:pt x="392418" y="825543"/>
                    <a:pt x="424897" y="491329"/>
                  </a:cubicBezTo>
                  <a:cubicBezTo>
                    <a:pt x="441922" y="316496"/>
                    <a:pt x="522791" y="151484"/>
                    <a:pt x="643715" y="24943"/>
                  </a:cubicBezTo>
                  <a:close/>
                </a:path>
              </a:pathLst>
            </a:custGeom>
            <a:solidFill>
              <a:schemeClr val="accent1"/>
            </a:solidFill>
            <a:ln w="9525" cap="flat">
              <a:noFill/>
              <a:prstDash val="solid"/>
              <a:miter/>
            </a:ln>
          </p:spPr>
          <p:txBody>
            <a:bodyPr wrap="square" rtlCol="0" anchor="ctr">
              <a:noAutofit/>
            </a:bodyPr>
            <a:lstStyle/>
            <a:p>
              <a:endParaRPr lang="en-GB">
                <a:latin typeface="Segoe UI" panose="020B0502040204020203" pitchFamily="34" charset="0"/>
                <a:cs typeface="Segoe UI" panose="020B0502040204020203" pitchFamily="34" charset="0"/>
              </a:endParaRPr>
            </a:p>
          </p:txBody>
        </p:sp>
      </p:grpSp>
      <p:grpSp>
        <p:nvGrpSpPr>
          <p:cNvPr id="20" name="Group 19">
            <a:extLst>
              <a:ext uri="{FF2B5EF4-FFF2-40B4-BE49-F238E27FC236}">
                <a16:creationId xmlns:a16="http://schemas.microsoft.com/office/drawing/2014/main" id="{B108A281-BE70-4C75-80AE-8FA2BD808A41}"/>
              </a:ext>
            </a:extLst>
          </p:cNvPr>
          <p:cNvGrpSpPr/>
          <p:nvPr/>
        </p:nvGrpSpPr>
        <p:grpSpPr>
          <a:xfrm>
            <a:off x="1608220" y="1282364"/>
            <a:ext cx="4228699" cy="1062336"/>
            <a:chOff x="6246961" y="2042198"/>
            <a:chExt cx="4228699" cy="1062335"/>
          </a:xfrm>
        </p:grpSpPr>
        <p:sp>
          <p:nvSpPr>
            <p:cNvPr id="21" name="TextBox 20">
              <a:extLst>
                <a:ext uri="{FF2B5EF4-FFF2-40B4-BE49-F238E27FC236}">
                  <a16:creationId xmlns:a16="http://schemas.microsoft.com/office/drawing/2014/main" id="{25BD2D89-9152-47DB-B98C-6F704BDF8FA7}"/>
                </a:ext>
              </a:extLst>
            </p:cNvPr>
            <p:cNvSpPr txBox="1"/>
            <p:nvPr/>
          </p:nvSpPr>
          <p:spPr>
            <a:xfrm>
              <a:off x="6246961" y="2396648"/>
              <a:ext cx="4228699" cy="707885"/>
            </a:xfrm>
            <a:prstGeom prst="rect">
              <a:avLst/>
            </a:prstGeom>
            <a:noFill/>
          </p:spPr>
          <p:txBody>
            <a:bodyPr wrap="square" rtlCol="0">
              <a:spAutoFit/>
            </a:bodyPr>
            <a:lstStyle/>
            <a:p>
              <a:r>
                <a:rPr lang="en-GB" sz="4000" b="1" dirty="0">
                  <a:solidFill>
                    <a:schemeClr val="bg1"/>
                  </a:solidFill>
                  <a:latin typeface="Segoe UI" panose="020B0502040204020203" pitchFamily="34" charset="0"/>
                  <a:cs typeface="Segoe UI" panose="020B0502040204020203" pitchFamily="34" charset="0"/>
                </a:rPr>
                <a:t>Tres ideas</a:t>
              </a:r>
            </a:p>
          </p:txBody>
        </p:sp>
        <p:grpSp>
          <p:nvGrpSpPr>
            <p:cNvPr id="22" name="Group 21">
              <a:extLst>
                <a:ext uri="{FF2B5EF4-FFF2-40B4-BE49-F238E27FC236}">
                  <a16:creationId xmlns:a16="http://schemas.microsoft.com/office/drawing/2014/main" id="{3990C454-9889-4988-8015-D5EBFE89C3B8}"/>
                </a:ext>
              </a:extLst>
            </p:cNvPr>
            <p:cNvGrpSpPr/>
            <p:nvPr/>
          </p:nvGrpSpPr>
          <p:grpSpPr>
            <a:xfrm>
              <a:off x="6246961" y="2042198"/>
              <a:ext cx="3089364" cy="307777"/>
              <a:chOff x="6583636" y="1555322"/>
              <a:chExt cx="3089364" cy="307777"/>
            </a:xfrm>
          </p:grpSpPr>
          <p:sp>
            <p:nvSpPr>
              <p:cNvPr id="23" name="TextBox 22">
                <a:extLst>
                  <a:ext uri="{FF2B5EF4-FFF2-40B4-BE49-F238E27FC236}">
                    <a16:creationId xmlns:a16="http://schemas.microsoft.com/office/drawing/2014/main" id="{5DC89CBD-EDE5-4BD3-AE52-8C847A5AAF72}"/>
                  </a:ext>
                </a:extLst>
              </p:cNvPr>
              <p:cNvSpPr txBox="1"/>
              <p:nvPr/>
            </p:nvSpPr>
            <p:spPr>
              <a:xfrm>
                <a:off x="6966788" y="1555322"/>
                <a:ext cx="2706212" cy="307777"/>
              </a:xfrm>
              <a:prstGeom prst="rect">
                <a:avLst/>
              </a:prstGeom>
              <a:noFill/>
            </p:spPr>
            <p:txBody>
              <a:bodyPr wrap="square" rtlCol="0">
                <a:spAutoFit/>
              </a:bodyPr>
              <a:lstStyle/>
              <a:p>
                <a:r>
                  <a:rPr lang="en-US" sz="1400">
                    <a:solidFill>
                      <a:schemeClr val="bg1"/>
                    </a:solidFill>
                    <a:latin typeface="Segoe UI" panose="020B0502040204020203" pitchFamily="34" charset="0"/>
                    <a:cs typeface="Segoe UI" panose="020B0502040204020203" pitchFamily="34" charset="0"/>
                  </a:rPr>
                  <a:t>Antes de seguir</a:t>
                </a:r>
                <a:endParaRPr lang="en-GB" sz="1400">
                  <a:solidFill>
                    <a:schemeClr val="bg1"/>
                  </a:solidFill>
                  <a:latin typeface="Segoe UI" panose="020B0502040204020203" pitchFamily="34" charset="0"/>
                  <a:cs typeface="Segoe UI" panose="020B0502040204020203" pitchFamily="34" charset="0"/>
                </a:endParaRPr>
              </a:p>
            </p:txBody>
          </p:sp>
          <p:cxnSp>
            <p:nvCxnSpPr>
              <p:cNvPr id="24" name="Straight Connector 23">
                <a:extLst>
                  <a:ext uri="{FF2B5EF4-FFF2-40B4-BE49-F238E27FC236}">
                    <a16:creationId xmlns:a16="http://schemas.microsoft.com/office/drawing/2014/main" id="{6BE2F44B-6B60-4BA6-B405-A9550F8AC69C}"/>
                  </a:ext>
                </a:extLst>
              </p:cNvPr>
              <p:cNvCxnSpPr>
                <a:cxnSpLocks/>
              </p:cNvCxnSpPr>
              <p:nvPr/>
            </p:nvCxnSpPr>
            <p:spPr>
              <a:xfrm flipH="1">
                <a:off x="6583636" y="1701590"/>
                <a:ext cx="297179" cy="1"/>
              </a:xfrm>
              <a:prstGeom prst="line">
                <a:avLst/>
              </a:prstGeom>
              <a:ln w="28575" cap="rnd">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26" name="TextBox 25">
            <a:extLst>
              <a:ext uri="{FF2B5EF4-FFF2-40B4-BE49-F238E27FC236}">
                <a16:creationId xmlns:a16="http://schemas.microsoft.com/office/drawing/2014/main" id="{40AFA326-3E86-4D6D-8028-128AABEFEBC6}"/>
              </a:ext>
            </a:extLst>
          </p:cNvPr>
          <p:cNvSpPr txBox="1"/>
          <p:nvPr/>
        </p:nvSpPr>
        <p:spPr>
          <a:xfrm>
            <a:off x="2204690" y="3962058"/>
            <a:ext cx="3317585" cy="307777"/>
          </a:xfrm>
          <a:prstGeom prst="rect">
            <a:avLst/>
          </a:prstGeom>
          <a:noFill/>
        </p:spPr>
        <p:txBody>
          <a:bodyPr wrap="square" rtlCol="0">
            <a:spAutoFit/>
          </a:bodyPr>
          <a:lstStyle/>
          <a:p>
            <a:r>
              <a:rPr lang="en-GB" sz="1400" b="1">
                <a:solidFill>
                  <a:schemeClr val="tx1">
                    <a:lumMod val="75000"/>
                    <a:lumOff val="25000"/>
                  </a:schemeClr>
                </a:solidFill>
                <a:latin typeface="Segoe UI" panose="020B0502040204020203" pitchFamily="34" charset="0"/>
                <a:cs typeface="Segoe UI" panose="020B0502040204020203" pitchFamily="34" charset="0"/>
              </a:rPr>
              <a:t>Agent 365 no sustituye al PPAC</a:t>
            </a:r>
          </a:p>
        </p:txBody>
      </p:sp>
      <p:grpSp>
        <p:nvGrpSpPr>
          <p:cNvPr id="27" name="Group 26">
            <a:extLst>
              <a:ext uri="{FF2B5EF4-FFF2-40B4-BE49-F238E27FC236}">
                <a16:creationId xmlns:a16="http://schemas.microsoft.com/office/drawing/2014/main" id="{0EC535A2-5779-4BCA-8E4E-53636703E38D}"/>
              </a:ext>
            </a:extLst>
          </p:cNvPr>
          <p:cNvGrpSpPr/>
          <p:nvPr/>
        </p:nvGrpSpPr>
        <p:grpSpPr>
          <a:xfrm>
            <a:off x="1608220" y="3889388"/>
            <a:ext cx="478183" cy="453116"/>
            <a:chOff x="7073493" y="2250490"/>
            <a:chExt cx="478183" cy="453116"/>
          </a:xfrm>
        </p:grpSpPr>
        <p:sp>
          <p:nvSpPr>
            <p:cNvPr id="28" name="Oval 27">
              <a:extLst>
                <a:ext uri="{FF2B5EF4-FFF2-40B4-BE49-F238E27FC236}">
                  <a16:creationId xmlns:a16="http://schemas.microsoft.com/office/drawing/2014/main" id="{38AACC76-554B-4219-8138-8F0AAA97DE2B}"/>
                </a:ext>
              </a:extLst>
            </p:cNvPr>
            <p:cNvSpPr/>
            <p:nvPr/>
          </p:nvSpPr>
          <p:spPr>
            <a:xfrm>
              <a:off x="7086026" y="2250490"/>
              <a:ext cx="453116" cy="453116"/>
            </a:xfrm>
            <a:prstGeom prst="ellipse">
              <a:avLst/>
            </a:prstGeom>
            <a:solidFill>
              <a:schemeClr val="accent4"/>
            </a:solidFill>
            <a:ln>
              <a:noFill/>
            </a:ln>
            <a:effectLst>
              <a:outerShdw blurRad="254000" dist="101600" dir="5400000" sx="87000" sy="87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9" name="TextBox 28">
              <a:extLst>
                <a:ext uri="{FF2B5EF4-FFF2-40B4-BE49-F238E27FC236}">
                  <a16:creationId xmlns:a16="http://schemas.microsoft.com/office/drawing/2014/main" id="{965A317C-8211-44E4-8A65-7205A7460BAF}"/>
                </a:ext>
              </a:extLst>
            </p:cNvPr>
            <p:cNvSpPr txBox="1"/>
            <p:nvPr/>
          </p:nvSpPr>
          <p:spPr>
            <a:xfrm>
              <a:off x="7073493" y="2323160"/>
              <a:ext cx="478183" cy="307777"/>
            </a:xfrm>
            <a:prstGeom prst="rect">
              <a:avLst/>
            </a:prstGeom>
            <a:noFill/>
          </p:spPr>
          <p:txBody>
            <a:bodyPr wrap="square" rtlCol="0">
              <a:spAutoFit/>
            </a:bodyPr>
            <a:lstStyle/>
            <a:p>
              <a:pPr algn="ctr"/>
              <a:r>
                <a:rPr lang="en-GB" sz="1400" b="1">
                  <a:solidFill>
                    <a:schemeClr val="bg1"/>
                  </a:solidFill>
                  <a:latin typeface="Segoe UI" panose="020B0502040204020203" pitchFamily="34" charset="0"/>
                  <a:cs typeface="Segoe UI" panose="020B0502040204020203" pitchFamily="34" charset="0"/>
                </a:rPr>
                <a:t>01</a:t>
              </a:r>
            </a:p>
          </p:txBody>
        </p:sp>
      </p:grpSp>
      <p:sp>
        <p:nvSpPr>
          <p:cNvPr id="41" name="TextBox 40">
            <a:extLst>
              <a:ext uri="{FF2B5EF4-FFF2-40B4-BE49-F238E27FC236}">
                <a16:creationId xmlns:a16="http://schemas.microsoft.com/office/drawing/2014/main" id="{42E13AE0-B739-4964-9818-7C5015FFFF9F}"/>
              </a:ext>
            </a:extLst>
          </p:cNvPr>
          <p:cNvSpPr txBox="1"/>
          <p:nvPr/>
        </p:nvSpPr>
        <p:spPr>
          <a:xfrm>
            <a:off x="2204690" y="4669449"/>
            <a:ext cx="3317585" cy="307777"/>
          </a:xfrm>
          <a:prstGeom prst="rect">
            <a:avLst/>
          </a:prstGeom>
          <a:noFill/>
        </p:spPr>
        <p:txBody>
          <a:bodyPr wrap="square" rtlCol="0">
            <a:spAutoFit/>
          </a:bodyPr>
          <a:lstStyle/>
          <a:p>
            <a:r>
              <a:rPr lang="en-GB" sz="1400" b="1">
                <a:solidFill>
                  <a:schemeClr val="tx1">
                    <a:lumMod val="75000"/>
                    <a:lumOff val="25000"/>
                  </a:schemeClr>
                </a:solidFill>
                <a:latin typeface="Segoe UI" panose="020B0502040204020203" pitchFamily="34" charset="0"/>
                <a:cs typeface="Segoe UI" panose="020B0502040204020203" pitchFamily="34" charset="0"/>
              </a:rPr>
              <a:t>La capa de datos ya la tienes con E5</a:t>
            </a:r>
          </a:p>
        </p:txBody>
      </p:sp>
      <p:grpSp>
        <p:nvGrpSpPr>
          <p:cNvPr id="42" name="Group 41">
            <a:extLst>
              <a:ext uri="{FF2B5EF4-FFF2-40B4-BE49-F238E27FC236}">
                <a16:creationId xmlns:a16="http://schemas.microsoft.com/office/drawing/2014/main" id="{02425B7E-9F39-42F0-85E0-43F45825A062}"/>
              </a:ext>
            </a:extLst>
          </p:cNvPr>
          <p:cNvGrpSpPr/>
          <p:nvPr/>
        </p:nvGrpSpPr>
        <p:grpSpPr>
          <a:xfrm>
            <a:off x="1608220" y="4596779"/>
            <a:ext cx="478183" cy="453116"/>
            <a:chOff x="7073493" y="2250490"/>
            <a:chExt cx="478183" cy="453116"/>
          </a:xfrm>
        </p:grpSpPr>
        <p:sp>
          <p:nvSpPr>
            <p:cNvPr id="43" name="Oval 42">
              <a:extLst>
                <a:ext uri="{FF2B5EF4-FFF2-40B4-BE49-F238E27FC236}">
                  <a16:creationId xmlns:a16="http://schemas.microsoft.com/office/drawing/2014/main" id="{152804D8-E9E6-43B7-9148-611D019C0EED}"/>
                </a:ext>
              </a:extLst>
            </p:cNvPr>
            <p:cNvSpPr/>
            <p:nvPr/>
          </p:nvSpPr>
          <p:spPr>
            <a:xfrm>
              <a:off x="7086026" y="2250490"/>
              <a:ext cx="453116" cy="453116"/>
            </a:xfrm>
            <a:prstGeom prst="ellipse">
              <a:avLst/>
            </a:prstGeom>
            <a:solidFill>
              <a:schemeClr val="accent5"/>
            </a:solidFill>
            <a:ln>
              <a:noFill/>
            </a:ln>
            <a:effectLst>
              <a:outerShdw blurRad="254000" dist="101600" dir="5400000" sx="87000" sy="87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4" name="TextBox 43">
              <a:extLst>
                <a:ext uri="{FF2B5EF4-FFF2-40B4-BE49-F238E27FC236}">
                  <a16:creationId xmlns:a16="http://schemas.microsoft.com/office/drawing/2014/main" id="{10B7C5F5-BFCA-4ED1-A63E-266486B67762}"/>
                </a:ext>
              </a:extLst>
            </p:cNvPr>
            <p:cNvSpPr txBox="1"/>
            <p:nvPr/>
          </p:nvSpPr>
          <p:spPr>
            <a:xfrm>
              <a:off x="7073493" y="2323160"/>
              <a:ext cx="478183" cy="307777"/>
            </a:xfrm>
            <a:prstGeom prst="rect">
              <a:avLst/>
            </a:prstGeom>
            <a:noFill/>
          </p:spPr>
          <p:txBody>
            <a:bodyPr wrap="square" rtlCol="0">
              <a:spAutoFit/>
            </a:bodyPr>
            <a:lstStyle/>
            <a:p>
              <a:pPr algn="ctr"/>
              <a:r>
                <a:rPr lang="en-GB" sz="1400" b="1">
                  <a:solidFill>
                    <a:schemeClr val="bg1"/>
                  </a:solidFill>
                  <a:latin typeface="Segoe UI" panose="020B0502040204020203" pitchFamily="34" charset="0"/>
                  <a:cs typeface="Segoe UI" panose="020B0502040204020203" pitchFamily="34" charset="0"/>
                </a:rPr>
                <a:t>02</a:t>
              </a:r>
            </a:p>
          </p:txBody>
        </p:sp>
      </p:grpSp>
      <p:sp>
        <p:nvSpPr>
          <p:cNvPr id="46" name="TextBox 45">
            <a:extLst>
              <a:ext uri="{FF2B5EF4-FFF2-40B4-BE49-F238E27FC236}">
                <a16:creationId xmlns:a16="http://schemas.microsoft.com/office/drawing/2014/main" id="{72DF18F9-DF24-4BEE-ADAA-E7CF4FCF853A}"/>
              </a:ext>
            </a:extLst>
          </p:cNvPr>
          <p:cNvSpPr txBox="1"/>
          <p:nvPr/>
        </p:nvSpPr>
        <p:spPr>
          <a:xfrm>
            <a:off x="2204690" y="5376840"/>
            <a:ext cx="3317585" cy="307777"/>
          </a:xfrm>
          <a:prstGeom prst="rect">
            <a:avLst/>
          </a:prstGeom>
          <a:noFill/>
        </p:spPr>
        <p:txBody>
          <a:bodyPr wrap="square" rtlCol="0">
            <a:spAutoFit/>
          </a:bodyPr>
          <a:lstStyle/>
          <a:p>
            <a:r>
              <a:rPr lang="en-GB" sz="1400" b="1">
                <a:solidFill>
                  <a:schemeClr val="tx1">
                    <a:lumMod val="75000"/>
                    <a:lumOff val="25000"/>
                  </a:schemeClr>
                </a:solidFill>
                <a:latin typeface="Segoe UI" panose="020B0502040204020203" pitchFamily="34" charset="0"/>
                <a:cs typeface="Segoe UI" panose="020B0502040204020203" pitchFamily="34" charset="0"/>
              </a:rPr>
              <a:t>Gobierno ≠ ejecución: dos facturas</a:t>
            </a:r>
          </a:p>
        </p:txBody>
      </p:sp>
      <p:grpSp>
        <p:nvGrpSpPr>
          <p:cNvPr id="47" name="Group 46">
            <a:extLst>
              <a:ext uri="{FF2B5EF4-FFF2-40B4-BE49-F238E27FC236}">
                <a16:creationId xmlns:a16="http://schemas.microsoft.com/office/drawing/2014/main" id="{6203C1D3-C7D0-4D37-86EB-3349F6B14DF9}"/>
              </a:ext>
            </a:extLst>
          </p:cNvPr>
          <p:cNvGrpSpPr/>
          <p:nvPr/>
        </p:nvGrpSpPr>
        <p:grpSpPr>
          <a:xfrm>
            <a:off x="1608220" y="5304170"/>
            <a:ext cx="478183" cy="453116"/>
            <a:chOff x="7073493" y="2250490"/>
            <a:chExt cx="478183" cy="453116"/>
          </a:xfrm>
        </p:grpSpPr>
        <p:sp>
          <p:nvSpPr>
            <p:cNvPr id="48" name="Oval 47">
              <a:extLst>
                <a:ext uri="{FF2B5EF4-FFF2-40B4-BE49-F238E27FC236}">
                  <a16:creationId xmlns:a16="http://schemas.microsoft.com/office/drawing/2014/main" id="{73B15911-00AC-4AD5-A449-ACA588047344}"/>
                </a:ext>
              </a:extLst>
            </p:cNvPr>
            <p:cNvSpPr/>
            <p:nvPr/>
          </p:nvSpPr>
          <p:spPr>
            <a:xfrm>
              <a:off x="7086026" y="2250490"/>
              <a:ext cx="453116" cy="453116"/>
            </a:xfrm>
            <a:prstGeom prst="ellipse">
              <a:avLst/>
            </a:prstGeom>
            <a:solidFill>
              <a:schemeClr val="accent6"/>
            </a:solidFill>
            <a:ln>
              <a:noFill/>
            </a:ln>
            <a:effectLst>
              <a:outerShdw blurRad="254000" dist="101600" dir="5400000" sx="87000" sy="87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9" name="TextBox 48">
              <a:extLst>
                <a:ext uri="{FF2B5EF4-FFF2-40B4-BE49-F238E27FC236}">
                  <a16:creationId xmlns:a16="http://schemas.microsoft.com/office/drawing/2014/main" id="{1997C372-6812-4B9B-BA22-770C9D4C8DF8}"/>
                </a:ext>
              </a:extLst>
            </p:cNvPr>
            <p:cNvSpPr txBox="1"/>
            <p:nvPr/>
          </p:nvSpPr>
          <p:spPr>
            <a:xfrm>
              <a:off x="7073493" y="2323160"/>
              <a:ext cx="478183" cy="307777"/>
            </a:xfrm>
            <a:prstGeom prst="rect">
              <a:avLst/>
            </a:prstGeom>
            <a:noFill/>
          </p:spPr>
          <p:txBody>
            <a:bodyPr wrap="square" rtlCol="0">
              <a:spAutoFit/>
            </a:bodyPr>
            <a:lstStyle/>
            <a:p>
              <a:pPr algn="ctr"/>
              <a:r>
                <a:rPr lang="en-GB" sz="1400" b="1">
                  <a:solidFill>
                    <a:schemeClr val="bg1"/>
                  </a:solidFill>
                  <a:latin typeface="Segoe UI" panose="020B0502040204020203" pitchFamily="34" charset="0"/>
                  <a:cs typeface="Segoe UI" panose="020B0502040204020203" pitchFamily="34" charset="0"/>
                </a:rPr>
                <a:t>03</a:t>
              </a:r>
            </a:p>
          </p:txBody>
        </p:sp>
      </p:grpSp>
      <p:sp>
        <p:nvSpPr>
          <p:cNvPr id="56" name="TextBox 55"/>
          <p:cNvSpPr txBox="1"/>
          <p:nvPr/>
        </p:nvSpPr>
        <p:spPr>
          <a:xfrm>
            <a:off x="5989320" y="3794760"/>
            <a:ext cx="4892040" cy="292608"/>
          </a:xfrm>
          <a:prstGeom prst="rect">
            <a:avLst/>
          </a:prstGeom>
          <a:noFill/>
        </p:spPr>
        <p:txBody>
          <a:bodyPr wrap="square" lIns="0" tIns="0" rIns="0" bIns="0">
            <a:spAutoFit/>
          </a:bodyPr>
          <a:lstStyle/>
          <a:p>
            <a:pPr algn="l"/>
            <a:r>
              <a:rPr sz="1500" b="1">
                <a:solidFill>
                  <a:srgbClr val="119F9A"/>
                </a:solidFill>
                <a:latin typeface="Open Sans Light"/>
              </a:rPr>
              <a:t>Licenciamiento, sin rodeos</a:t>
            </a:r>
          </a:p>
        </p:txBody>
      </p:sp>
      <p:sp>
        <p:nvSpPr>
          <p:cNvPr id="57" name="TextBox 56"/>
          <p:cNvSpPr txBox="1"/>
          <p:nvPr/>
        </p:nvSpPr>
        <p:spPr>
          <a:xfrm>
            <a:off x="5989320" y="4224528"/>
            <a:ext cx="4892040" cy="1783080"/>
          </a:xfrm>
          <a:prstGeom prst="rect">
            <a:avLst/>
          </a:prstGeom>
          <a:noFill/>
        </p:spPr>
        <p:txBody>
          <a:bodyPr wrap="square" lIns="0" tIns="0" rIns="0" bIns="0">
            <a:spAutoFit/>
          </a:bodyPr>
          <a:lstStyle/>
          <a:p>
            <a:pPr algn="l">
              <a:spcAft>
                <a:spcPts val="700"/>
              </a:spcAft>
            </a:pPr>
            <a:r>
              <a:rPr sz="1200" b="0">
                <a:solidFill>
                  <a:srgbClr val="292B45"/>
                </a:solidFill>
                <a:latin typeface="Open Sans Light"/>
              </a:rPr>
              <a:t>Por usuario: quien interactúa, posee, gestiona o patrocina agentes.</a:t>
            </a:r>
          </a:p>
          <a:p>
            <a:pPr algn="l">
              <a:spcAft>
                <a:spcPts val="700"/>
              </a:spcAft>
            </a:pPr>
            <a:r>
              <a:rPr sz="1200" b="0">
                <a:solidFill>
                  <a:srgbClr val="292B45"/>
                </a:solidFill>
                <a:latin typeface="Open Sans Light"/>
              </a:rPr>
              <a:t>Base E5, o Defender + Purview Suite FLW. Incluido en M365 E7.</a:t>
            </a:r>
          </a:p>
          <a:p>
            <a:pPr algn="l">
              <a:spcAft>
                <a:spcPts val="700"/>
              </a:spcAft>
            </a:pPr>
            <a:r>
              <a:rPr sz="1200" b="0">
                <a:solidFill>
                  <a:srgbClr val="292B45"/>
                </a:solidFill>
                <a:latin typeface="Open Sans Light"/>
              </a:rPr>
              <a:t>E3 + Copilot no es elegible.</a:t>
            </a:r>
          </a:p>
          <a:p>
            <a:pPr algn="l">
              <a:spcAft>
                <a:spcPts val="700"/>
              </a:spcAft>
            </a:pPr>
            <a:r>
              <a:rPr sz="1200" b="0">
                <a:solidFill>
                  <a:srgbClr val="292B45"/>
                </a:solidFill>
                <a:latin typeface="Open Sans Light"/>
              </a:rPr>
              <a:t>Cubre gobierno, no ejecución: los créditos van aparte.</a:t>
            </a:r>
          </a:p>
        </p:txBody>
      </p:sp>
    </p:spTree>
    <p:extLst>
      <p:ext uri="{BB962C8B-B14F-4D97-AF65-F5344CB8AC3E}">
        <p14:creationId xmlns:p14="http://schemas.microsoft.com/office/powerpoint/2010/main" val="3151673790"/>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848A-1FFF-42E7-85F8-21253FBEECAA}"/>
              </a:ext>
            </a:extLst>
          </p:cNvPr>
          <p:cNvSpPr txBox="1"/>
          <p:nvPr/>
        </p:nvSpPr>
        <p:spPr>
          <a:xfrm>
            <a:off x="1741129"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Todos, en una lista</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Admin center de M365 › Agents: los de Agent Builder, Copilot Studio y SharePoint, los de Microsoft y los de terceros.</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Cada agente de Copilot Studio nace con Entra Agent ID. La pregunta no es cómo construir el inventario: es quién lo mira.</a:t>
            </a:r>
          </a:p>
        </p:txBody>
      </p:sp>
      <p:sp>
        <p:nvSpPr>
          <p:cNvPr id="4" name="TextBox 3">
            <a:extLst>
              <a:ext uri="{FF2B5EF4-FFF2-40B4-BE49-F238E27FC236}">
                <a16:creationId xmlns:a16="http://schemas.microsoft.com/office/drawing/2014/main" id="{8F53C335-63B9-4E67-8A7F-17E8C4E9A017}"/>
              </a:ext>
            </a:extLst>
          </p:cNvPr>
          <p:cNvSpPr txBox="1"/>
          <p:nvPr/>
        </p:nvSpPr>
        <p:spPr>
          <a:xfrm>
            <a:off x="1092201" y="1184004"/>
            <a:ext cx="5131618" cy="1323439"/>
          </a:xfrm>
          <a:prstGeom prst="rect">
            <a:avLst/>
          </a:prstGeom>
          <a:noFill/>
        </p:spPr>
        <p:txBody>
          <a:bodyPr wrap="square" rtlCol="0">
            <a:spAutoFit/>
          </a:bodyPr>
          <a:lstStyle/>
          <a:p>
            <a:r>
              <a:rPr lang="en-GB" sz="3600" b="1">
                <a:solidFill>
                  <a:schemeClr val="accent2"/>
                </a:solidFill>
                <a:latin typeface="Segoe UI" panose="020B0502040204020203" pitchFamily="34" charset="0"/>
                <a:cs typeface="Segoe UI" panose="020B0502040204020203" pitchFamily="34" charset="0"/>
              </a:rPr>
              <a:t>El inventario</a:t>
            </a:r>
          </a:p>
          <a:p>
            <a:r>
              <a:rPr lang="en-GB" sz="3600" b="1">
                <a:solidFill>
                  <a:schemeClr val="tx1">
                    <a:lumMod val="75000"/>
                    <a:lumOff val="25000"/>
                  </a:schemeClr>
                </a:solidFill>
                <a:latin typeface="Segoe UI" panose="020B0502040204020203" pitchFamily="34" charset="0"/>
                <a:cs typeface="Segoe UI" panose="020B0502040204020203" pitchFamily="34" charset="0"/>
              </a:rPr>
              <a:t>ya existe</a:t>
            </a:r>
          </a:p>
        </p:txBody>
      </p:sp>
      <p:cxnSp>
        <p:nvCxnSpPr>
          <p:cNvPr id="7" name="Straight Connector 6">
            <a:extLst>
              <a:ext uri="{FF2B5EF4-FFF2-40B4-BE49-F238E27FC236}">
                <a16:creationId xmlns:a16="http://schemas.microsoft.com/office/drawing/2014/main" id="{472EC5AD-3FED-4618-BDB7-C107B2353225}"/>
              </a:ext>
            </a:extLst>
          </p:cNvPr>
          <p:cNvCxnSpPr>
            <a:cxnSpLocks/>
          </p:cNvCxnSpPr>
          <p:nvPr/>
        </p:nvCxnSpPr>
        <p:spPr>
          <a:xfrm flipH="1">
            <a:off x="1562100" y="2811856"/>
            <a:ext cx="476209" cy="0"/>
          </a:xfrm>
          <a:prstGeom prst="line">
            <a:avLst/>
          </a:prstGeom>
          <a:ln w="28575"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7D234E-54F0-4D8C-8EC0-F1A32E9991F8}"/>
              </a:ext>
            </a:extLst>
          </p:cNvPr>
          <p:cNvSpPr txBox="1"/>
          <p:nvPr/>
        </p:nvSpPr>
        <p:spPr>
          <a:xfrm>
            <a:off x="6241145"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Registry y control</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Registry · Access Control · Visualization · Interoperability · Security. La columna Risks consolida Defender, Entra y Purview.</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Desde la misma lista: aprobar publicaciones, bloquear, desplegar y reasignar propietario.</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Lo que no se registra solo aparece como Shadow AI: lo detectas, pero no lo gobiernas como identidad.</a:t>
            </a:r>
          </a:p>
        </p:txBody>
      </p:sp>
      <p:sp>
        <p:nvSpPr>
          <p:cNvPr id="10" name="Freeform: Shape 9">
            <a:extLst>
              <a:ext uri="{FF2B5EF4-FFF2-40B4-BE49-F238E27FC236}">
                <a16:creationId xmlns:a16="http://schemas.microsoft.com/office/drawing/2014/main" id="{0AEE8EE9-AE23-476C-B57F-042CBF32A8AB}"/>
              </a:ext>
            </a:extLst>
          </p:cNvPr>
          <p:cNvSpPr/>
          <p:nvPr/>
        </p:nvSpPr>
        <p:spPr>
          <a:xfrm rot="10800000">
            <a:off x="5950856" y="-1"/>
            <a:ext cx="6241143" cy="2768341"/>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3890611"/>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47">
            <a:extLst>
              <a:ext uri="{FF2B5EF4-FFF2-40B4-BE49-F238E27FC236}">
                <a16:creationId xmlns:a16="http://schemas.microsoft.com/office/drawing/2014/main" id="{B2960509-61DD-483A-A9CE-1B96EA101A11}"/>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Registro base y Agent 365</a:t>
            </a:r>
          </a:p>
        </p:txBody>
      </p:sp>
      <p:graphicFrame>
        <p:nvGraphicFramePr>
          <p:cNvPr id="54" name="Tabla 53"/>
          <p:cNvGraphicFramePr/>
          <p:nvPr/>
        </p:nvGraphicFramePr>
        <p:xfrm>
          <a:off x="876300" y="2019300"/>
          <a:ext cx="10191750" cy="2952750"/>
        </p:xfrm>
        <a:graphic>
          <a:graphicData uri="http://schemas.openxmlformats.org/drawingml/2006/table">
            <a:tbl>
              <a:tblPr/>
              <a:tblGrid>
                <a:gridCol w="485775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984250">
                <a:tc>
                  <a:txBody>
                    <a:bodyPr/>
                    <a:lstStyle/>
                    <a:p>
                      <a:r>
                        <a:rPr sz="2025" b="1">
                          <a:solidFill>
                            <a:srgbClr val="FFFFFF"/>
                          </a:solidFill>
                          <a:latin typeface="Segoe UI"/>
                          <a:ea typeface="Segoe UI"/>
                          <a:cs typeface="Segoe UI"/>
                        </a:rPr>
                        <a:t>Microsoft 365 · base</a:t>
                      </a:r>
                    </a:p>
                  </a:txBody>
                  <a:tcPr anchor="ctr">
                    <a:solidFill>
                      <a:srgbClr val="119F9A"/>
                    </a:solidFill>
                  </a:tcPr>
                </a:tc>
                <a:tc>
                  <a:txBody>
                    <a:bodyPr/>
                    <a:lstStyle/>
                    <a:p>
                      <a:r>
                        <a:rPr sz="2025" b="1">
                          <a:solidFill>
                            <a:srgbClr val="FFFFFF"/>
                          </a:solidFill>
                          <a:latin typeface="Segoe UI"/>
                          <a:ea typeface="Segoe UI"/>
                          <a:cs typeface="Segoe UI"/>
                        </a:rPr>
                        <a:t>Agent 365 · capacidades adicionales</a:t>
                      </a:r>
                    </a:p>
                  </a:txBody>
                  <a:tcPr anchor="ctr">
                    <a:solidFill>
                      <a:srgbClr val="119F9A"/>
                    </a:solidFill>
                  </a:tcPr>
                </a:tc>
                <a:extLst>
                  <a:ext uri="{0D108BD9-81ED-4DB2-BD59-A6C34878D82A}">
                    <a16:rowId xmlns:a16="http://schemas.microsoft.com/office/drawing/2014/main" val="10000"/>
                  </a:ext>
                </a:extLst>
              </a:tr>
              <a:tr h="984250">
                <a:tc>
                  <a:txBody>
                    <a:bodyPr/>
                    <a:lstStyle/>
                    <a:p>
                      <a:r>
                        <a:rPr sz="2025" b="0">
                          <a:solidFill>
                            <a:srgbClr val="292B45"/>
                          </a:solidFill>
                          <a:latin typeface="Segoe UI"/>
                          <a:ea typeface="Segoe UI"/>
                          <a:cs typeface="Segoe UI"/>
                        </a:rPr>
                        <a:t>Inventario y gestión básica</a:t>
                      </a:r>
                    </a:p>
                    <a:p>
                      <a:r>
                        <a:rPr sz="2025" b="0">
                          <a:solidFill>
                            <a:srgbClr val="292B45"/>
                          </a:solidFill>
                          <a:latin typeface="Segoe UI"/>
                          <a:ea typeface="Segoe UI"/>
                          <a:cs typeface="Segoe UI"/>
                        </a:rPr>
                        <a:t>de agentes compatibles</a:t>
                      </a:r>
                    </a:p>
                  </a:txBody>
                  <a:tcPr anchor="ctr">
                    <a:solidFill>
                      <a:srgbClr val="F2F7F7"/>
                    </a:solidFill>
                  </a:tcPr>
                </a:tc>
                <a:tc>
                  <a:txBody>
                    <a:bodyPr/>
                    <a:lstStyle/>
                    <a:p>
                      <a:r>
                        <a:rPr sz="2025" b="0">
                          <a:solidFill>
                            <a:srgbClr val="292B45"/>
                          </a:solidFill>
                          <a:latin typeface="Segoe UI"/>
                          <a:ea typeface="Segoe UI"/>
                          <a:cs typeface="Segoe UI"/>
                        </a:rPr>
                        <a:t>Observabilidad ampliada</a:t>
                      </a:r>
                    </a:p>
                    <a:p>
                      <a:r>
                        <a:rPr sz="2025" b="0">
                          <a:solidFill>
                            <a:srgbClr val="292B45"/>
                          </a:solidFill>
                          <a:latin typeface="Segoe UI"/>
                          <a:ea typeface="Segoe UI"/>
                          <a:cs typeface="Segoe UI"/>
                        </a:rPr>
                        <a:t>y herramientas para agentes</a:t>
                      </a:r>
                    </a:p>
                  </a:txBody>
                  <a:tcPr anchor="ctr">
                    <a:solidFill>
                      <a:srgbClr val="F2F7F7"/>
                    </a:solidFill>
                  </a:tcPr>
                </a:tc>
                <a:extLst>
                  <a:ext uri="{0D108BD9-81ED-4DB2-BD59-A6C34878D82A}">
                    <a16:rowId xmlns:a16="http://schemas.microsoft.com/office/drawing/2014/main" val="10001"/>
                  </a:ext>
                </a:extLst>
              </a:tr>
              <a:tr h="984250">
                <a:tc>
                  <a:txBody>
                    <a:bodyPr/>
                    <a:lstStyle/>
                    <a:p>
                      <a:r>
                        <a:rPr sz="2025" b="0">
                          <a:solidFill>
                            <a:srgbClr val="292B45"/>
                          </a:solidFill>
                          <a:latin typeface="Segoe UI"/>
                          <a:ea typeface="Segoe UI"/>
                          <a:cs typeface="Segoe UI"/>
                        </a:rPr>
                        <a:t>Aprobar, bloquear o reasignar</a:t>
                      </a:r>
                    </a:p>
                    <a:p>
                      <a:r>
                        <a:rPr sz="2025" b="0">
                          <a:solidFill>
                            <a:srgbClr val="292B45"/>
                          </a:solidFill>
                          <a:latin typeface="Segoe UI"/>
                          <a:ea typeface="Segoe UI"/>
                          <a:cs typeface="Segoe UI"/>
                        </a:rPr>
                        <a:t>según tipo de agente</a:t>
                      </a:r>
                    </a:p>
                  </a:txBody>
                  <a:tcPr anchor="ctr">
                    <a:solidFill>
                      <a:srgbClr val="FFFFFF"/>
                    </a:solidFill>
                  </a:tcPr>
                </a:tc>
                <a:tc>
                  <a:txBody>
                    <a:bodyPr/>
                    <a:lstStyle/>
                    <a:p>
                      <a:r>
                        <a:rPr sz="2025" b="0">
                          <a:solidFill>
                            <a:srgbClr val="292B45"/>
                          </a:solidFill>
                          <a:latin typeface="Segoe UI"/>
                          <a:ea typeface="Segoe UI"/>
                          <a:cs typeface="Segoe UI"/>
                        </a:rPr>
                        <a:t>Plantillas y controles avanzados</a:t>
                      </a:r>
                    </a:p>
                    <a:p>
                      <a:r>
                        <a:rPr sz="2025" b="0">
                          <a:solidFill>
                            <a:srgbClr val="292B45"/>
                          </a:solidFill>
                          <a:latin typeface="Segoe UI"/>
                          <a:ea typeface="Segoe UI"/>
                          <a:cs typeface="Segoe UI"/>
                        </a:rPr>
                        <a:t>según servicio y licencia</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49" name="Revision_text_48">
            <a:extLst>
              <a:ext uri="{FF2B5EF4-FFF2-40B4-BE49-F238E27FC236}">
                <a16:creationId xmlns:a16="http://schemas.microsoft.com/office/drawing/2014/main" id="{873CEECB-7AA8-4D11-B578-86925DD5DC22}"/>
              </a:ext>
            </a:extLst>
          </p:cNvPr>
          <p:cNvSpPr>
            <a:spLocks noGrp="1"/>
          </p:cNvSpPr>
          <p:nvPr/>
        </p:nvSpPr>
        <p:spPr>
          <a:xfrm>
            <a:off x="895350" y="5629275"/>
            <a:ext cx="9953625" cy="504825"/>
          </a:xfrm>
          <a:prstGeom prst="rect">
            <a:avLst/>
          </a:prstGeom>
          <a:noFill/>
          <a:ln w="0">
            <a:noFill/>
          </a:ln>
        </p:spPr>
        <p:txBody>
          <a:bodyPr wrap="square" lIns="0" tIns="0" rIns="0" bIns="0" anchor="t">
            <a:noAutofit/>
          </a:bodyPr>
          <a:lstStyle/>
          <a:p>
            <a:pPr algn="l">
              <a:defRPr sz="1425" b="0">
                <a:solidFill>
                  <a:srgbClr val="4A5560"/>
                </a:solidFill>
                <a:latin typeface="Segoe UI"/>
                <a:ea typeface="Segoe UI"/>
                <a:cs typeface="Segoe UI"/>
              </a:defRPr>
            </a:pPr>
            <a:r>
              <a:rPr sz="1425" b="0">
                <a:solidFill>
                  <a:srgbClr val="4A5560"/>
                </a:solidFill>
                <a:latin typeface="Segoe UI"/>
                <a:ea typeface="Segoe UI"/>
                <a:cs typeface="Segoe UI"/>
              </a:rPr>
              <a:t>La cobertura y los requisitos varían por función. Licencias: apéndice 36.</a:t>
            </a:r>
          </a:p>
        </p:txBody>
      </p:sp>
      <p:sp>
        <p:nvSpPr>
          <p:cNvPr id="50" name="Revision_text_49">
            <a:extLst>
              <a:ext uri="{FF2B5EF4-FFF2-40B4-BE49-F238E27FC236}">
                <a16:creationId xmlns:a16="http://schemas.microsoft.com/office/drawing/2014/main" id="{E5E7CEA7-8849-4AEC-A733-69E0CBB2D54C}"/>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11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50">
            <a:extLst>
              <a:ext uri="{FF2B5EF4-FFF2-40B4-BE49-F238E27FC236}">
                <a16:creationId xmlns:a16="http://schemas.microsoft.com/office/drawing/2014/main" id="{D0F6D9A6-7E3A-438B-B64B-23EAAC26F89A}"/>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Un inventario útil responde a cuatro cosas</a:t>
            </a:r>
          </a:p>
        </p:txBody>
      </p:sp>
      <p:sp>
        <p:nvSpPr>
          <p:cNvPr id="48" name="Revision_text_51">
            <a:extLst>
              <a:ext uri="{FF2B5EF4-FFF2-40B4-BE49-F238E27FC236}">
                <a16:creationId xmlns:a16="http://schemas.microsoft.com/office/drawing/2014/main" id="{EC0F4AB1-BB04-447F-9336-DEB77B227173}"/>
              </a:ext>
            </a:extLst>
          </p:cNvPr>
          <p:cNvSpPr>
            <a:spLocks noGrp="1"/>
          </p:cNvSpPr>
          <p:nvPr/>
        </p:nvSpPr>
        <p:spPr>
          <a:xfrm>
            <a:off x="914400" y="2114550"/>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Origen y alcance · ¿dónde existe y se usa?</a:t>
            </a:r>
          </a:p>
        </p:txBody>
      </p:sp>
      <p:sp>
        <p:nvSpPr>
          <p:cNvPr id="49" name="Revision_text_52">
            <a:extLst>
              <a:ext uri="{FF2B5EF4-FFF2-40B4-BE49-F238E27FC236}">
                <a16:creationId xmlns:a16="http://schemas.microsoft.com/office/drawing/2014/main" id="{BF4AEA52-8DE4-4DD8-A0D0-96B5A3646E90}"/>
              </a:ext>
            </a:extLst>
          </p:cNvPr>
          <p:cNvSpPr>
            <a:spLocks noGrp="1"/>
          </p:cNvSpPr>
          <p:nvPr/>
        </p:nvSpPr>
        <p:spPr>
          <a:xfrm>
            <a:off x="914400" y="2905125"/>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Identidad · ¿con qué permisos actúa?</a:t>
            </a:r>
          </a:p>
        </p:txBody>
      </p:sp>
      <p:sp>
        <p:nvSpPr>
          <p:cNvPr id="50" name="Revision_text_53">
            <a:extLst>
              <a:ext uri="{FF2B5EF4-FFF2-40B4-BE49-F238E27FC236}">
                <a16:creationId xmlns:a16="http://schemas.microsoft.com/office/drawing/2014/main" id="{AAF131CB-3941-463B-8F84-D12D27440C39}"/>
              </a:ext>
            </a:extLst>
          </p:cNvPr>
          <p:cNvSpPr>
            <a:spLocks noGrp="1"/>
          </p:cNvSpPr>
          <p:nvPr/>
        </p:nvSpPr>
        <p:spPr>
          <a:xfrm>
            <a:off x="914400" y="3695700"/>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Responsable · ¿quién mantiene y quién responde?</a:t>
            </a:r>
          </a:p>
        </p:txBody>
      </p:sp>
      <p:sp>
        <p:nvSpPr>
          <p:cNvPr id="51" name="Revision_text_54">
            <a:extLst>
              <a:ext uri="{FF2B5EF4-FFF2-40B4-BE49-F238E27FC236}">
                <a16:creationId xmlns:a16="http://schemas.microsoft.com/office/drawing/2014/main" id="{6AF55CDF-4140-422B-8D8F-E1CE6F6528AA}"/>
              </a:ext>
            </a:extLst>
          </p:cNvPr>
          <p:cNvSpPr>
            <a:spLocks noGrp="1"/>
          </p:cNvSpPr>
          <p:nvPr/>
        </p:nvSpPr>
        <p:spPr>
          <a:xfrm>
            <a:off x="914400" y="4486275"/>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Evidencia · ¿actividad, revisión y retirada?</a:t>
            </a:r>
          </a:p>
        </p:txBody>
      </p:sp>
      <p:sp>
        <p:nvSpPr>
          <p:cNvPr id="52" name="Revision_text_55">
            <a:extLst>
              <a:ext uri="{FF2B5EF4-FFF2-40B4-BE49-F238E27FC236}">
                <a16:creationId xmlns:a16="http://schemas.microsoft.com/office/drawing/2014/main" id="{69DE7606-67AB-4800-AA28-D04FC3F29DF4}"/>
              </a:ext>
            </a:extLst>
          </p:cNvPr>
          <p:cNvSpPr>
            <a:spLocks noGrp="1"/>
          </p:cNvSpPr>
          <p:nvPr/>
        </p:nvSpPr>
        <p:spPr>
          <a:xfrm>
            <a:off x="895350" y="5629275"/>
            <a:ext cx="9953625" cy="504825"/>
          </a:xfrm>
          <a:prstGeom prst="rect">
            <a:avLst/>
          </a:prstGeom>
          <a:noFill/>
          <a:ln w="0">
            <a:noFill/>
          </a:ln>
        </p:spPr>
        <p:txBody>
          <a:bodyPr wrap="square" lIns="0" tIns="0" rIns="0" bIns="0" anchor="t">
            <a:noAutofit/>
          </a:bodyPr>
          <a:lstStyle/>
          <a:p>
            <a:pPr algn="l">
              <a:defRPr sz="1425" b="0">
                <a:solidFill>
                  <a:srgbClr val="4A5560"/>
                </a:solidFill>
                <a:latin typeface="Segoe UI"/>
                <a:ea typeface="Segoe UI"/>
                <a:cs typeface="Segoe UI"/>
              </a:defRPr>
            </a:pPr>
            <a:r>
              <a:rPr sz="1425" b="0">
                <a:solidFill>
                  <a:srgbClr val="4A5560"/>
                </a:solidFill>
                <a:latin typeface="Segoe UI"/>
                <a:ea typeface="Segoe UI"/>
                <a:cs typeface="Segoe UI"/>
              </a:rPr>
              <a:t>41 identidades en Entra no significa 41 filas en All agents.</a:t>
            </a:r>
          </a:p>
        </p:txBody>
      </p:sp>
      <p:sp>
        <p:nvSpPr>
          <p:cNvPr id="53" name="Revision_text_56">
            <a:extLst>
              <a:ext uri="{FF2B5EF4-FFF2-40B4-BE49-F238E27FC236}">
                <a16:creationId xmlns:a16="http://schemas.microsoft.com/office/drawing/2014/main" id="{4C8325D5-6EF2-45D9-97BB-5C7D410E9B86}"/>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12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E5063C92-7F6D-4E7B-8E8E-A087F1474D25}"/>
              </a:ext>
            </a:extLst>
          </p:cNvPr>
          <p:cNvGrpSpPr/>
          <p:nvPr/>
        </p:nvGrpSpPr>
        <p:grpSpPr>
          <a:xfrm>
            <a:off x="4904453" y="3239573"/>
            <a:ext cx="4822722" cy="1519084"/>
            <a:chOff x="4904453" y="3239573"/>
            <a:chExt cx="4822722" cy="1519084"/>
          </a:xfrm>
        </p:grpSpPr>
        <p:sp>
          <p:nvSpPr>
            <p:cNvPr id="14" name="Rectangle: Rounded Corners 13">
              <a:extLst>
                <a:ext uri="{FF2B5EF4-FFF2-40B4-BE49-F238E27FC236}">
                  <a16:creationId xmlns:a16="http://schemas.microsoft.com/office/drawing/2014/main" id="{7F9E1E4E-C9EA-45FB-83E1-9C7262A2B06C}"/>
                </a:ext>
              </a:extLst>
            </p:cNvPr>
            <p:cNvSpPr/>
            <p:nvPr/>
          </p:nvSpPr>
          <p:spPr>
            <a:xfrm>
              <a:off x="4904453" y="3239573"/>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15A89143-0445-4FC7-AA88-E3CE0B3E6FE1}"/>
                </a:ext>
              </a:extLst>
            </p:cNvPr>
            <p:cNvSpPr txBox="1"/>
            <p:nvPr/>
          </p:nvSpPr>
          <p:spPr>
            <a:xfrm>
              <a:off x="4960988" y="3337396"/>
              <a:ext cx="4709653" cy="1323439"/>
            </a:xfrm>
            <a:prstGeom prst="rect">
              <a:avLst/>
            </a:prstGeom>
            <a:noFill/>
          </p:spPr>
          <p:txBody>
            <a:bodyPr wrap="square" rtlCol="0" anchor="ctr">
              <a:noAutofit/>
            </a:bodyPr>
            <a:lstStyle/>
            <a:p>
              <a:pPr algn="ctr"/>
              <a:r>
                <a:rPr lang="en-GB" sz="4800" b="1">
                  <a:solidFill>
                    <a:schemeClr val="accent1"/>
                  </a:solidFill>
                  <a:latin typeface="Segoe UI" panose="020B0502040204020203" pitchFamily="34" charset="0"/>
                  <a:cs typeface="Segoe UI" panose="020B0502040204020203" pitchFamily="34" charset="0"/>
                </a:rPr>
                <a:t>¿Cuántos hay?</a:t>
              </a:r>
            </a:p>
          </p:txBody>
        </p:sp>
      </p:grpSp>
      <p:grpSp>
        <p:nvGrpSpPr>
          <p:cNvPr id="21" name="Group 20">
            <a:extLst>
              <a:ext uri="{FF2B5EF4-FFF2-40B4-BE49-F238E27FC236}">
                <a16:creationId xmlns:a16="http://schemas.microsoft.com/office/drawing/2014/main" id="{59419D0D-2793-43BC-9746-68DDC18E5EBA}"/>
              </a:ext>
            </a:extLst>
          </p:cNvPr>
          <p:cNvGrpSpPr/>
          <p:nvPr/>
        </p:nvGrpSpPr>
        <p:grpSpPr>
          <a:xfrm>
            <a:off x="2464825" y="2128839"/>
            <a:ext cx="4822722" cy="1519084"/>
            <a:chOff x="2464825" y="2128839"/>
            <a:chExt cx="4822722" cy="1519084"/>
          </a:xfrm>
        </p:grpSpPr>
        <p:sp>
          <p:nvSpPr>
            <p:cNvPr id="17" name="Rectangle: Rounded Corners 16">
              <a:extLst>
                <a:ext uri="{FF2B5EF4-FFF2-40B4-BE49-F238E27FC236}">
                  <a16:creationId xmlns:a16="http://schemas.microsoft.com/office/drawing/2014/main" id="{151A3CD9-8095-4290-A2A2-391B4D361A37}"/>
                </a:ext>
              </a:extLst>
            </p:cNvPr>
            <p:cNvSpPr/>
            <p:nvPr/>
          </p:nvSpPr>
          <p:spPr>
            <a:xfrm>
              <a:off x="2464825" y="2128839"/>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8D5A85E8-85D6-4790-A8C1-9341C7C4213E}"/>
                </a:ext>
              </a:extLst>
            </p:cNvPr>
            <p:cNvSpPr txBox="1"/>
            <p:nvPr/>
          </p:nvSpPr>
          <p:spPr>
            <a:xfrm>
              <a:off x="2521360" y="2226662"/>
              <a:ext cx="4709653" cy="1323439"/>
            </a:xfrm>
            <a:prstGeom prst="rect">
              <a:avLst/>
            </a:prstGeom>
            <a:noFill/>
          </p:spPr>
          <p:txBody>
            <a:bodyPr wrap="square" rtlCol="0" anchor="ctr">
              <a:noAutofit/>
            </a:bodyPr>
            <a:lstStyle/>
            <a:p>
              <a:pPr algn="ctr"/>
              <a:r>
                <a:rPr lang="en-GB" sz="8000" b="1">
                  <a:solidFill>
                    <a:schemeClr val="accent1"/>
                  </a:solidFill>
                  <a:latin typeface="Segoe UI" panose="020B0502040204020203" pitchFamily="34" charset="0"/>
                  <a:cs typeface="Segoe UI" panose="020B0502040204020203" pitchFamily="34" charset="0"/>
                </a:rPr>
                <a:t>DEMO 1</a:t>
              </a:r>
            </a:p>
          </p:txBody>
        </p:sp>
      </p:grpSp>
      <p:sp>
        <p:nvSpPr>
          <p:cNvPr id="26" name="Freeform: Shape 25">
            <a:extLst>
              <a:ext uri="{FF2B5EF4-FFF2-40B4-BE49-F238E27FC236}">
                <a16:creationId xmlns:a16="http://schemas.microsoft.com/office/drawing/2014/main" id="{CA3A466A-7B17-4C08-8808-A8BAED4ACD93}"/>
              </a:ext>
            </a:extLst>
          </p:cNvPr>
          <p:cNvSpPr/>
          <p:nvPr/>
        </p:nvSpPr>
        <p:spPr>
          <a:xfrm>
            <a:off x="10369401" y="733468"/>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6"/>
          </a:solidFill>
          <a:ln w="9525" cap="flat">
            <a:noFill/>
            <a:prstDash val="solid"/>
            <a:miter/>
          </a:ln>
        </p:spPr>
        <p:txBody>
          <a:bodyPr rtlCol="0" anchor="ctr"/>
          <a:lstStyle/>
          <a:p>
            <a:endParaRPr lang="en-GB">
              <a:solidFill>
                <a:schemeClr val="accent3"/>
              </a:solidFill>
            </a:endParaRPr>
          </a:p>
        </p:txBody>
      </p:sp>
      <p:grpSp>
        <p:nvGrpSpPr>
          <p:cNvPr id="32" name="Group 31">
            <a:extLst>
              <a:ext uri="{FF2B5EF4-FFF2-40B4-BE49-F238E27FC236}">
                <a16:creationId xmlns:a16="http://schemas.microsoft.com/office/drawing/2014/main" id="{FC07A126-1A3D-439F-810A-ED82B4D40E4F}"/>
              </a:ext>
            </a:extLst>
          </p:cNvPr>
          <p:cNvGrpSpPr/>
          <p:nvPr/>
        </p:nvGrpSpPr>
        <p:grpSpPr>
          <a:xfrm>
            <a:off x="1312912" y="3132482"/>
            <a:ext cx="354681" cy="296531"/>
            <a:chOff x="356813" y="4730723"/>
            <a:chExt cx="244804" cy="204668"/>
          </a:xfrm>
          <a:solidFill>
            <a:schemeClr val="accent6"/>
          </a:solidFill>
        </p:grpSpPr>
        <p:sp>
          <p:nvSpPr>
            <p:cNvPr id="33" name="Freeform: Shape 32">
              <a:extLst>
                <a:ext uri="{FF2B5EF4-FFF2-40B4-BE49-F238E27FC236}">
                  <a16:creationId xmlns:a16="http://schemas.microsoft.com/office/drawing/2014/main" id="{91FE3242-8A77-4DE5-B8FA-97A135842FC9}"/>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solidFill>
                  <a:schemeClr val="accent3"/>
                </a:solidFill>
              </a:endParaRPr>
            </a:p>
          </p:txBody>
        </p:sp>
        <p:sp>
          <p:nvSpPr>
            <p:cNvPr id="34" name="Freeform: Shape 33">
              <a:extLst>
                <a:ext uri="{FF2B5EF4-FFF2-40B4-BE49-F238E27FC236}">
                  <a16:creationId xmlns:a16="http://schemas.microsoft.com/office/drawing/2014/main" id="{5E83A831-290F-4ED2-8E31-385D65E85A46}"/>
                </a:ext>
              </a:extLst>
            </p:cNvPr>
            <p:cNvSpPr/>
            <p:nvPr/>
          </p:nvSpPr>
          <p:spPr>
            <a:xfrm>
              <a:off x="554341" y="4730723"/>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solidFill>
                  <a:schemeClr val="accent3"/>
                </a:solidFill>
              </a:endParaRPr>
            </a:p>
          </p:txBody>
        </p:sp>
      </p:grpSp>
    </p:spTree>
    <p:extLst>
      <p:ext uri="{BB962C8B-B14F-4D97-AF65-F5344CB8AC3E}">
        <p14:creationId xmlns:p14="http://schemas.microsoft.com/office/powerpoint/2010/main" val="1674608739"/>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370AD8-75C2-487B-87A7-257B27E5DD55}"/>
              </a:ext>
            </a:extLst>
          </p:cNvPr>
          <p:cNvSpPr/>
          <p:nvPr/>
        </p:nvSpPr>
        <p:spPr>
          <a:xfrm>
            <a:off x="1092200" y="914401"/>
            <a:ext cx="10007600" cy="4409768"/>
          </a:xfrm>
          <a:prstGeom prst="roundRect">
            <a:avLst>
              <a:gd name="adj" fmla="val 6990"/>
            </a:avLst>
          </a:prstGeom>
          <a:solidFill>
            <a:srgbClr val="0F101C">
              <a:alpha val="4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695BBB3B-BEBC-4C94-B124-0C978B01891F}"/>
              </a:ext>
            </a:extLst>
          </p:cNvPr>
          <p:cNvSpPr txBox="1"/>
          <p:nvPr/>
        </p:nvSpPr>
        <p:spPr>
          <a:xfrm>
            <a:off x="4744065" y="1823386"/>
            <a:ext cx="2703870" cy="769441"/>
          </a:xfrm>
          <a:prstGeom prst="rect">
            <a:avLst/>
          </a:prstGeom>
          <a:noFill/>
        </p:spPr>
        <p:txBody>
          <a:bodyPr wrap="square" rtlCol="0">
            <a:spAutoFit/>
          </a:bodyPr>
          <a:lstStyle/>
          <a:p>
            <a:pPr algn="ctr"/>
            <a:r>
              <a:rPr lang="en-GB" sz="4400">
                <a:solidFill>
                  <a:schemeClr val="bg1"/>
                </a:solidFill>
                <a:latin typeface="Oraqle Script" pitchFamily="2" charset="-18"/>
              </a:rPr>
              <a:t>PLAN B</a:t>
            </a:r>
          </a:p>
        </p:txBody>
      </p:sp>
      <p:sp>
        <p:nvSpPr>
          <p:cNvPr id="14" name="TextBox 13">
            <a:extLst>
              <a:ext uri="{FF2B5EF4-FFF2-40B4-BE49-F238E27FC236}">
                <a16:creationId xmlns:a16="http://schemas.microsoft.com/office/drawing/2014/main" id="{D8686626-F94F-46E7-8B1E-6830D632DEBB}"/>
              </a:ext>
            </a:extLst>
          </p:cNvPr>
          <p:cNvSpPr txBox="1"/>
          <p:nvPr/>
        </p:nvSpPr>
        <p:spPr>
          <a:xfrm>
            <a:off x="1941872" y="2457566"/>
            <a:ext cx="8308258" cy="1107996"/>
          </a:xfrm>
          <a:prstGeom prst="rect">
            <a:avLst/>
          </a:prstGeom>
          <a:noFill/>
        </p:spPr>
        <p:txBody>
          <a:bodyPr wrap="square" rtlCol="0">
            <a:spAutoFit/>
          </a:bodyPr>
          <a:lstStyle/>
          <a:p>
            <a:pPr algn="ctr"/>
            <a:r>
              <a:rPr lang="en-GB" sz="6600">
                <a:solidFill>
                  <a:schemeClr val="bg1"/>
                </a:solidFill>
                <a:latin typeface="Fira Sans Black" panose="020B0A03050000020004" pitchFamily="34" charset="0"/>
              </a:rPr>
              <a:t>Demo 1 — capturas</a:t>
            </a:r>
          </a:p>
        </p:txBody>
      </p:sp>
      <p:pic>
        <p:nvPicPr>
          <p:cNvPr id="8" name="Marcador de posición de imagen 7" descr="Un puente sobre el agua&#10;&#10;El contenido generado por IA puede ser incorrecto.">
            <a:extLst>
              <a:ext uri="{FF2B5EF4-FFF2-40B4-BE49-F238E27FC236}">
                <a16:creationId xmlns:a16="http://schemas.microsoft.com/office/drawing/2014/main" id="{DE2FA9AB-C7DD-B16F-C936-7DDF8FF2F95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0835" b="10835"/>
          <a:stretch>
            <a:fillRect/>
          </a:stretch>
        </p:blipFill>
        <p:spPr/>
      </p:pic>
      <p:sp>
        <p:nvSpPr>
          <p:cNvPr id="6" name="Rectangle: Top Corners Rounded 5">
            <a:extLst>
              <a:ext uri="{FF2B5EF4-FFF2-40B4-BE49-F238E27FC236}">
                <a16:creationId xmlns:a16="http://schemas.microsoft.com/office/drawing/2014/main" id="{BA3D39DC-F3BF-4FBB-B3D5-002B215A4B02}"/>
              </a:ext>
            </a:extLst>
          </p:cNvPr>
          <p:cNvSpPr/>
          <p:nvPr/>
        </p:nvSpPr>
        <p:spPr>
          <a:xfrm rot="5400000">
            <a:off x="5483942" y="1339644"/>
            <a:ext cx="1224116" cy="7983797"/>
          </a:xfrm>
          <a:prstGeom prst="round2SameRect">
            <a:avLst>
              <a:gd name="adj1" fmla="val 50000"/>
              <a:gd name="adj2"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1A9F5E0-303A-45A1-BF3B-A5F0F9015F1A}"/>
              </a:ext>
            </a:extLst>
          </p:cNvPr>
          <p:cNvSpPr txBox="1"/>
          <p:nvPr/>
        </p:nvSpPr>
        <p:spPr>
          <a:xfrm>
            <a:off x="2472009" y="5124595"/>
            <a:ext cx="7291116" cy="333809"/>
          </a:xfrm>
          <a:prstGeom prst="rect">
            <a:avLst/>
          </a:prstGeom>
          <a:noFill/>
        </p:spPr>
        <p:txBody>
          <a:bodyPr wrap="square" rtlCol="0">
            <a:spAutoFit/>
          </a:bodyPr>
          <a:lstStyle/>
          <a:p>
            <a:pPr>
              <a:lnSpc>
                <a:spcPct val="120000"/>
              </a:lnSpc>
            </a:pPr>
            <a:r>
              <a:rPr lang="en-GB" sz="1400" b="1">
                <a:solidFill>
                  <a:schemeClr val="bg1"/>
                </a:solidFill>
                <a:latin typeface="+mj-lt"/>
              </a:rPr>
              <a:t>Capturas de All agents con el agente de Agent Builder</a:t>
            </a:r>
          </a:p>
        </p:txBody>
      </p:sp>
      <p:sp>
        <p:nvSpPr>
          <p:cNvPr id="24" name="Freeform: Shape 23">
            <a:extLst>
              <a:ext uri="{FF2B5EF4-FFF2-40B4-BE49-F238E27FC236}">
                <a16:creationId xmlns:a16="http://schemas.microsoft.com/office/drawing/2014/main" id="{9F86C285-861F-4885-9BE5-A1F521ECC1B2}"/>
              </a:ext>
            </a:extLst>
          </p:cNvPr>
          <p:cNvSpPr/>
          <p:nvPr/>
        </p:nvSpPr>
        <p:spPr>
          <a:xfrm rot="3600000">
            <a:off x="9580310" y="86128"/>
            <a:ext cx="1843867" cy="1983551"/>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2"/>
          </a:solidFill>
          <a:ln w="9525" cap="flat">
            <a:noFill/>
            <a:prstDash val="solid"/>
            <a:miter/>
          </a:ln>
        </p:spPr>
        <p:txBody>
          <a:bodyPr rtlCol="0" anchor="ctr"/>
          <a:lstStyle/>
          <a:p>
            <a:endParaRPr lang="en-GB"/>
          </a:p>
        </p:txBody>
      </p:sp>
      <p:pic>
        <p:nvPicPr>
          <p:cNvPr id="3" name="Imagen 2" descr="The image is a Microsoft 365 admin center dashboard displaying a list of 368 agents, including details such as status, platform, and risk levels.&#10;&#10;El contenido generado por IA puede ser incorrecto.">
            <a:extLst>
              <a:ext uri="{FF2B5EF4-FFF2-40B4-BE49-F238E27FC236}">
                <a16:creationId xmlns:a16="http://schemas.microsoft.com/office/drawing/2014/main" id="{0B3BD748-0BD1-BB4F-6A12-0A0AC1814075}"/>
              </a:ext>
            </a:extLst>
          </p:cNvPr>
          <p:cNvPicPr>
            <a:picLocks noChangeAspect="1"/>
          </p:cNvPicPr>
          <p:nvPr/>
        </p:nvPicPr>
        <p:blipFill>
          <a:blip r:embed="rId3"/>
          <a:stretch>
            <a:fillRect/>
          </a:stretch>
        </p:blipFill>
        <p:spPr>
          <a:xfrm>
            <a:off x="0" y="44547"/>
            <a:ext cx="12192000" cy="6768906"/>
          </a:xfrm>
          <a:prstGeom prst="rect">
            <a:avLst/>
          </a:prstGeom>
        </p:spPr>
      </p:pic>
    </p:spTree>
    <p:extLst>
      <p:ext uri="{BB962C8B-B14F-4D97-AF65-F5344CB8AC3E}">
        <p14:creationId xmlns:p14="http://schemas.microsoft.com/office/powerpoint/2010/main" val="2382519131"/>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26" presetClass="emph" presetSubtype="0" fill="hold" grpId="1" nodeType="withEffect">
                                  <p:stCondLst>
                                    <p:cond delay="1000"/>
                                  </p:stCondLst>
                                  <p:childTnLst>
                                    <p:animEffect transition="out" filter="fade">
                                      <p:cBhvr>
                                        <p:cTn id="12" dur="500" tmFilter="0, 0; .2, .5; .8, .5; 1, 0"/>
                                        <p:tgtEl>
                                          <p:spTgt spid="24"/>
                                        </p:tgtEl>
                                      </p:cBhvr>
                                    </p:animEffect>
                                    <p:animScale>
                                      <p:cBhvr>
                                        <p:cTn id="13" dur="250" autoRev="1" fill="hold"/>
                                        <p:tgtEl>
                                          <p:spTgt spid="24"/>
                                        </p:tgtEl>
                                      </p:cBhvr>
                                      <p:by x="105000" y="105000"/>
                                    </p:animScale>
                                  </p:childTnLst>
                                </p:cTn>
                              </p:par>
                              <p:par>
                                <p:cTn id="14" presetID="10" presetClass="entr" presetSubtype="0" fill="hold" grpId="0" nodeType="withEffect">
                                  <p:stCondLst>
                                    <p:cond delay="10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26" presetClass="emph" presetSubtype="0" fill="hold" grpId="1" nodeType="withEffect">
                                  <p:stCondLst>
                                    <p:cond delay="1000"/>
                                  </p:stCondLst>
                                  <p:childTnLst>
                                    <p:animEffect transition="out" filter="fade">
                                      <p:cBhvr>
                                        <p:cTn id="18" dur="500" tmFilter="0, 0; .2, .5; .8, .5; 1, 0"/>
                                        <p:tgtEl>
                                          <p:spTgt spid="11"/>
                                        </p:tgtEl>
                                      </p:cBhvr>
                                    </p:animEffect>
                                    <p:animScale>
                                      <p:cBhvr>
                                        <p:cTn id="19" dur="250" autoRev="1" fill="hold"/>
                                        <p:tgtEl>
                                          <p:spTgt spid="11"/>
                                        </p:tgtEl>
                                      </p:cBhvr>
                                      <p:by x="105000" y="105000"/>
                                    </p:animScale>
                                  </p:childTnLst>
                                </p:cTn>
                              </p:par>
                              <p:par>
                                <p:cTn id="20" presetID="10" presetClass="entr" presetSubtype="0" fill="hold" grpId="0" nodeType="withEffect">
                                  <p:stCondLst>
                                    <p:cond delay="12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26" presetClass="emph" presetSubtype="0" fill="hold" grpId="1" nodeType="withEffect">
                                  <p:stCondLst>
                                    <p:cond delay="1250"/>
                                  </p:stCondLst>
                                  <p:childTnLst>
                                    <p:animEffect transition="out" filter="fade">
                                      <p:cBhvr>
                                        <p:cTn id="24" dur="500" tmFilter="0, 0; .2, .5; .8, .5; 1, 0"/>
                                        <p:tgtEl>
                                          <p:spTgt spid="14"/>
                                        </p:tgtEl>
                                      </p:cBhvr>
                                    </p:animEffect>
                                    <p:animScale>
                                      <p:cBhvr>
                                        <p:cTn id="25"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P spid="11" grpId="1"/>
      <p:bldP spid="14" grpId="0"/>
      <p:bldP spid="14" grpId="1"/>
      <p:bldP spid="24" grpId="0" animBg="1"/>
      <p:bldP spid="24"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FCF356-0ECE-4F38-A0C3-AE3A86CD906C}"/>
              </a:ext>
            </a:extLst>
          </p:cNvPr>
          <p:cNvSpPr txBox="1"/>
          <p:nvPr/>
        </p:nvSpPr>
        <p:spPr>
          <a:xfrm>
            <a:off x="1092200" y="1184004"/>
            <a:ext cx="6812936" cy="1754326"/>
          </a:xfrm>
          <a:prstGeom prst="rect">
            <a:avLst/>
          </a:prstGeom>
          <a:noFill/>
        </p:spPr>
        <p:txBody>
          <a:bodyPr wrap="square" rtlCol="0">
            <a:spAutoFit/>
          </a:bodyPr>
          <a:lstStyle/>
          <a:p>
            <a:r>
              <a:rPr lang="en-GB" sz="5400" b="1" spc="-300" dirty="0">
                <a:solidFill>
                  <a:schemeClr val="tx2"/>
                </a:solidFill>
                <a:latin typeface="Segoe UI" panose="020B0502040204020203" pitchFamily="34" charset="0"/>
                <a:cs typeface="Segoe UI" panose="020B0502040204020203" pitchFamily="34" charset="0"/>
              </a:rPr>
              <a:t>Lo </a:t>
            </a:r>
            <a:r>
              <a:rPr lang="en-GB" sz="5400" b="1" spc="-300" dirty="0" err="1">
                <a:solidFill>
                  <a:schemeClr val="tx2"/>
                </a:solidFill>
                <a:latin typeface="Segoe UI" panose="020B0502040204020203" pitchFamily="34" charset="0"/>
                <a:cs typeface="Segoe UI" panose="020B0502040204020203" pitchFamily="34" charset="0"/>
              </a:rPr>
              <a:t>que</a:t>
            </a:r>
            <a:endParaRPr lang="en-GB" sz="5400" b="1" spc="-300" dirty="0">
              <a:solidFill>
                <a:schemeClr val="tx2"/>
              </a:solidFill>
              <a:latin typeface="Segoe UI" panose="020B0502040204020203" pitchFamily="34" charset="0"/>
              <a:cs typeface="Segoe UI" panose="020B0502040204020203" pitchFamily="34" charset="0"/>
            </a:endParaRPr>
          </a:p>
          <a:p>
            <a:r>
              <a:rPr lang="en-GB" sz="5400" b="1" spc="-300" dirty="0" err="1">
                <a:solidFill>
                  <a:schemeClr val="accent3"/>
                </a:solidFill>
                <a:latin typeface="Segoe UI" panose="020B0502040204020203" pitchFamily="34" charset="0"/>
                <a:cs typeface="Segoe UI" panose="020B0502040204020203" pitchFamily="34" charset="0"/>
              </a:rPr>
              <a:t>ya</a:t>
            </a:r>
            <a:r>
              <a:rPr lang="en-GB" sz="5400" b="1" spc="-300" dirty="0">
                <a:solidFill>
                  <a:schemeClr val="accent3"/>
                </a:solidFill>
                <a:latin typeface="Segoe UI" panose="020B0502040204020203" pitchFamily="34" charset="0"/>
                <a:cs typeface="Segoe UI" panose="020B0502040204020203" pitchFamily="34" charset="0"/>
              </a:rPr>
              <a:t> </a:t>
            </a:r>
            <a:r>
              <a:rPr lang="en-GB" sz="5400" b="1" spc="-300" dirty="0" err="1">
                <a:solidFill>
                  <a:schemeClr val="tx2"/>
                </a:solidFill>
                <a:latin typeface="Segoe UI" panose="020B0502040204020203" pitchFamily="34" charset="0"/>
                <a:cs typeface="Segoe UI" panose="020B0502040204020203" pitchFamily="34" charset="0"/>
              </a:rPr>
              <a:t>teníamos</a:t>
            </a:r>
            <a:endParaRPr lang="en-GB" sz="5400" b="1" spc="-300" dirty="0">
              <a:solidFill>
                <a:schemeClr val="tx2"/>
              </a:solidFill>
              <a:latin typeface="Segoe UI" panose="020B0502040204020203"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17524289-1977-4F4B-92F0-3A64AE5DF7A0}"/>
              </a:ext>
            </a:extLst>
          </p:cNvPr>
          <p:cNvGrpSpPr/>
          <p:nvPr/>
        </p:nvGrpSpPr>
        <p:grpSpPr>
          <a:xfrm>
            <a:off x="1092200" y="3404327"/>
            <a:ext cx="3181672" cy="1865717"/>
            <a:chOff x="1936019" y="4242908"/>
            <a:chExt cx="3181672" cy="1865717"/>
          </a:xfrm>
        </p:grpSpPr>
        <p:sp>
          <p:nvSpPr>
            <p:cNvPr id="4" name="TextBox 3">
              <a:extLst>
                <a:ext uri="{FF2B5EF4-FFF2-40B4-BE49-F238E27FC236}">
                  <a16:creationId xmlns:a16="http://schemas.microsoft.com/office/drawing/2014/main" id="{E890E8E2-5EFF-4021-A124-ADC47A8A010B}"/>
                </a:ext>
              </a:extLst>
            </p:cNvPr>
            <p:cNvSpPr txBox="1"/>
            <p:nvPr/>
          </p:nvSpPr>
          <p:spPr>
            <a:xfrm>
              <a:off x="1936019" y="4687274"/>
              <a:ext cx="3181672" cy="1421351"/>
            </a:xfrm>
            <a:prstGeom prst="rect">
              <a:avLst/>
            </a:prstGeom>
            <a:noFill/>
          </p:spPr>
          <p:txBody>
            <a:bodyPr wrap="square" rtlCol="0">
              <a:spAutoFit/>
            </a:bodyPr>
            <a:lstStyle/>
            <a:p>
              <a:pPr>
                <a:lnSpc>
                  <a:spcPct val="130000"/>
                </a:lnSpc>
                <a:spcBef>
                  <a:spcPts val="1200"/>
                </a:spcBef>
              </a:pPr>
              <a:r>
                <a:rPr lang="en-GB" sz="1200" dirty="0" err="1">
                  <a:solidFill>
                    <a:schemeClr val="tx1">
                      <a:lumMod val="50000"/>
                      <a:lumOff val="50000"/>
                    </a:schemeClr>
                  </a:solidFill>
                  <a:latin typeface="Segoe UI" panose="020B0502040204020203" pitchFamily="34" charset="0"/>
                  <a:cs typeface="Segoe UI" panose="020B0502040204020203" pitchFamily="34" charset="0"/>
                </a:rPr>
                <a:t>Entornos</a:t>
              </a:r>
              <a:r>
                <a:rPr lang="en-GB" sz="1200" dirty="0">
                  <a:solidFill>
                    <a:schemeClr val="tx1">
                      <a:lumMod val="50000"/>
                      <a:lumOff val="50000"/>
                    </a:schemeClr>
                  </a:solidFill>
                  <a:latin typeface="Segoe UI" panose="020B0502040204020203" pitchFamily="34" charset="0"/>
                  <a:cs typeface="Segoe UI" panose="020B0502040204020203" pitchFamily="34" charset="0"/>
                </a:rPr>
                <a:t> con Managed Environments, environment groups y Settings Enforcer. El Default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endurecido</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pero</a:t>
              </a:r>
              <a:r>
                <a:rPr lang="en-GB" sz="1200" dirty="0">
                  <a:solidFill>
                    <a:schemeClr val="tx1">
                      <a:lumMod val="50000"/>
                      <a:lumOff val="50000"/>
                    </a:schemeClr>
                  </a:solidFill>
                  <a:latin typeface="Segoe UI" panose="020B0502040204020203" pitchFamily="34" charset="0"/>
                  <a:cs typeface="Segoe UI" panose="020B0502040204020203" pitchFamily="34" charset="0"/>
                </a:rPr>
                <a:t> no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apagado</a:t>
              </a:r>
              <a:r>
                <a:rPr lang="en-GB" sz="1200" dirty="0">
                  <a:solidFill>
                    <a:schemeClr val="tx1">
                      <a:lumMod val="50000"/>
                      <a:lumOff val="50000"/>
                    </a:schemeClr>
                  </a:solidFill>
                  <a:latin typeface="Segoe UI" panose="020B0502040204020203" pitchFamily="34" charset="0"/>
                  <a:cs typeface="Segoe UI" panose="020B0502040204020203" pitchFamily="34" charset="0"/>
                </a:rPr>
                <a:t>.</a:t>
              </a:r>
            </a:p>
            <a:p>
              <a:pPr>
                <a:lnSpc>
                  <a:spcPct val="130000"/>
                </a:lnSpc>
                <a:spcBef>
                  <a:spcPts val="1200"/>
                </a:spcBef>
              </a:pPr>
              <a:r>
                <a:rPr lang="en-GB" sz="1200" dirty="0">
                  <a:solidFill>
                    <a:schemeClr val="tx1">
                      <a:lumMod val="50000"/>
                      <a:lumOff val="50000"/>
                    </a:schemeClr>
                  </a:solidFill>
                  <a:latin typeface="Segoe UI" panose="020B0502040204020203" pitchFamily="34" charset="0"/>
                  <a:cs typeface="Segoe UI" panose="020B0502040204020203" pitchFamily="34" charset="0"/>
                </a:rPr>
                <a:t>El maker no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pide</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permiso</a:t>
              </a:r>
              <a:r>
                <a:rPr lang="en-GB" sz="1200" dirty="0">
                  <a:solidFill>
                    <a:schemeClr val="tx1">
                      <a:lumMod val="50000"/>
                      <a:lumOff val="50000"/>
                    </a:schemeClr>
                  </a:solidFill>
                  <a:latin typeface="Segoe UI" panose="020B0502040204020203" pitchFamily="34" charset="0"/>
                  <a:cs typeface="Segoe UI" panose="020B0502040204020203" pitchFamily="34" charset="0"/>
                </a:rPr>
                <a:t> a un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comité</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elige</a:t>
              </a:r>
              <a:r>
                <a:rPr lang="en-GB" sz="1200" dirty="0">
                  <a:solidFill>
                    <a:schemeClr val="tx1">
                      <a:lumMod val="50000"/>
                      <a:lumOff val="50000"/>
                    </a:schemeClr>
                  </a:solidFill>
                  <a:latin typeface="Segoe UI" panose="020B0502040204020203" pitchFamily="34" charset="0"/>
                  <a:cs typeface="Segoe UI" panose="020B0502040204020203" pitchFamily="34" charset="0"/>
                </a:rPr>
                <a:t> la via.</a:t>
              </a:r>
            </a:p>
          </p:txBody>
        </p:sp>
        <p:grpSp>
          <p:nvGrpSpPr>
            <p:cNvPr id="9" name="Group 8">
              <a:extLst>
                <a:ext uri="{FF2B5EF4-FFF2-40B4-BE49-F238E27FC236}">
                  <a16:creationId xmlns:a16="http://schemas.microsoft.com/office/drawing/2014/main" id="{9F1CFC21-3D99-4DF6-82EB-5D71A2CC89EF}"/>
                </a:ext>
              </a:extLst>
            </p:cNvPr>
            <p:cNvGrpSpPr/>
            <p:nvPr/>
          </p:nvGrpSpPr>
          <p:grpSpPr>
            <a:xfrm>
              <a:off x="2022608" y="4242908"/>
              <a:ext cx="3095083" cy="353943"/>
              <a:chOff x="2022608" y="4242908"/>
              <a:chExt cx="3142188" cy="353943"/>
            </a:xfrm>
          </p:grpSpPr>
          <p:sp>
            <p:nvSpPr>
              <p:cNvPr id="6" name="Freeform: Shape 5">
                <a:extLst>
                  <a:ext uri="{FF2B5EF4-FFF2-40B4-BE49-F238E27FC236}">
                    <a16:creationId xmlns:a16="http://schemas.microsoft.com/office/drawing/2014/main" id="{A0226EA6-E2E9-467E-A027-0BEE0DC38B68}"/>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B5260831-9236-45DA-BBEB-B9CFEF51E928}"/>
                  </a:ext>
                </a:extLst>
              </p:cNvPr>
              <p:cNvSpPr txBox="1"/>
              <p:nvPr/>
            </p:nvSpPr>
            <p:spPr>
              <a:xfrm>
                <a:off x="2339296" y="4242908"/>
                <a:ext cx="2825500" cy="353943"/>
              </a:xfrm>
              <a:prstGeom prst="rect">
                <a:avLst/>
              </a:prstGeom>
              <a:noFill/>
            </p:spPr>
            <p:txBody>
              <a:bodyPr wrap="square" rtlCol="0">
                <a:spAutoFit/>
              </a:bodyPr>
              <a:lstStyle/>
              <a:p>
                <a:r>
                  <a:rPr lang="en-GB" sz="1700" b="1" dirty="0" err="1">
                    <a:solidFill>
                      <a:schemeClr val="tx1">
                        <a:lumMod val="75000"/>
                        <a:lumOff val="25000"/>
                      </a:schemeClr>
                    </a:solidFill>
                    <a:latin typeface="Segoe UI" panose="020B0502040204020203" pitchFamily="34" charset="0"/>
                    <a:cs typeface="Segoe UI" panose="020B0502040204020203" pitchFamily="34" charset="0"/>
                  </a:rPr>
                  <a:t>Guías</a:t>
                </a:r>
                <a:endParaRPr lang="en-GB" sz="1700" b="1" dirty="0">
                  <a:solidFill>
                    <a:schemeClr val="tx1">
                      <a:lumMod val="75000"/>
                      <a:lumOff val="25000"/>
                    </a:schemeClr>
                  </a:solidFill>
                  <a:latin typeface="Segoe UI" panose="020B0502040204020203" pitchFamily="34" charset="0"/>
                  <a:cs typeface="Segoe UI" panose="020B0502040204020203" pitchFamily="34" charset="0"/>
                </a:endParaRPr>
              </a:p>
            </p:txBody>
          </p:sp>
        </p:grpSp>
      </p:grpSp>
      <p:grpSp>
        <p:nvGrpSpPr>
          <p:cNvPr id="12" name="Group 11">
            <a:extLst>
              <a:ext uri="{FF2B5EF4-FFF2-40B4-BE49-F238E27FC236}">
                <a16:creationId xmlns:a16="http://schemas.microsoft.com/office/drawing/2014/main" id="{B41DE82D-769C-4795-8FA3-95D243D5B78C}"/>
              </a:ext>
            </a:extLst>
          </p:cNvPr>
          <p:cNvGrpSpPr/>
          <p:nvPr/>
        </p:nvGrpSpPr>
        <p:grpSpPr>
          <a:xfrm>
            <a:off x="4505164" y="3404327"/>
            <a:ext cx="3181672" cy="2110720"/>
            <a:chOff x="1936019" y="4242908"/>
            <a:chExt cx="3181672" cy="2110720"/>
          </a:xfrm>
        </p:grpSpPr>
        <p:sp>
          <p:nvSpPr>
            <p:cNvPr id="13" name="TextBox 12">
              <a:extLst>
                <a:ext uri="{FF2B5EF4-FFF2-40B4-BE49-F238E27FC236}">
                  <a16:creationId xmlns:a16="http://schemas.microsoft.com/office/drawing/2014/main" id="{14738028-06C4-4558-B3CA-2C24E076868E}"/>
                </a:ext>
              </a:extLst>
            </p:cNvPr>
            <p:cNvSpPr txBox="1"/>
            <p:nvPr/>
          </p:nvSpPr>
          <p:spPr>
            <a:xfrm>
              <a:off x="1936019" y="4687274"/>
              <a:ext cx="3181672" cy="1666354"/>
            </a:xfrm>
            <a:prstGeom prst="rect">
              <a:avLst/>
            </a:prstGeom>
            <a:noFill/>
          </p:spPr>
          <p:txBody>
            <a:bodyPr wrap="square" rtlCol="0">
              <a:spAutoFit/>
            </a:bodyPr>
            <a:lstStyle/>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Autenticación, canales, conectores y endpoint filtering en HTTP y SharePoint. Las ACP cambian a allowlist y bloquean servidores MCP.</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Solo para lo construido en Power Platform.</a:t>
              </a:r>
            </a:p>
          </p:txBody>
        </p:sp>
        <p:grpSp>
          <p:nvGrpSpPr>
            <p:cNvPr id="14" name="Group 13">
              <a:extLst>
                <a:ext uri="{FF2B5EF4-FFF2-40B4-BE49-F238E27FC236}">
                  <a16:creationId xmlns:a16="http://schemas.microsoft.com/office/drawing/2014/main" id="{C791E4A9-ABC3-4174-BA88-6951C26A2102}"/>
                </a:ext>
              </a:extLst>
            </p:cNvPr>
            <p:cNvGrpSpPr/>
            <p:nvPr/>
          </p:nvGrpSpPr>
          <p:grpSpPr>
            <a:xfrm>
              <a:off x="2022608" y="4242908"/>
              <a:ext cx="3095083" cy="400110"/>
              <a:chOff x="2022608" y="4242908"/>
              <a:chExt cx="3142188" cy="400110"/>
            </a:xfrm>
          </p:grpSpPr>
          <p:sp>
            <p:nvSpPr>
              <p:cNvPr id="15" name="Freeform: Shape 14">
                <a:extLst>
                  <a:ext uri="{FF2B5EF4-FFF2-40B4-BE49-F238E27FC236}">
                    <a16:creationId xmlns:a16="http://schemas.microsoft.com/office/drawing/2014/main" id="{ED67F735-92A3-4C9F-B152-8E8FCCCB983E}"/>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F63D3957-F30B-440E-B440-DC2AA7C9D7EA}"/>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DLP y ACP</a:t>
                </a:r>
              </a:p>
            </p:txBody>
          </p:sp>
        </p:grpSp>
      </p:grpSp>
      <p:grpSp>
        <p:nvGrpSpPr>
          <p:cNvPr id="17" name="Group 16">
            <a:extLst>
              <a:ext uri="{FF2B5EF4-FFF2-40B4-BE49-F238E27FC236}">
                <a16:creationId xmlns:a16="http://schemas.microsoft.com/office/drawing/2014/main" id="{F29E00D3-4BDA-4C64-9E72-7E4BABE5C94A}"/>
              </a:ext>
            </a:extLst>
          </p:cNvPr>
          <p:cNvGrpSpPr/>
          <p:nvPr/>
        </p:nvGrpSpPr>
        <p:grpSpPr>
          <a:xfrm>
            <a:off x="7918128" y="3404327"/>
            <a:ext cx="3181672" cy="2350785"/>
            <a:chOff x="1936019" y="4242908"/>
            <a:chExt cx="3181672" cy="2350785"/>
          </a:xfrm>
        </p:grpSpPr>
        <p:sp>
          <p:nvSpPr>
            <p:cNvPr id="18" name="TextBox 17">
              <a:extLst>
                <a:ext uri="{FF2B5EF4-FFF2-40B4-BE49-F238E27FC236}">
                  <a16:creationId xmlns:a16="http://schemas.microsoft.com/office/drawing/2014/main" id="{AD5D4BCC-49F4-430F-952B-BF729AB9D292}"/>
                </a:ext>
              </a:extLst>
            </p:cNvPr>
            <p:cNvSpPr txBox="1"/>
            <p:nvPr/>
          </p:nvSpPr>
          <p:spPr>
            <a:xfrm>
              <a:off x="1936019" y="4687274"/>
              <a:ext cx="3181672" cy="1906419"/>
            </a:xfrm>
            <a:prstGeom prst="rect">
              <a:avLst/>
            </a:prstGeom>
            <a:noFill/>
          </p:spPr>
          <p:txBody>
            <a:bodyPr wrap="square" rtlCol="0">
              <a:spAutoFit/>
            </a:bodyPr>
            <a:lstStyle/>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Soluciones, pipelines y Git. Component collections para gobernar veinte componentes y no trescientos agentes.</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Evaluaciones con test sets y regresión antes de Producción.</a:t>
              </a:r>
            </a:p>
          </p:txBody>
        </p:sp>
        <p:grpSp>
          <p:nvGrpSpPr>
            <p:cNvPr id="19" name="Group 18">
              <a:extLst>
                <a:ext uri="{FF2B5EF4-FFF2-40B4-BE49-F238E27FC236}">
                  <a16:creationId xmlns:a16="http://schemas.microsoft.com/office/drawing/2014/main" id="{91756B72-705B-4F04-9123-FD3BB777428E}"/>
                </a:ext>
              </a:extLst>
            </p:cNvPr>
            <p:cNvGrpSpPr/>
            <p:nvPr/>
          </p:nvGrpSpPr>
          <p:grpSpPr>
            <a:xfrm>
              <a:off x="2022608" y="4242908"/>
              <a:ext cx="3095083" cy="400110"/>
              <a:chOff x="2022608" y="4242908"/>
              <a:chExt cx="3142188" cy="400110"/>
            </a:xfrm>
          </p:grpSpPr>
          <p:sp>
            <p:nvSpPr>
              <p:cNvPr id="20" name="Freeform: Shape 19">
                <a:extLst>
                  <a:ext uri="{FF2B5EF4-FFF2-40B4-BE49-F238E27FC236}">
                    <a16:creationId xmlns:a16="http://schemas.microsoft.com/office/drawing/2014/main" id="{95A9D937-DFD9-40ED-B8EC-06AB72810556}"/>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472A0BD0-DC4B-4640-9007-EABAD7799388}"/>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ALM y calidad</a:t>
                </a:r>
              </a:p>
            </p:txBody>
          </p:sp>
        </p:grpSp>
      </p:grpSp>
      <p:sp>
        <p:nvSpPr>
          <p:cNvPr id="45" name="Freeform: Shape 44">
            <a:extLst>
              <a:ext uri="{FF2B5EF4-FFF2-40B4-BE49-F238E27FC236}">
                <a16:creationId xmlns:a16="http://schemas.microsoft.com/office/drawing/2014/main" id="{641310B7-2D26-4B8E-B802-4AA8EA575187}"/>
              </a:ext>
            </a:extLst>
          </p:cNvPr>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D4B55173-D163-4D03-84FE-14105F59E0B0}"/>
              </a:ext>
            </a:extLst>
          </p:cNvPr>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60884434"/>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Graphic 51">
            <a:extLst>
              <a:ext uri="{FF2B5EF4-FFF2-40B4-BE49-F238E27FC236}">
                <a16:creationId xmlns:a16="http://schemas.microsoft.com/office/drawing/2014/main" id="{9F636FB6-D148-48DD-969F-3AB04C9B672C}"/>
              </a:ext>
            </a:extLst>
          </p:cNvPr>
          <p:cNvSpPr/>
          <p:nvPr/>
        </p:nvSpPr>
        <p:spPr>
          <a:xfrm>
            <a:off x="-242853" y="911218"/>
            <a:ext cx="1293435" cy="1403515"/>
          </a:xfrm>
          <a:custGeom>
            <a:avLst/>
            <a:gdLst>
              <a:gd name="connsiteX0" fmla="*/ 870643 w 1790700"/>
              <a:gd name="connsiteY0" fmla="*/ 586406 h 1943100"/>
              <a:gd name="connsiteX1" fmla="*/ 1257358 w 1790700"/>
              <a:gd name="connsiteY1" fmla="*/ 546401 h 1943100"/>
              <a:gd name="connsiteX2" fmla="*/ 1639310 w 1790700"/>
              <a:gd name="connsiteY2" fmla="*/ 574023 h 1943100"/>
              <a:gd name="connsiteX3" fmla="*/ 1782185 w 1790700"/>
              <a:gd name="connsiteY3" fmla="*/ 895968 h 1943100"/>
              <a:gd name="connsiteX4" fmla="*/ 1491673 w 1790700"/>
              <a:gd name="connsiteY4" fmla="*/ 1057894 h 1943100"/>
              <a:gd name="connsiteX5" fmla="*/ 1163060 w 1790700"/>
              <a:gd name="connsiteY5" fmla="*/ 1155049 h 1943100"/>
              <a:gd name="connsiteX6" fmla="*/ 962083 w 1790700"/>
              <a:gd name="connsiteY6" fmla="*/ 1713213 h 1943100"/>
              <a:gd name="connsiteX7" fmla="*/ 409633 w 1790700"/>
              <a:gd name="connsiteY7" fmla="*/ 1930383 h 1943100"/>
              <a:gd name="connsiteX8" fmla="*/ 13393 w 1790700"/>
              <a:gd name="connsiteY8" fmla="*/ 1458896 h 1943100"/>
              <a:gd name="connsiteX9" fmla="*/ 138170 w 1790700"/>
              <a:gd name="connsiteY9" fmla="*/ 839771 h 1943100"/>
              <a:gd name="connsiteX10" fmla="*/ 266758 w 1790700"/>
              <a:gd name="connsiteY10" fmla="*/ 520683 h 1943100"/>
              <a:gd name="connsiteX11" fmla="*/ 202940 w 1790700"/>
              <a:gd name="connsiteY11" fmla="*/ 333993 h 1943100"/>
              <a:gd name="connsiteX12" fmla="*/ 148648 w 1790700"/>
              <a:gd name="connsiteY12" fmla="*/ 144446 h 1943100"/>
              <a:gd name="connsiteX13" fmla="*/ 339148 w 1790700"/>
              <a:gd name="connsiteY13" fmla="*/ 13953 h 1943100"/>
              <a:gd name="connsiteX14" fmla="*/ 422968 w 1790700"/>
              <a:gd name="connsiteY14" fmla="*/ 205406 h 1943100"/>
              <a:gd name="connsiteX15" fmla="*/ 870643 w 1790700"/>
              <a:gd name="connsiteY15" fmla="*/ 586406 h 194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90700" h="1943100">
                <a:moveTo>
                  <a:pt x="870643" y="586406"/>
                </a:moveTo>
                <a:cubicBezTo>
                  <a:pt x="1000183" y="601646"/>
                  <a:pt x="1128770" y="568308"/>
                  <a:pt x="1257358" y="546401"/>
                </a:cubicBezTo>
                <a:cubicBezTo>
                  <a:pt x="1385945" y="524493"/>
                  <a:pt x="1523105" y="515921"/>
                  <a:pt x="1639310" y="574023"/>
                </a:cubicBezTo>
                <a:cubicBezTo>
                  <a:pt x="1755515" y="632126"/>
                  <a:pt x="1836478" y="777858"/>
                  <a:pt x="1782185" y="895968"/>
                </a:cubicBezTo>
                <a:cubicBezTo>
                  <a:pt x="1733608" y="1000743"/>
                  <a:pt x="1605973" y="1041701"/>
                  <a:pt x="1491673" y="1057894"/>
                </a:cubicBezTo>
                <a:cubicBezTo>
                  <a:pt x="1377373" y="1074086"/>
                  <a:pt x="1251643" y="1080754"/>
                  <a:pt x="1163060" y="1155049"/>
                </a:cubicBezTo>
                <a:cubicBezTo>
                  <a:pt x="1008755" y="1284588"/>
                  <a:pt x="1050665" y="1532238"/>
                  <a:pt x="962083" y="1713213"/>
                </a:cubicBezTo>
                <a:cubicBezTo>
                  <a:pt x="866833" y="1906571"/>
                  <a:pt x="615373" y="1995154"/>
                  <a:pt x="409633" y="1930383"/>
                </a:cubicBezTo>
                <a:cubicBezTo>
                  <a:pt x="203893" y="1865613"/>
                  <a:pt x="54350" y="1670351"/>
                  <a:pt x="13393" y="1458896"/>
                </a:cubicBezTo>
                <a:cubicBezTo>
                  <a:pt x="-27565" y="1247441"/>
                  <a:pt x="28633" y="1024556"/>
                  <a:pt x="138170" y="839771"/>
                </a:cubicBezTo>
                <a:cubicBezTo>
                  <a:pt x="197225" y="738806"/>
                  <a:pt x="274378" y="636889"/>
                  <a:pt x="266758" y="520683"/>
                </a:cubicBezTo>
                <a:cubicBezTo>
                  <a:pt x="262948" y="454008"/>
                  <a:pt x="231515" y="393048"/>
                  <a:pt x="202940" y="333993"/>
                </a:cubicBezTo>
                <a:cubicBezTo>
                  <a:pt x="173413" y="273986"/>
                  <a:pt x="145790" y="211121"/>
                  <a:pt x="148648" y="144446"/>
                </a:cubicBezTo>
                <a:cubicBezTo>
                  <a:pt x="153410" y="48243"/>
                  <a:pt x="243898" y="-33672"/>
                  <a:pt x="339148" y="13953"/>
                </a:cubicBezTo>
                <a:cubicBezTo>
                  <a:pt x="411538" y="50148"/>
                  <a:pt x="399155" y="139683"/>
                  <a:pt x="422968" y="205406"/>
                </a:cubicBezTo>
                <a:cubicBezTo>
                  <a:pt x="495358" y="401621"/>
                  <a:pt x="654425" y="561641"/>
                  <a:pt x="870643" y="586406"/>
                </a:cubicBezTo>
                <a:close/>
              </a:path>
            </a:pathLst>
          </a:custGeom>
          <a:solidFill>
            <a:schemeClr val="accent3"/>
          </a:solidFill>
          <a:ln w="9525" cap="flat">
            <a:noFill/>
            <a:prstDash val="solid"/>
            <a:miter/>
          </a:ln>
        </p:spPr>
        <p:txBody>
          <a:bodyPr rtlCol="0" anchor="ctr"/>
          <a:lstStyle/>
          <a:p>
            <a:endParaRPr lang="en-GB"/>
          </a:p>
        </p:txBody>
      </p:sp>
      <p:sp>
        <p:nvSpPr>
          <p:cNvPr id="88" name="Freeform: Shape 87">
            <a:extLst>
              <a:ext uri="{FF2B5EF4-FFF2-40B4-BE49-F238E27FC236}">
                <a16:creationId xmlns:a16="http://schemas.microsoft.com/office/drawing/2014/main" id="{C960BED8-C705-4417-99C4-F768077BF3DE}"/>
              </a:ext>
            </a:extLst>
          </p:cNvPr>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89" name="Freeform: Shape 88">
            <a:extLst>
              <a:ext uri="{FF2B5EF4-FFF2-40B4-BE49-F238E27FC236}">
                <a16:creationId xmlns:a16="http://schemas.microsoft.com/office/drawing/2014/main" id="{D3AAE508-6F29-4F15-903E-D6F0F9A5A995}"/>
              </a:ext>
            </a:extLst>
          </p:cNvPr>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p>
        </p:txBody>
      </p:sp>
      <p:grpSp>
        <p:nvGrpSpPr>
          <p:cNvPr id="12" name="Group 11">
            <a:extLst>
              <a:ext uri="{FF2B5EF4-FFF2-40B4-BE49-F238E27FC236}">
                <a16:creationId xmlns:a16="http://schemas.microsoft.com/office/drawing/2014/main" id="{9F8D0E0A-FD6A-45CF-ADD1-ECB582B4E67B}"/>
              </a:ext>
            </a:extLst>
          </p:cNvPr>
          <p:cNvGrpSpPr/>
          <p:nvPr/>
        </p:nvGrpSpPr>
        <p:grpSpPr>
          <a:xfrm>
            <a:off x="1415846" y="624264"/>
            <a:ext cx="9360311" cy="1010901"/>
            <a:chOff x="1415845" y="552450"/>
            <a:chExt cx="9360310" cy="1010901"/>
          </a:xfrm>
        </p:grpSpPr>
        <p:sp>
          <p:nvSpPr>
            <p:cNvPr id="13" name="TextBox 12">
              <a:extLst>
                <a:ext uri="{FF2B5EF4-FFF2-40B4-BE49-F238E27FC236}">
                  <a16:creationId xmlns:a16="http://schemas.microsoft.com/office/drawing/2014/main" id="{90897364-D02C-4E5B-94D4-6C5AC35B58D7}"/>
                </a:ext>
              </a:extLst>
            </p:cNvPr>
            <p:cNvSpPr txBox="1"/>
            <p:nvPr/>
          </p:nvSpPr>
          <p:spPr>
            <a:xfrm>
              <a:off x="1415845" y="855465"/>
              <a:ext cx="9360310" cy="707886"/>
            </a:xfrm>
            <a:prstGeom prst="rect">
              <a:avLst/>
            </a:prstGeom>
            <a:noFill/>
          </p:spPr>
          <p:txBody>
            <a:bodyPr wrap="square" rtlCol="0">
              <a:spAutoFit/>
            </a:bodyPr>
            <a:lstStyle/>
            <a:p>
              <a:pPr algn="ctr"/>
              <a:r>
                <a:rPr lang="en-US" sz="4000" b="1" dirty="0">
                  <a:solidFill>
                    <a:schemeClr val="tx1">
                      <a:lumMod val="75000"/>
                      <a:lumOff val="25000"/>
                    </a:schemeClr>
                  </a:solidFill>
                  <a:latin typeface="+mj-lt"/>
                  <a:cs typeface="Poppins ExtraBold" panose="00000900000000000000" pitchFamily="2" charset="0"/>
                </a:rPr>
                <a:t>Los cuatro </a:t>
              </a:r>
              <a:r>
                <a:rPr lang="en-US" sz="4000" b="1" dirty="0" err="1">
                  <a:solidFill>
                    <a:schemeClr val="tx1">
                      <a:lumMod val="75000"/>
                      <a:lumOff val="25000"/>
                    </a:schemeClr>
                  </a:solidFill>
                  <a:latin typeface="+mj-lt"/>
                  <a:cs typeface="Poppins ExtraBold" panose="00000900000000000000" pitchFamily="2" charset="0"/>
                </a:rPr>
                <a:t>controles</a:t>
              </a:r>
              <a:endParaRPr lang="en-GB" sz="4000" b="1" dirty="0">
                <a:solidFill>
                  <a:schemeClr val="tx1">
                    <a:lumMod val="75000"/>
                    <a:lumOff val="25000"/>
                  </a:schemeClr>
                </a:solidFill>
                <a:latin typeface="+mj-lt"/>
                <a:cs typeface="Poppins ExtraBold" panose="00000900000000000000" pitchFamily="2" charset="0"/>
              </a:endParaRPr>
            </a:p>
          </p:txBody>
        </p:sp>
        <p:sp>
          <p:nvSpPr>
            <p:cNvPr id="14" name="TextBox 13">
              <a:extLst>
                <a:ext uri="{FF2B5EF4-FFF2-40B4-BE49-F238E27FC236}">
                  <a16:creationId xmlns:a16="http://schemas.microsoft.com/office/drawing/2014/main" id="{19536925-2BD6-4E72-8405-DA76DF8945FC}"/>
                </a:ext>
              </a:extLst>
            </p:cNvPr>
            <p:cNvSpPr txBox="1"/>
            <p:nvPr/>
          </p:nvSpPr>
          <p:spPr>
            <a:xfrm>
              <a:off x="4139381" y="552450"/>
              <a:ext cx="3913238" cy="307777"/>
            </a:xfrm>
            <a:prstGeom prst="rect">
              <a:avLst/>
            </a:prstGeom>
            <a:noFill/>
          </p:spPr>
          <p:txBody>
            <a:bodyPr wrap="square" rtlCol="0">
              <a:spAutoFit/>
            </a:bodyPr>
            <a:lstStyle/>
            <a:p>
              <a:pPr algn="ctr"/>
              <a:r>
                <a:rPr lang="en-US" sz="1400">
                  <a:solidFill>
                    <a:schemeClr val="accent6"/>
                  </a:solidFill>
                  <a:latin typeface="+mj-lt"/>
                  <a:cs typeface="Poppins ExtraBold" panose="00000900000000000000" pitchFamily="2" charset="0"/>
                </a:rPr>
                <a:t>Ya existía antes de Agent 365</a:t>
              </a:r>
              <a:endParaRPr lang="en-GB" sz="1400">
                <a:solidFill>
                  <a:schemeClr val="accent6"/>
                </a:solidFill>
                <a:latin typeface="+mj-lt"/>
                <a:cs typeface="Poppins ExtraBold" panose="00000900000000000000" pitchFamily="2" charset="0"/>
              </a:endParaRPr>
            </a:p>
          </p:txBody>
        </p:sp>
      </p:grpSp>
      <p:graphicFrame>
        <p:nvGraphicFramePr>
          <p:cNvPr id="90" name="Table 89"/>
          <p:cNvGraphicFramePr>
            <a:graphicFrameLocks noGrp="1"/>
          </p:cNvGraphicFramePr>
          <p:nvPr/>
        </p:nvGraphicFramePr>
        <p:xfrm>
          <a:off x="1088136" y="1975104"/>
          <a:ext cx="10003536" cy="3922776"/>
        </p:xfrm>
        <a:graphic>
          <a:graphicData uri="http://schemas.openxmlformats.org/drawingml/2006/table">
            <a:tbl>
              <a:tblPr firstRow="1" bandRow="1">
                <a:tableStyleId>{5C22544A-7EE6-4342-B048-85BDC9FD1C3A}</a:tableStyleId>
              </a:tblPr>
              <a:tblGrid>
                <a:gridCol w="1481328">
                  <a:extLst>
                    <a:ext uri="{9D8B030D-6E8A-4147-A177-3AD203B41FA5}">
                      <a16:colId xmlns:a16="http://schemas.microsoft.com/office/drawing/2014/main" val="20000"/>
                    </a:ext>
                  </a:extLst>
                </a:gridCol>
                <a:gridCol w="2130552">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gridCol w="2130552">
                  <a:extLst>
                    <a:ext uri="{9D8B030D-6E8A-4147-A177-3AD203B41FA5}">
                      <a16:colId xmlns:a16="http://schemas.microsoft.com/office/drawing/2014/main" val="20003"/>
                    </a:ext>
                  </a:extLst>
                </a:gridCol>
                <a:gridCol w="2130552">
                  <a:extLst>
                    <a:ext uri="{9D8B030D-6E8A-4147-A177-3AD203B41FA5}">
                      <a16:colId xmlns:a16="http://schemas.microsoft.com/office/drawing/2014/main" val="20004"/>
                    </a:ext>
                  </a:extLst>
                </a:gridCol>
              </a:tblGrid>
              <a:tr h="402336">
                <a:tc>
                  <a:txBody>
                    <a:bodyPr/>
                    <a:lstStyle/>
                    <a:p>
                      <a:endParaRPr/>
                    </a:p>
                  </a:txBody>
                  <a:tcPr marL="73152" marR="73152" marT="36576" marB="36576" anchor="ctr">
                    <a:solidFill>
                      <a:srgbClr val="292B45"/>
                    </a:solidFill>
                  </a:tcPr>
                </a:tc>
                <a:tc>
                  <a:txBody>
                    <a:bodyPr/>
                    <a:lstStyle/>
                    <a:p>
                      <a:r>
                        <a:rPr sz="1200" b="1">
                          <a:solidFill>
                            <a:srgbClr val="FFFFFF"/>
                          </a:solidFill>
                          <a:latin typeface="Open Sans Light"/>
                        </a:rPr>
                        <a:t>Playground</a:t>
                      </a:r>
                    </a:p>
                  </a:txBody>
                  <a:tcPr marL="73152" marR="73152" marT="36576" marB="36576" anchor="ctr">
                    <a:solidFill>
                      <a:srgbClr val="292B45"/>
                    </a:solidFill>
                  </a:tcPr>
                </a:tc>
                <a:tc>
                  <a:txBody>
                    <a:bodyPr/>
                    <a:lstStyle/>
                    <a:p>
                      <a:r>
                        <a:rPr sz="1200" b="1">
                          <a:solidFill>
                            <a:srgbClr val="FFFFFF"/>
                          </a:solidFill>
                          <a:latin typeface="Open Sans Light"/>
                        </a:rPr>
                        <a:t>Equipo</a:t>
                      </a:r>
                    </a:p>
                  </a:txBody>
                  <a:tcPr marL="73152" marR="73152" marT="36576" marB="36576" anchor="ctr">
                    <a:solidFill>
                      <a:srgbClr val="292B45"/>
                    </a:solidFill>
                  </a:tcPr>
                </a:tc>
                <a:tc>
                  <a:txBody>
                    <a:bodyPr/>
                    <a:lstStyle/>
                    <a:p>
                      <a:r>
                        <a:rPr sz="1200" b="1">
                          <a:solidFill>
                            <a:srgbClr val="FFFFFF"/>
                          </a:solidFill>
                          <a:latin typeface="Open Sans Light"/>
                        </a:rPr>
                        <a:t>Producción</a:t>
                      </a:r>
                    </a:p>
                  </a:txBody>
                  <a:tcPr marL="73152" marR="73152" marT="36576" marB="36576" anchor="ctr">
                    <a:solidFill>
                      <a:srgbClr val="292B45"/>
                    </a:solidFill>
                  </a:tcPr>
                </a:tc>
                <a:tc>
                  <a:txBody>
                    <a:bodyPr/>
                    <a:lstStyle/>
                    <a:p>
                      <a:r>
                        <a:rPr sz="1200" b="1">
                          <a:solidFill>
                            <a:srgbClr val="FFFFFF"/>
                          </a:solidFill>
                          <a:latin typeface="Open Sans Light"/>
                        </a:rPr>
                        <a:t>Enterprise</a:t>
                      </a:r>
                    </a:p>
                  </a:txBody>
                  <a:tcPr marL="73152" marR="73152" marT="36576" marB="36576" anchor="ctr">
                    <a:solidFill>
                      <a:srgbClr val="292B45"/>
                    </a:solidFill>
                  </a:tcPr>
                </a:tc>
                <a:extLst>
                  <a:ext uri="{0D108BD9-81ED-4DB2-BD59-A6C34878D82A}">
                    <a16:rowId xmlns:a16="http://schemas.microsoft.com/office/drawing/2014/main" val="10000"/>
                  </a:ext>
                </a:extLst>
              </a:tr>
              <a:tr h="502920">
                <a:tc>
                  <a:txBody>
                    <a:bodyPr/>
                    <a:lstStyle/>
                    <a:p>
                      <a:r>
                        <a:rPr sz="1050" b="1">
                          <a:solidFill>
                            <a:srgbClr val="119F9A"/>
                          </a:solidFill>
                          <a:latin typeface="Open Sans Light"/>
                        </a:rPr>
                        <a:t>Entorno</a:t>
                      </a:r>
                    </a:p>
                  </a:txBody>
                  <a:tcPr marL="73152" marR="73152" marT="36576" marB="36576" anchor="ctr">
                    <a:solidFill>
                      <a:srgbClr val="ECF6F5"/>
                    </a:solidFill>
                  </a:tcPr>
                </a:tc>
                <a:tc>
                  <a:txBody>
                    <a:bodyPr/>
                    <a:lstStyle/>
                    <a:p>
                      <a:r>
                        <a:rPr sz="1050" b="0">
                          <a:solidFill>
                            <a:srgbClr val="292B45"/>
                          </a:solidFill>
                          <a:latin typeface="Open Sans Light"/>
                        </a:rPr>
                        <a:t>Default endurecido</a:t>
                      </a:r>
                    </a:p>
                  </a:txBody>
                  <a:tcPr marL="73152" marR="73152" marT="36576" marB="36576" anchor="ctr">
                    <a:solidFill>
                      <a:srgbClr val="FFFFFF"/>
                    </a:solidFill>
                  </a:tcPr>
                </a:tc>
                <a:tc>
                  <a:txBody>
                    <a:bodyPr/>
                    <a:lstStyle/>
                    <a:p>
                      <a:r>
                        <a:rPr sz="1050" b="0">
                          <a:solidFill>
                            <a:srgbClr val="292B45"/>
                          </a:solidFill>
                          <a:latin typeface="Open Sans Light"/>
                        </a:rPr>
                        <a:t>Dev por área, en group</a:t>
                      </a:r>
                    </a:p>
                  </a:txBody>
                  <a:tcPr marL="73152" marR="73152" marT="36576" marB="36576" anchor="ctr">
                    <a:solidFill>
                      <a:srgbClr val="FFFFFF"/>
                    </a:solidFill>
                  </a:tcPr>
                </a:tc>
                <a:tc>
                  <a:txBody>
                    <a:bodyPr/>
                    <a:lstStyle/>
                    <a:p>
                      <a:r>
                        <a:rPr sz="1050" b="0">
                          <a:solidFill>
                            <a:srgbClr val="292B45"/>
                          </a:solidFill>
                          <a:latin typeface="Open Sans Light"/>
                        </a:rPr>
                        <a:t>Dev/Test/Prod dedicados</a:t>
                      </a:r>
                    </a:p>
                  </a:txBody>
                  <a:tcPr marL="73152" marR="73152" marT="36576" marB="36576" anchor="ctr">
                    <a:solidFill>
                      <a:srgbClr val="FFFFFF"/>
                    </a:solidFill>
                  </a:tcPr>
                </a:tc>
                <a:tc>
                  <a:txBody>
                    <a:bodyPr/>
                    <a:lstStyle/>
                    <a:p>
                      <a:r>
                        <a:rPr sz="1050" b="0">
                          <a:solidFill>
                            <a:srgbClr val="292B45"/>
                          </a:solidFill>
                          <a:latin typeface="Open Sans Light"/>
                        </a:rPr>
                        <a:t>Dev/Test/Prod + DR</a:t>
                      </a:r>
                    </a:p>
                  </a:txBody>
                  <a:tcPr marL="73152" marR="73152" marT="36576" marB="36576" anchor="ctr">
                    <a:solidFill>
                      <a:srgbClr val="FFFFFF"/>
                    </a:solidFill>
                  </a:tcPr>
                </a:tc>
                <a:extLst>
                  <a:ext uri="{0D108BD9-81ED-4DB2-BD59-A6C34878D82A}">
                    <a16:rowId xmlns:a16="http://schemas.microsoft.com/office/drawing/2014/main" val="10001"/>
                  </a:ext>
                </a:extLst>
              </a:tr>
              <a:tr h="502920">
                <a:tc>
                  <a:txBody>
                    <a:bodyPr/>
                    <a:lstStyle/>
                    <a:p>
                      <a:r>
                        <a:rPr sz="1050" b="1">
                          <a:solidFill>
                            <a:srgbClr val="119F9A"/>
                          </a:solidFill>
                          <a:latin typeface="Open Sans Light"/>
                        </a:rPr>
                        <a:t>Datos</a:t>
                      </a:r>
                    </a:p>
                  </a:txBody>
                  <a:tcPr marL="73152" marR="73152" marT="36576" marB="36576" anchor="ctr">
                    <a:solidFill>
                      <a:srgbClr val="ECF6F5"/>
                    </a:solidFill>
                  </a:tcPr>
                </a:tc>
                <a:tc>
                  <a:txBody>
                    <a:bodyPr/>
                    <a:lstStyle/>
                    <a:p>
                      <a:r>
                        <a:rPr sz="1050" b="0">
                          <a:solidFill>
                            <a:srgbClr val="292B45"/>
                          </a:solidFill>
                          <a:latin typeface="Open Sans Light"/>
                        </a:rPr>
                        <a:t>Solo del propio usuario</a:t>
                      </a:r>
                    </a:p>
                  </a:txBody>
                  <a:tcPr marL="73152" marR="73152" marT="36576" marB="36576" anchor="ctr">
                    <a:solidFill>
                      <a:srgbClr val="F7F7F9"/>
                    </a:solidFill>
                  </a:tcPr>
                </a:tc>
                <a:tc>
                  <a:txBody>
                    <a:bodyPr/>
                    <a:lstStyle/>
                    <a:p>
                      <a:r>
                        <a:rPr sz="1050" b="0">
                          <a:solidFill>
                            <a:srgbClr val="292B45"/>
                          </a:solidFill>
                          <a:latin typeface="Open Sans Light"/>
                        </a:rPr>
                        <a:t>Del área, sin sensibles</a:t>
                      </a:r>
                    </a:p>
                  </a:txBody>
                  <a:tcPr marL="73152" marR="73152" marT="36576" marB="36576" anchor="ctr">
                    <a:solidFill>
                      <a:srgbClr val="F7F7F9"/>
                    </a:solidFill>
                  </a:tcPr>
                </a:tc>
                <a:tc>
                  <a:txBody>
                    <a:bodyPr/>
                    <a:lstStyle/>
                    <a:p>
                      <a:r>
                        <a:rPr sz="1050" b="0">
                          <a:solidFill>
                            <a:srgbClr val="292B45"/>
                          </a:solidFill>
                          <a:latin typeface="Open Sans Light"/>
                        </a:rPr>
                        <a:t>De negocio, con etiquetas</a:t>
                      </a:r>
                    </a:p>
                  </a:txBody>
                  <a:tcPr marL="73152" marR="73152" marT="36576" marB="36576" anchor="ctr">
                    <a:solidFill>
                      <a:srgbClr val="F7F7F9"/>
                    </a:solidFill>
                  </a:tcPr>
                </a:tc>
                <a:tc>
                  <a:txBody>
                    <a:bodyPr/>
                    <a:lstStyle/>
                    <a:p>
                      <a:r>
                        <a:rPr sz="1050" b="0">
                          <a:solidFill>
                            <a:srgbClr val="292B45"/>
                          </a:solidFill>
                          <a:latin typeface="Open Sans Light"/>
                        </a:rPr>
                        <a:t>Regulados</a:t>
                      </a:r>
                    </a:p>
                  </a:txBody>
                  <a:tcPr marL="73152" marR="73152" marT="36576" marB="36576" anchor="ctr">
                    <a:solidFill>
                      <a:srgbClr val="F7F7F9"/>
                    </a:solidFill>
                  </a:tcPr>
                </a:tc>
                <a:extLst>
                  <a:ext uri="{0D108BD9-81ED-4DB2-BD59-A6C34878D82A}">
                    <a16:rowId xmlns:a16="http://schemas.microsoft.com/office/drawing/2014/main" val="10002"/>
                  </a:ext>
                </a:extLst>
              </a:tr>
              <a:tr h="502920">
                <a:tc>
                  <a:txBody>
                    <a:bodyPr/>
                    <a:lstStyle/>
                    <a:p>
                      <a:r>
                        <a:rPr sz="1050" b="1">
                          <a:solidFill>
                            <a:srgbClr val="119F9A"/>
                          </a:solidFill>
                          <a:latin typeface="Open Sans Light"/>
                        </a:rPr>
                        <a:t>Connectors</a:t>
                      </a:r>
                    </a:p>
                  </a:txBody>
                  <a:tcPr marL="73152" marR="73152" marT="36576" marB="36576" anchor="ctr">
                    <a:solidFill>
                      <a:srgbClr val="ECF6F5"/>
                    </a:solidFill>
                  </a:tcPr>
                </a:tc>
                <a:tc>
                  <a:txBody>
                    <a:bodyPr/>
                    <a:lstStyle/>
                    <a:p>
                      <a:r>
                        <a:rPr sz="1050" b="0">
                          <a:solidFill>
                            <a:srgbClr val="292B45"/>
                          </a:solidFill>
                          <a:latin typeface="Open Sans Light"/>
                        </a:rPr>
                        <a:t>Allowlist mínima, sin HTTP</a:t>
                      </a:r>
                    </a:p>
                  </a:txBody>
                  <a:tcPr marL="73152" marR="73152" marT="36576" marB="36576" anchor="ctr">
                    <a:solidFill>
                      <a:srgbClr val="FFFFFF"/>
                    </a:solidFill>
                  </a:tcPr>
                </a:tc>
                <a:tc>
                  <a:txBody>
                    <a:bodyPr/>
                    <a:lstStyle/>
                    <a:p>
                      <a:r>
                        <a:rPr sz="1050" b="0">
                          <a:solidFill>
                            <a:srgbClr val="292B45"/>
                          </a:solidFill>
                          <a:latin typeface="Open Sans Light"/>
                        </a:rPr>
                        <a:t>Allowlist de área</a:t>
                      </a:r>
                    </a:p>
                  </a:txBody>
                  <a:tcPr marL="73152" marR="73152" marT="36576" marB="36576" anchor="ctr">
                    <a:solidFill>
                      <a:srgbClr val="FFFFFF"/>
                    </a:solidFill>
                  </a:tcPr>
                </a:tc>
                <a:tc>
                  <a:txBody>
                    <a:bodyPr/>
                    <a:lstStyle/>
                    <a:p>
                      <a:r>
                        <a:rPr sz="1050" b="0">
                          <a:solidFill>
                            <a:srgbClr val="292B45"/>
                          </a:solidFill>
                          <a:latin typeface="Open Sans Light"/>
                        </a:rPr>
                        <a:t>Allowlist + endpoint filtering</a:t>
                      </a:r>
                    </a:p>
                  </a:txBody>
                  <a:tcPr marL="73152" marR="73152" marT="36576" marB="36576" anchor="ctr">
                    <a:solidFill>
                      <a:srgbClr val="FFFFFF"/>
                    </a:solidFill>
                  </a:tcPr>
                </a:tc>
                <a:tc>
                  <a:txBody>
                    <a:bodyPr/>
                    <a:lstStyle/>
                    <a:p>
                      <a:r>
                        <a:rPr sz="1050" b="0">
                          <a:solidFill>
                            <a:srgbClr val="292B45"/>
                          </a:solidFill>
                          <a:latin typeface="Open Sans Light"/>
                        </a:rPr>
                        <a:t>Allowlist explícita</a:t>
                      </a:r>
                    </a:p>
                  </a:txBody>
                  <a:tcPr marL="73152" marR="73152" marT="36576" marB="36576" anchor="ctr">
                    <a:solidFill>
                      <a:srgbClr val="FFFFFF"/>
                    </a:solidFill>
                  </a:tcPr>
                </a:tc>
                <a:extLst>
                  <a:ext uri="{0D108BD9-81ED-4DB2-BD59-A6C34878D82A}">
                    <a16:rowId xmlns:a16="http://schemas.microsoft.com/office/drawing/2014/main" val="10003"/>
                  </a:ext>
                </a:extLst>
              </a:tr>
              <a:tr h="502920">
                <a:tc>
                  <a:txBody>
                    <a:bodyPr/>
                    <a:lstStyle/>
                    <a:p>
                      <a:r>
                        <a:rPr sz="1050" b="1">
                          <a:solidFill>
                            <a:srgbClr val="119F9A"/>
                          </a:solidFill>
                          <a:latin typeface="Open Sans Light"/>
                        </a:rPr>
                        <a:t>Autenticación</a:t>
                      </a:r>
                    </a:p>
                  </a:txBody>
                  <a:tcPr marL="73152" marR="73152" marT="36576" marB="36576" anchor="ctr">
                    <a:solidFill>
                      <a:srgbClr val="ECF6F5"/>
                    </a:solidFill>
                  </a:tcPr>
                </a:tc>
                <a:tc>
                  <a:txBody>
                    <a:bodyPr/>
                    <a:lstStyle/>
                    <a:p>
                      <a:r>
                        <a:rPr sz="1050" b="0">
                          <a:solidFill>
                            <a:srgbClr val="292B45"/>
                          </a:solidFill>
                          <a:latin typeface="Open Sans Light"/>
                        </a:rPr>
                        <a:t>Entra ID, sin canal anónimo</a:t>
                      </a:r>
                    </a:p>
                  </a:txBody>
                  <a:tcPr marL="73152" marR="73152" marT="36576" marB="36576" anchor="ctr">
                    <a:solidFill>
                      <a:srgbClr val="F7F7F9"/>
                    </a:solidFill>
                  </a:tcPr>
                </a:tc>
                <a:tc>
                  <a:txBody>
                    <a:bodyPr/>
                    <a:lstStyle/>
                    <a:p>
                      <a:r>
                        <a:rPr sz="1050" b="0">
                          <a:solidFill>
                            <a:srgbClr val="292B45"/>
                          </a:solidFill>
                          <a:latin typeface="Open Sans Light"/>
                        </a:rPr>
                        <a:t>Entra ID</a:t>
                      </a:r>
                    </a:p>
                  </a:txBody>
                  <a:tcPr marL="73152" marR="73152" marT="36576" marB="36576" anchor="ctr">
                    <a:solidFill>
                      <a:srgbClr val="F7F7F9"/>
                    </a:solidFill>
                  </a:tcPr>
                </a:tc>
                <a:tc>
                  <a:txBody>
                    <a:bodyPr/>
                    <a:lstStyle/>
                    <a:p>
                      <a:r>
                        <a:rPr sz="1050" b="0">
                          <a:solidFill>
                            <a:srgbClr val="292B45"/>
                          </a:solidFill>
                          <a:latin typeface="Open Sans Light"/>
                        </a:rPr>
                        <a:t>Entra ID + Conditional Access</a:t>
                      </a:r>
                    </a:p>
                  </a:txBody>
                  <a:tcPr marL="73152" marR="73152" marT="36576" marB="36576" anchor="ctr">
                    <a:solidFill>
                      <a:srgbClr val="F7F7F9"/>
                    </a:solidFill>
                  </a:tcPr>
                </a:tc>
                <a:tc>
                  <a:txBody>
                    <a:bodyPr/>
                    <a:lstStyle/>
                    <a:p>
                      <a:r>
                        <a:rPr sz="1050" b="0">
                          <a:solidFill>
                            <a:srgbClr val="292B45"/>
                          </a:solidFill>
                          <a:latin typeface="Open Sans Light"/>
                        </a:rPr>
                        <a:t>+ Information Barriers</a:t>
                      </a:r>
                    </a:p>
                  </a:txBody>
                  <a:tcPr marL="73152" marR="73152" marT="36576" marB="36576" anchor="ctr">
                    <a:solidFill>
                      <a:srgbClr val="F7F7F9"/>
                    </a:solidFill>
                  </a:tcPr>
                </a:tc>
                <a:extLst>
                  <a:ext uri="{0D108BD9-81ED-4DB2-BD59-A6C34878D82A}">
                    <a16:rowId xmlns:a16="http://schemas.microsoft.com/office/drawing/2014/main" val="10004"/>
                  </a:ext>
                </a:extLst>
              </a:tr>
              <a:tr h="502920">
                <a:tc>
                  <a:txBody>
                    <a:bodyPr/>
                    <a:lstStyle/>
                    <a:p>
                      <a:r>
                        <a:rPr sz="1050" b="1">
                          <a:solidFill>
                            <a:srgbClr val="119F9A"/>
                          </a:solidFill>
                          <a:latin typeface="Open Sans Light"/>
                        </a:rPr>
                        <a:t>Evaluaciones</a:t>
                      </a:r>
                    </a:p>
                  </a:txBody>
                  <a:tcPr marL="73152" marR="73152" marT="36576" marB="36576" anchor="ctr">
                    <a:solidFill>
                      <a:srgbClr val="ECF6F5"/>
                    </a:solidFill>
                  </a:tcPr>
                </a:tc>
                <a:tc>
                  <a:txBody>
                    <a:bodyPr/>
                    <a:lstStyle/>
                    <a:p>
                      <a:r>
                        <a:rPr sz="1050" b="0">
                          <a:solidFill>
                            <a:srgbClr val="292B45"/>
                          </a:solidFill>
                          <a:latin typeface="Open Sans Light"/>
                        </a:rPr>
                        <a:t>Opcional</a:t>
                      </a:r>
                    </a:p>
                  </a:txBody>
                  <a:tcPr marL="73152" marR="73152" marT="36576" marB="36576" anchor="ctr">
                    <a:solidFill>
                      <a:srgbClr val="FFFFFF"/>
                    </a:solidFill>
                  </a:tcPr>
                </a:tc>
                <a:tc>
                  <a:txBody>
                    <a:bodyPr/>
                    <a:lstStyle/>
                    <a:p>
                      <a:r>
                        <a:rPr sz="1050" b="0">
                          <a:solidFill>
                            <a:srgbClr val="292B45"/>
                          </a:solidFill>
                          <a:latin typeface="Open Sans Light"/>
                        </a:rPr>
                        <a:t>Test set mínimo</a:t>
                      </a:r>
                    </a:p>
                  </a:txBody>
                  <a:tcPr marL="73152" marR="73152" marT="36576" marB="36576" anchor="ctr">
                    <a:solidFill>
                      <a:srgbClr val="FFFFFF"/>
                    </a:solidFill>
                  </a:tcPr>
                </a:tc>
                <a:tc>
                  <a:txBody>
                    <a:bodyPr/>
                    <a:lstStyle/>
                    <a:p>
                      <a:r>
                        <a:rPr sz="1050" b="0">
                          <a:solidFill>
                            <a:srgbClr val="292B45"/>
                          </a:solidFill>
                          <a:latin typeface="Open Sans Light"/>
                        </a:rPr>
                        <a:t>Obligatorio + regresión</a:t>
                      </a:r>
                    </a:p>
                  </a:txBody>
                  <a:tcPr marL="73152" marR="73152" marT="36576" marB="36576" anchor="ctr">
                    <a:solidFill>
                      <a:srgbClr val="FFFFFF"/>
                    </a:solidFill>
                  </a:tcPr>
                </a:tc>
                <a:tc>
                  <a:txBody>
                    <a:bodyPr/>
                    <a:lstStyle/>
                    <a:p>
                      <a:r>
                        <a:rPr sz="1050" b="0">
                          <a:solidFill>
                            <a:srgbClr val="292B45"/>
                          </a:solidFill>
                          <a:latin typeface="Open Sans Light"/>
                        </a:rPr>
                        <a:t>Regresión en CI/CD</a:t>
                      </a:r>
                    </a:p>
                  </a:txBody>
                  <a:tcPr marL="73152" marR="73152" marT="36576" marB="36576" anchor="ctr">
                    <a:solidFill>
                      <a:srgbClr val="FFFFFF"/>
                    </a:solidFill>
                  </a:tcPr>
                </a:tc>
                <a:extLst>
                  <a:ext uri="{0D108BD9-81ED-4DB2-BD59-A6C34878D82A}">
                    <a16:rowId xmlns:a16="http://schemas.microsoft.com/office/drawing/2014/main" val="10005"/>
                  </a:ext>
                </a:extLst>
              </a:tr>
              <a:tr h="502920">
                <a:tc>
                  <a:txBody>
                    <a:bodyPr/>
                    <a:lstStyle/>
                    <a:p>
                      <a:r>
                        <a:rPr sz="1050" b="1">
                          <a:solidFill>
                            <a:srgbClr val="119F9A"/>
                          </a:solidFill>
                          <a:latin typeface="Open Sans Light"/>
                        </a:rPr>
                        <a:t>Agentes externos</a:t>
                      </a:r>
                    </a:p>
                  </a:txBody>
                  <a:tcPr marL="73152" marR="73152" marT="36576" marB="36576" anchor="ctr">
                    <a:solidFill>
                      <a:srgbClr val="ECF6F5"/>
                    </a:solidFill>
                  </a:tcPr>
                </a:tc>
                <a:tc>
                  <a:txBody>
                    <a:bodyPr/>
                    <a:lstStyle/>
                    <a:p>
                      <a:r>
                        <a:rPr sz="1050" b="0">
                          <a:solidFill>
                            <a:srgbClr val="292B45"/>
                          </a:solidFill>
                          <a:latin typeface="Open Sans Light"/>
                        </a:rPr>
                        <a:t>No permitidos</a:t>
                      </a:r>
                    </a:p>
                  </a:txBody>
                  <a:tcPr marL="73152" marR="73152" marT="36576" marB="36576" anchor="ctr">
                    <a:solidFill>
                      <a:srgbClr val="F7F7F9"/>
                    </a:solidFill>
                  </a:tcPr>
                </a:tc>
                <a:tc>
                  <a:txBody>
                    <a:bodyPr/>
                    <a:lstStyle/>
                    <a:p>
                      <a:r>
                        <a:rPr sz="1050" b="0">
                          <a:solidFill>
                            <a:srgbClr val="292B45"/>
                          </a:solidFill>
                          <a:latin typeface="Open Sans Light"/>
                        </a:rPr>
                        <a:t>No permitidos</a:t>
                      </a:r>
                    </a:p>
                  </a:txBody>
                  <a:tcPr marL="73152" marR="73152" marT="36576" marB="36576" anchor="ctr">
                    <a:solidFill>
                      <a:srgbClr val="F7F7F9"/>
                    </a:solidFill>
                  </a:tcPr>
                </a:tc>
                <a:tc>
                  <a:txBody>
                    <a:bodyPr/>
                    <a:lstStyle/>
                    <a:p>
                      <a:r>
                        <a:rPr sz="1050" b="0">
                          <a:solidFill>
                            <a:srgbClr val="292B45"/>
                          </a:solidFill>
                          <a:latin typeface="Open Sans Light"/>
                        </a:rPr>
                        <a:t>Onboarding vía Agent 365 SDK</a:t>
                      </a:r>
                    </a:p>
                  </a:txBody>
                  <a:tcPr marL="73152" marR="73152" marT="36576" marB="36576" anchor="ctr">
                    <a:solidFill>
                      <a:srgbClr val="F7F7F9"/>
                    </a:solidFill>
                  </a:tcPr>
                </a:tc>
                <a:tc>
                  <a:txBody>
                    <a:bodyPr/>
                    <a:lstStyle/>
                    <a:p>
                      <a:r>
                        <a:rPr sz="1050" b="0">
                          <a:solidFill>
                            <a:srgbClr val="292B45"/>
                          </a:solidFill>
                          <a:latin typeface="Open Sans Light"/>
                        </a:rPr>
                        <a:t>SDK + revisión de seguridad</a:t>
                      </a:r>
                    </a:p>
                  </a:txBody>
                  <a:tcPr marL="73152" marR="73152" marT="36576" marB="36576" anchor="ctr">
                    <a:solidFill>
                      <a:srgbClr val="F7F7F9"/>
                    </a:solidFill>
                  </a:tcPr>
                </a:tc>
                <a:extLst>
                  <a:ext uri="{0D108BD9-81ED-4DB2-BD59-A6C34878D82A}">
                    <a16:rowId xmlns:a16="http://schemas.microsoft.com/office/drawing/2014/main" val="10006"/>
                  </a:ext>
                </a:extLst>
              </a:tr>
              <a:tr h="502920">
                <a:tc>
                  <a:txBody>
                    <a:bodyPr/>
                    <a:lstStyle/>
                    <a:p>
                      <a:r>
                        <a:rPr sz="1050" b="1">
                          <a:solidFill>
                            <a:srgbClr val="119F9A"/>
                          </a:solidFill>
                          <a:latin typeface="Open Sans Light"/>
                        </a:rPr>
                        <a:t>Propietario</a:t>
                      </a:r>
                    </a:p>
                  </a:txBody>
                  <a:tcPr marL="73152" marR="73152" marT="36576" marB="36576" anchor="ctr">
                    <a:solidFill>
                      <a:srgbClr val="ECF6F5"/>
                    </a:solidFill>
                  </a:tcPr>
                </a:tc>
                <a:tc>
                  <a:txBody>
                    <a:bodyPr/>
                    <a:lstStyle/>
                    <a:p>
                      <a:r>
                        <a:rPr sz="1050" b="0">
                          <a:solidFill>
                            <a:srgbClr val="292B45"/>
                          </a:solidFill>
                          <a:latin typeface="Open Sans Light"/>
                        </a:rPr>
                        <a:t>El creador</a:t>
                      </a:r>
                    </a:p>
                  </a:txBody>
                  <a:tcPr marL="73152" marR="73152" marT="36576" marB="36576" anchor="ctr">
                    <a:solidFill>
                      <a:srgbClr val="FFFFFF"/>
                    </a:solidFill>
                  </a:tcPr>
                </a:tc>
                <a:tc>
                  <a:txBody>
                    <a:bodyPr/>
                    <a:lstStyle/>
                    <a:p>
                      <a:r>
                        <a:rPr sz="1050" b="0">
                          <a:solidFill>
                            <a:srgbClr val="292B45"/>
                          </a:solidFill>
                          <a:latin typeface="Open Sans Light"/>
                        </a:rPr>
                        <a:t>Maker nombrado</a:t>
                      </a:r>
                    </a:p>
                  </a:txBody>
                  <a:tcPr marL="73152" marR="73152" marT="36576" marB="36576" anchor="ctr">
                    <a:solidFill>
                      <a:srgbClr val="FFFFFF"/>
                    </a:solidFill>
                  </a:tcPr>
                </a:tc>
                <a:tc>
                  <a:txBody>
                    <a:bodyPr/>
                    <a:lstStyle/>
                    <a:p>
                      <a:r>
                        <a:rPr sz="1050" b="0">
                          <a:solidFill>
                            <a:srgbClr val="292B45"/>
                          </a:solidFill>
                          <a:latin typeface="Open Sans Light"/>
                        </a:rPr>
                        <a:t>Owner de negocio + técnico</a:t>
                      </a:r>
                    </a:p>
                  </a:txBody>
                  <a:tcPr marL="73152" marR="73152" marT="36576" marB="36576" anchor="ctr">
                    <a:solidFill>
                      <a:srgbClr val="FFFFFF"/>
                    </a:solidFill>
                  </a:tcPr>
                </a:tc>
                <a:tc>
                  <a:txBody>
                    <a:bodyPr/>
                    <a:lstStyle/>
                    <a:p>
                      <a:r>
                        <a:rPr sz="1050" b="0">
                          <a:solidFill>
                            <a:srgbClr val="292B45"/>
                          </a:solidFill>
                          <a:latin typeface="Open Sans Light"/>
                        </a:rPr>
                        <a:t>Owner + backup + on-call</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38957839"/>
      </p:ext>
    </p:extLst>
  </p:cSld>
  <p:clrMapOvr>
    <a:masterClrMapping/>
  </p:clrMapOvr>
  <mc:AlternateContent xmlns:mc="http://schemas.openxmlformats.org/markup-compatibility/2006" xmlns:p14="http://schemas.microsoft.com/office/powerpoint/2010/main">
    <mc:Choice Requires="p14">
      <p:transition spd="slow" p14:dur="900">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848A-1FFF-42E7-85F8-21253FBEECAA}"/>
              </a:ext>
            </a:extLst>
          </p:cNvPr>
          <p:cNvSpPr txBox="1"/>
          <p:nvPr/>
        </p:nvSpPr>
        <p:spPr>
          <a:xfrm>
            <a:off x="1741129"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El comité no escala</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Un comité de aprobación por agente no escala a trescientos agentes, y convierte a IT en el cuello de botella del que luego todos se quejan.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Lo primero que monta todo el mundo, y lo primero que hay que desmontar.</a:t>
            </a:r>
          </a:p>
        </p:txBody>
      </p:sp>
      <p:sp>
        <p:nvSpPr>
          <p:cNvPr id="4" name="TextBox 3">
            <a:extLst>
              <a:ext uri="{FF2B5EF4-FFF2-40B4-BE49-F238E27FC236}">
                <a16:creationId xmlns:a16="http://schemas.microsoft.com/office/drawing/2014/main" id="{8F53C335-63B9-4E67-8A7F-17E8C4E9A017}"/>
              </a:ext>
            </a:extLst>
          </p:cNvPr>
          <p:cNvSpPr txBox="1"/>
          <p:nvPr/>
        </p:nvSpPr>
        <p:spPr>
          <a:xfrm>
            <a:off x="1092201" y="1184004"/>
            <a:ext cx="5131618" cy="1323439"/>
          </a:xfrm>
          <a:prstGeom prst="rect">
            <a:avLst/>
          </a:prstGeom>
          <a:noFill/>
        </p:spPr>
        <p:txBody>
          <a:bodyPr wrap="square" rtlCol="0">
            <a:spAutoFit/>
          </a:bodyPr>
          <a:lstStyle/>
          <a:p>
            <a:r>
              <a:rPr lang="en-GB" sz="3600" b="1">
                <a:solidFill>
                  <a:schemeClr val="accent2"/>
                </a:solidFill>
                <a:latin typeface="Segoe UI" panose="020B0502040204020203" pitchFamily="34" charset="0"/>
                <a:cs typeface="Segoe UI" panose="020B0502040204020203" pitchFamily="34" charset="0"/>
              </a:rPr>
              <a:t>Carriles,</a:t>
            </a:r>
          </a:p>
          <a:p>
            <a:r>
              <a:rPr lang="en-GB" sz="3600" b="1">
                <a:solidFill>
                  <a:schemeClr val="tx1">
                    <a:lumMod val="75000"/>
                    <a:lumOff val="25000"/>
                  </a:schemeClr>
                </a:solidFill>
                <a:latin typeface="Segoe UI" panose="020B0502040204020203" pitchFamily="34" charset="0"/>
                <a:cs typeface="Segoe UI" panose="020B0502040204020203" pitchFamily="34" charset="0"/>
              </a:rPr>
              <a:t>no comités</a:t>
            </a:r>
          </a:p>
        </p:txBody>
      </p:sp>
      <p:cxnSp>
        <p:nvCxnSpPr>
          <p:cNvPr id="7" name="Straight Connector 6">
            <a:extLst>
              <a:ext uri="{FF2B5EF4-FFF2-40B4-BE49-F238E27FC236}">
                <a16:creationId xmlns:a16="http://schemas.microsoft.com/office/drawing/2014/main" id="{472EC5AD-3FED-4618-BDB7-C107B2353225}"/>
              </a:ext>
            </a:extLst>
          </p:cNvPr>
          <p:cNvCxnSpPr>
            <a:cxnSpLocks/>
          </p:cNvCxnSpPr>
          <p:nvPr/>
        </p:nvCxnSpPr>
        <p:spPr>
          <a:xfrm flipH="1">
            <a:off x="1562100" y="2811856"/>
            <a:ext cx="476209" cy="0"/>
          </a:xfrm>
          <a:prstGeom prst="line">
            <a:avLst/>
          </a:prstGeom>
          <a:ln w="28575"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7D234E-54F0-4D8C-8EC0-F1A32E9991F8}"/>
              </a:ext>
            </a:extLst>
          </p:cNvPr>
          <p:cNvSpPr txBox="1"/>
          <p:nvPr/>
        </p:nvSpPr>
        <p:spPr>
          <a:xfrm>
            <a:off x="6241145"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El carril es preconfiguración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El control ya está aplicado por el entorno donde nace el agente. El maker no pide permiso: elige carril.</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Mapea con las zonas de Microsoft —Citizen, Partnered, Professional— pero con cuatro escalones, porque el playground merece existir formalmente.</a:t>
            </a:r>
          </a:p>
        </p:txBody>
      </p:sp>
      <p:sp>
        <p:nvSpPr>
          <p:cNvPr id="10" name="Freeform: Shape 9">
            <a:extLst>
              <a:ext uri="{FF2B5EF4-FFF2-40B4-BE49-F238E27FC236}">
                <a16:creationId xmlns:a16="http://schemas.microsoft.com/office/drawing/2014/main" id="{0AEE8EE9-AE23-476C-B57F-042CBF32A8AB}"/>
              </a:ext>
            </a:extLst>
          </p:cNvPr>
          <p:cNvSpPr/>
          <p:nvPr/>
        </p:nvSpPr>
        <p:spPr>
          <a:xfrm rot="10800000">
            <a:off x="5950856" y="-1"/>
            <a:ext cx="6241143" cy="2768341"/>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93995223"/>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848A-1FFF-42E7-85F8-21253FBEECAA}"/>
              </a:ext>
            </a:extLst>
          </p:cNvPr>
          <p:cNvSpPr txBox="1"/>
          <p:nvPr/>
        </p:nvSpPr>
        <p:spPr>
          <a:xfrm>
            <a:off x="1741129"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Uso</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Informes de uso de agentes en el admin center de Microsoft 365: qué agentes se usan, cuántos usuarios activos y cuáles nadie abre.</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Agent 365 añade la visualización: actividad y señales de riesgo por agente, también de los externos que envían telemetría.</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Un agente sin uso es un candidato a archivar. Uno con mucho uso y sin propietario, una urgencia.</a:t>
            </a:r>
          </a:p>
        </p:txBody>
      </p:sp>
      <p:sp>
        <p:nvSpPr>
          <p:cNvPr id="4" name="TextBox 3">
            <a:extLst>
              <a:ext uri="{FF2B5EF4-FFF2-40B4-BE49-F238E27FC236}">
                <a16:creationId xmlns:a16="http://schemas.microsoft.com/office/drawing/2014/main" id="{8F53C335-63B9-4E67-8A7F-17E8C4E9A017}"/>
              </a:ext>
            </a:extLst>
          </p:cNvPr>
          <p:cNvSpPr txBox="1"/>
          <p:nvPr/>
        </p:nvSpPr>
        <p:spPr>
          <a:xfrm>
            <a:off x="1092201" y="1184004"/>
            <a:ext cx="5131618" cy="1323439"/>
          </a:xfrm>
          <a:prstGeom prst="rect">
            <a:avLst/>
          </a:prstGeom>
          <a:noFill/>
        </p:spPr>
        <p:txBody>
          <a:bodyPr wrap="square" rtlCol="0">
            <a:spAutoFit/>
          </a:bodyPr>
          <a:lstStyle/>
          <a:p>
            <a:r>
              <a:rPr lang="en-GB" sz="3600" b="1">
                <a:solidFill>
                  <a:schemeClr val="accent2"/>
                </a:solidFill>
                <a:latin typeface="Segoe UI" panose="020B0502040204020203" pitchFamily="34" charset="0"/>
                <a:cs typeface="Segoe UI" panose="020B0502040204020203" pitchFamily="34" charset="0"/>
              </a:rPr>
              <a:t>Qué hacen</a:t>
            </a:r>
          </a:p>
          <a:p>
            <a:r>
              <a:rPr lang="en-GB" sz="3600" b="1">
                <a:solidFill>
                  <a:schemeClr val="tx1">
                    <a:lumMod val="75000"/>
                    <a:lumOff val="25000"/>
                  </a:schemeClr>
                </a:solidFill>
                <a:latin typeface="Segoe UI" panose="020B0502040204020203" pitchFamily="34" charset="0"/>
                <a:cs typeface="Segoe UI" panose="020B0502040204020203" pitchFamily="34" charset="0"/>
              </a:rPr>
              <a:t>los usuarios</a:t>
            </a:r>
          </a:p>
        </p:txBody>
      </p:sp>
      <p:cxnSp>
        <p:nvCxnSpPr>
          <p:cNvPr id="7" name="Straight Connector 6">
            <a:extLst>
              <a:ext uri="{FF2B5EF4-FFF2-40B4-BE49-F238E27FC236}">
                <a16:creationId xmlns:a16="http://schemas.microsoft.com/office/drawing/2014/main" id="{472EC5AD-3FED-4618-BDB7-C107B2353225}"/>
              </a:ext>
            </a:extLst>
          </p:cNvPr>
          <p:cNvCxnSpPr>
            <a:cxnSpLocks/>
          </p:cNvCxnSpPr>
          <p:nvPr/>
        </p:nvCxnSpPr>
        <p:spPr>
          <a:xfrm flipH="1">
            <a:off x="1562100" y="2811856"/>
            <a:ext cx="476209" cy="0"/>
          </a:xfrm>
          <a:prstGeom prst="line">
            <a:avLst/>
          </a:prstGeom>
          <a:ln w="28575"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7D234E-54F0-4D8C-8EC0-F1A32E9991F8}"/>
              </a:ext>
            </a:extLst>
          </p:cNvPr>
          <p:cNvSpPr txBox="1"/>
          <p:nvPr/>
        </p:nvSpPr>
        <p:spPr>
          <a:xfrm>
            <a:off x="6241145"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Interacciones y datos</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Purview DSPM for AI: qué preguntan los usuarios a cada agente, qué responde y qué datos sensibles aparecen.</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DLP de Purview: bloquea el prompt o la respuesta cuando hay información sensible. Etiquetas con cifrado: el agente no extrae lo que el usuario no puede extraer.</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Prerrequisito que hunde proyectos: auditoría unificada activa. Sin ella, no hay nada que mirar.</a:t>
            </a:r>
          </a:p>
        </p:txBody>
      </p:sp>
      <p:sp>
        <p:nvSpPr>
          <p:cNvPr id="10" name="Freeform: Shape 9">
            <a:extLst>
              <a:ext uri="{FF2B5EF4-FFF2-40B4-BE49-F238E27FC236}">
                <a16:creationId xmlns:a16="http://schemas.microsoft.com/office/drawing/2014/main" id="{0AEE8EE9-AE23-476C-B57F-042CBF32A8AB}"/>
              </a:ext>
            </a:extLst>
          </p:cNvPr>
          <p:cNvSpPr/>
          <p:nvPr/>
        </p:nvSpPr>
        <p:spPr>
          <a:xfrm rot="10800000">
            <a:off x="5950856" y="-1"/>
            <a:ext cx="6241143" cy="2768341"/>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77542121"/>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66">
            <a:extLst>
              <a:ext uri="{FF2B5EF4-FFF2-40B4-BE49-F238E27FC236}">
                <a16:creationId xmlns:a16="http://schemas.microsoft.com/office/drawing/2014/main" id="{B44670CE-9D9E-4B4D-B773-D557566F3850}"/>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Actividad, detección y prevención</a:t>
            </a:r>
          </a:p>
        </p:txBody>
      </p:sp>
      <p:sp>
        <p:nvSpPr>
          <p:cNvPr id="48" name="Revision_text_67">
            <a:extLst>
              <a:ext uri="{FF2B5EF4-FFF2-40B4-BE49-F238E27FC236}">
                <a16:creationId xmlns:a16="http://schemas.microsoft.com/office/drawing/2014/main" id="{7D033CF8-231C-471E-BB80-B77BD94F6D9A}"/>
              </a:ext>
            </a:extLst>
          </p:cNvPr>
          <p:cNvSpPr>
            <a:spLocks noGrp="1"/>
          </p:cNvSpPr>
          <p:nvPr/>
        </p:nvSpPr>
        <p:spPr>
          <a:xfrm>
            <a:off x="895350" y="2105025"/>
            <a:ext cx="3095625" cy="6096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Actividad</a:t>
            </a:r>
          </a:p>
        </p:txBody>
      </p:sp>
      <p:sp>
        <p:nvSpPr>
          <p:cNvPr id="49" name="Revision_text_68">
            <a:extLst>
              <a:ext uri="{FF2B5EF4-FFF2-40B4-BE49-F238E27FC236}">
                <a16:creationId xmlns:a16="http://schemas.microsoft.com/office/drawing/2014/main" id="{6930EE70-D1E4-4EF5-B88D-D0D4147000DB}"/>
              </a:ext>
            </a:extLst>
          </p:cNvPr>
          <p:cNvSpPr>
            <a:spLocks noGrp="1"/>
          </p:cNvSpPr>
          <p:nvPr/>
        </p:nvSpPr>
        <p:spPr>
          <a:xfrm>
            <a:off x="895350" y="2971800"/>
            <a:ext cx="3067050" cy="2124075"/>
          </a:xfrm>
          <a:prstGeom prst="rect">
            <a:avLst/>
          </a:prstGeom>
          <a:noFill/>
          <a:ln w="0">
            <a:noFill/>
          </a:ln>
        </p:spPr>
        <p:txBody>
          <a:bodyPr wrap="square" lIns="0" tIns="0" rIns="0" bIns="0" anchor="t">
            <a:noAutofit/>
          </a:bodyPr>
          <a:lstStyle/>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Audit responde:</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¿quién hizo qué</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y cuándo?</a:t>
            </a:r>
          </a:p>
        </p:txBody>
      </p:sp>
      <p:sp>
        <p:nvSpPr>
          <p:cNvPr id="50" name="Revision_text_69">
            <a:extLst>
              <a:ext uri="{FF2B5EF4-FFF2-40B4-BE49-F238E27FC236}">
                <a16:creationId xmlns:a16="http://schemas.microsoft.com/office/drawing/2014/main" id="{0E841404-B16E-4A8F-A2F1-0FF594CD41D9}"/>
              </a:ext>
            </a:extLst>
          </p:cNvPr>
          <p:cNvSpPr>
            <a:spLocks noGrp="1"/>
          </p:cNvSpPr>
          <p:nvPr/>
        </p:nvSpPr>
        <p:spPr>
          <a:xfrm>
            <a:off x="4314825" y="2105025"/>
            <a:ext cx="3095625" cy="6096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Detección</a:t>
            </a:r>
          </a:p>
        </p:txBody>
      </p:sp>
      <p:sp>
        <p:nvSpPr>
          <p:cNvPr id="51" name="Revision_text_70">
            <a:extLst>
              <a:ext uri="{FF2B5EF4-FFF2-40B4-BE49-F238E27FC236}">
                <a16:creationId xmlns:a16="http://schemas.microsoft.com/office/drawing/2014/main" id="{98060583-FF6E-4927-A71F-8D191A9AD689}"/>
              </a:ext>
            </a:extLst>
          </p:cNvPr>
          <p:cNvSpPr>
            <a:spLocks noGrp="1"/>
          </p:cNvSpPr>
          <p:nvPr/>
        </p:nvSpPr>
        <p:spPr>
          <a:xfrm>
            <a:off x="4314825" y="2971800"/>
            <a:ext cx="3067050" cy="2124075"/>
          </a:xfrm>
          <a:prstGeom prst="rect">
            <a:avLst/>
          </a:prstGeom>
          <a:noFill/>
          <a:ln w="0">
            <a:noFill/>
          </a:ln>
        </p:spPr>
        <p:txBody>
          <a:bodyPr wrap="square" lIns="0" tIns="0" rIns="0" bIns="0" anchor="t">
            <a:noAutofit/>
          </a:bodyPr>
          <a:lstStyle/>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DSPM / alertas:</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¿qué señal de riesgo</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se ha observado?</a:t>
            </a:r>
          </a:p>
        </p:txBody>
      </p:sp>
      <p:sp>
        <p:nvSpPr>
          <p:cNvPr id="52" name="Revision_text_71">
            <a:extLst>
              <a:ext uri="{FF2B5EF4-FFF2-40B4-BE49-F238E27FC236}">
                <a16:creationId xmlns:a16="http://schemas.microsoft.com/office/drawing/2014/main" id="{B9D84B32-3D96-4D0C-B5BA-B3DD0369CBD3}"/>
              </a:ext>
            </a:extLst>
          </p:cNvPr>
          <p:cNvSpPr>
            <a:spLocks noGrp="1"/>
          </p:cNvSpPr>
          <p:nvPr/>
        </p:nvSpPr>
        <p:spPr>
          <a:xfrm>
            <a:off x="7734300" y="2105025"/>
            <a:ext cx="3095625" cy="6096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Prevención</a:t>
            </a:r>
          </a:p>
        </p:txBody>
      </p:sp>
      <p:sp>
        <p:nvSpPr>
          <p:cNvPr id="53" name="Revision_text_72">
            <a:extLst>
              <a:ext uri="{FF2B5EF4-FFF2-40B4-BE49-F238E27FC236}">
                <a16:creationId xmlns:a16="http://schemas.microsoft.com/office/drawing/2014/main" id="{A0411B31-0E23-429A-B147-986B2D08BC57}"/>
              </a:ext>
            </a:extLst>
          </p:cNvPr>
          <p:cNvSpPr>
            <a:spLocks noGrp="1"/>
          </p:cNvSpPr>
          <p:nvPr/>
        </p:nvSpPr>
        <p:spPr>
          <a:xfrm>
            <a:off x="7734300" y="2971800"/>
            <a:ext cx="3067050" cy="2124075"/>
          </a:xfrm>
          <a:prstGeom prst="rect">
            <a:avLst/>
          </a:prstGeom>
          <a:noFill/>
          <a:ln w="0">
            <a:noFill/>
          </a:ln>
        </p:spPr>
        <p:txBody>
          <a:bodyPr wrap="square" lIns="0" tIns="0" rIns="0" bIns="0" anchor="t">
            <a:noAutofit/>
          </a:bodyPr>
          <a:lstStyle/>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DLP / acceso:</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¿qué acción bloquea</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esta política aquí?</a:t>
            </a:r>
          </a:p>
        </p:txBody>
      </p:sp>
      <p:sp>
        <p:nvSpPr>
          <p:cNvPr id="54" name="Revision_text_73">
            <a:extLst>
              <a:ext uri="{FF2B5EF4-FFF2-40B4-BE49-F238E27FC236}">
                <a16:creationId xmlns:a16="http://schemas.microsoft.com/office/drawing/2014/main" id="{3056C4A3-6369-47EA-834A-FD787881415B}"/>
              </a:ext>
            </a:extLst>
          </p:cNvPr>
          <p:cNvSpPr>
            <a:spLocks noGrp="1"/>
          </p:cNvSpPr>
          <p:nvPr/>
        </p:nvSpPr>
        <p:spPr>
          <a:xfrm>
            <a:off x="895350" y="5629275"/>
            <a:ext cx="9953625" cy="504825"/>
          </a:xfrm>
          <a:prstGeom prst="rect">
            <a:avLst/>
          </a:prstGeom>
          <a:noFill/>
          <a:ln w="0">
            <a:noFill/>
          </a:ln>
        </p:spPr>
        <p:txBody>
          <a:bodyPr wrap="square" lIns="0" tIns="0" rIns="0" bIns="0" anchor="t">
            <a:noAutofit/>
          </a:bodyPr>
          <a:lstStyle/>
          <a:p>
            <a:pPr algn="l">
              <a:defRPr sz="1425" b="0">
                <a:solidFill>
                  <a:srgbClr val="4A5560"/>
                </a:solidFill>
                <a:latin typeface="Segoe UI"/>
                <a:ea typeface="Segoe UI"/>
                <a:cs typeface="Segoe UI"/>
              </a:defRPr>
            </a:pPr>
            <a:r>
              <a:rPr sz="1425" b="0">
                <a:solidFill>
                  <a:srgbClr val="4A5560"/>
                </a:solidFill>
                <a:latin typeface="Segoe UI"/>
                <a:ea typeface="Segoe UI"/>
                <a:cs typeface="Segoe UI"/>
              </a:rPr>
              <a:t>Política creada ≠ detección demostrada ≠ bloqueo demostrado.</a:t>
            </a:r>
          </a:p>
        </p:txBody>
      </p:sp>
      <p:sp>
        <p:nvSpPr>
          <p:cNvPr id="55" name="Revision_text_74">
            <a:extLst>
              <a:ext uri="{FF2B5EF4-FFF2-40B4-BE49-F238E27FC236}">
                <a16:creationId xmlns:a16="http://schemas.microsoft.com/office/drawing/2014/main" id="{232A04A8-E017-4340-B2AD-EDE1119324E3}"/>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15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64735-855B-D060-C7F9-6E13AA591B86}"/>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9C1E345A-1697-1580-5184-B018E4BB87E7}"/>
              </a:ext>
            </a:extLst>
          </p:cNvPr>
          <p:cNvGrpSpPr/>
          <p:nvPr/>
        </p:nvGrpSpPr>
        <p:grpSpPr>
          <a:xfrm>
            <a:off x="4904453" y="3239573"/>
            <a:ext cx="4822722" cy="1519084"/>
            <a:chOff x="4904453" y="3239573"/>
            <a:chExt cx="4822722" cy="1519084"/>
          </a:xfrm>
        </p:grpSpPr>
        <p:sp>
          <p:nvSpPr>
            <p:cNvPr id="14" name="Rectangle: Rounded Corners 13">
              <a:extLst>
                <a:ext uri="{FF2B5EF4-FFF2-40B4-BE49-F238E27FC236}">
                  <a16:creationId xmlns:a16="http://schemas.microsoft.com/office/drawing/2014/main" id="{9EB7CE17-A95E-490F-FC75-977754EFB552}"/>
                </a:ext>
              </a:extLst>
            </p:cNvPr>
            <p:cNvSpPr/>
            <p:nvPr/>
          </p:nvSpPr>
          <p:spPr>
            <a:xfrm>
              <a:off x="4904453" y="3239573"/>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D982348B-8D2A-D7CB-1A63-E7568129F001}"/>
                </a:ext>
              </a:extLst>
            </p:cNvPr>
            <p:cNvSpPr txBox="1"/>
            <p:nvPr/>
          </p:nvSpPr>
          <p:spPr>
            <a:xfrm>
              <a:off x="4960988" y="3337396"/>
              <a:ext cx="4709653" cy="1323439"/>
            </a:xfrm>
            <a:prstGeom prst="rect">
              <a:avLst/>
            </a:prstGeom>
            <a:noFill/>
          </p:spPr>
          <p:txBody>
            <a:bodyPr wrap="square" rtlCol="0" anchor="ctr">
              <a:noAutofit/>
            </a:bodyPr>
            <a:lstStyle/>
            <a:p>
              <a:pPr algn="ctr"/>
              <a:r>
                <a:rPr lang="en-GB" sz="4800" b="1">
                  <a:solidFill>
                    <a:schemeClr val="accent1"/>
                  </a:solidFill>
                  <a:latin typeface="Segoe UI" panose="020B0502040204020203" pitchFamily="34" charset="0"/>
                  <a:cs typeface="Segoe UI" panose="020B0502040204020203" pitchFamily="34" charset="0"/>
                </a:rPr>
                <a:t>¿Qué hacen?</a:t>
              </a:r>
            </a:p>
          </p:txBody>
        </p:sp>
      </p:grpSp>
      <p:grpSp>
        <p:nvGrpSpPr>
          <p:cNvPr id="21" name="Group 20">
            <a:extLst>
              <a:ext uri="{FF2B5EF4-FFF2-40B4-BE49-F238E27FC236}">
                <a16:creationId xmlns:a16="http://schemas.microsoft.com/office/drawing/2014/main" id="{6EDC4487-AD96-97B2-CC63-EDB039378518}"/>
              </a:ext>
            </a:extLst>
          </p:cNvPr>
          <p:cNvGrpSpPr/>
          <p:nvPr/>
        </p:nvGrpSpPr>
        <p:grpSpPr>
          <a:xfrm>
            <a:off x="2464825" y="2128839"/>
            <a:ext cx="4822722" cy="1519084"/>
            <a:chOff x="2464825" y="2128839"/>
            <a:chExt cx="4822722" cy="1519084"/>
          </a:xfrm>
        </p:grpSpPr>
        <p:sp>
          <p:nvSpPr>
            <p:cNvPr id="17" name="Rectangle: Rounded Corners 16">
              <a:extLst>
                <a:ext uri="{FF2B5EF4-FFF2-40B4-BE49-F238E27FC236}">
                  <a16:creationId xmlns:a16="http://schemas.microsoft.com/office/drawing/2014/main" id="{E4DCD728-81E2-C3BE-5B26-A231EFAB2A9A}"/>
                </a:ext>
              </a:extLst>
            </p:cNvPr>
            <p:cNvSpPr/>
            <p:nvPr/>
          </p:nvSpPr>
          <p:spPr>
            <a:xfrm>
              <a:off x="2464825" y="2128839"/>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DA9182BA-2658-8002-5C62-1C78C53CE688}"/>
                </a:ext>
              </a:extLst>
            </p:cNvPr>
            <p:cNvSpPr txBox="1"/>
            <p:nvPr/>
          </p:nvSpPr>
          <p:spPr>
            <a:xfrm>
              <a:off x="2521360" y="2226662"/>
              <a:ext cx="4709653" cy="1323439"/>
            </a:xfrm>
            <a:prstGeom prst="rect">
              <a:avLst/>
            </a:prstGeom>
            <a:noFill/>
          </p:spPr>
          <p:txBody>
            <a:bodyPr wrap="square" rtlCol="0" anchor="ctr">
              <a:noAutofit/>
            </a:bodyPr>
            <a:lstStyle/>
            <a:p>
              <a:pPr algn="ctr"/>
              <a:r>
                <a:rPr lang="en-GB" sz="8000" b="1">
                  <a:solidFill>
                    <a:schemeClr val="accent1"/>
                  </a:solidFill>
                  <a:latin typeface="Segoe UI" panose="020B0502040204020203" pitchFamily="34" charset="0"/>
                  <a:cs typeface="Segoe UI" panose="020B0502040204020203" pitchFamily="34" charset="0"/>
                </a:rPr>
                <a:t>DEMO 2</a:t>
              </a:r>
            </a:p>
          </p:txBody>
        </p:sp>
      </p:grpSp>
      <p:sp>
        <p:nvSpPr>
          <p:cNvPr id="26" name="Freeform: Shape 25">
            <a:extLst>
              <a:ext uri="{FF2B5EF4-FFF2-40B4-BE49-F238E27FC236}">
                <a16:creationId xmlns:a16="http://schemas.microsoft.com/office/drawing/2014/main" id="{159BECDA-CB76-93BD-E9BA-BDC4F1FB265C}"/>
              </a:ext>
            </a:extLst>
          </p:cNvPr>
          <p:cNvSpPr/>
          <p:nvPr/>
        </p:nvSpPr>
        <p:spPr>
          <a:xfrm>
            <a:off x="10369401" y="733468"/>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6"/>
          </a:solidFill>
          <a:ln w="9525" cap="flat">
            <a:noFill/>
            <a:prstDash val="solid"/>
            <a:miter/>
          </a:ln>
        </p:spPr>
        <p:txBody>
          <a:bodyPr rtlCol="0" anchor="ctr"/>
          <a:lstStyle/>
          <a:p>
            <a:endParaRPr lang="en-GB">
              <a:solidFill>
                <a:schemeClr val="accent3"/>
              </a:solidFill>
            </a:endParaRPr>
          </a:p>
        </p:txBody>
      </p:sp>
      <p:grpSp>
        <p:nvGrpSpPr>
          <p:cNvPr id="32" name="Group 31">
            <a:extLst>
              <a:ext uri="{FF2B5EF4-FFF2-40B4-BE49-F238E27FC236}">
                <a16:creationId xmlns:a16="http://schemas.microsoft.com/office/drawing/2014/main" id="{8532BB49-D1AE-95EE-839A-733F437CAA95}"/>
              </a:ext>
            </a:extLst>
          </p:cNvPr>
          <p:cNvGrpSpPr/>
          <p:nvPr/>
        </p:nvGrpSpPr>
        <p:grpSpPr>
          <a:xfrm>
            <a:off x="1312912" y="3132482"/>
            <a:ext cx="354681" cy="296531"/>
            <a:chOff x="356813" y="4730723"/>
            <a:chExt cx="244804" cy="204668"/>
          </a:xfrm>
          <a:solidFill>
            <a:schemeClr val="accent6"/>
          </a:solidFill>
        </p:grpSpPr>
        <p:sp>
          <p:nvSpPr>
            <p:cNvPr id="33" name="Freeform: Shape 32">
              <a:extLst>
                <a:ext uri="{FF2B5EF4-FFF2-40B4-BE49-F238E27FC236}">
                  <a16:creationId xmlns:a16="http://schemas.microsoft.com/office/drawing/2014/main" id="{E7256EBB-D384-0344-E8A3-9485DF8A6446}"/>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solidFill>
                  <a:schemeClr val="accent3"/>
                </a:solidFill>
              </a:endParaRPr>
            </a:p>
          </p:txBody>
        </p:sp>
        <p:sp>
          <p:nvSpPr>
            <p:cNvPr id="34" name="Freeform: Shape 33">
              <a:extLst>
                <a:ext uri="{FF2B5EF4-FFF2-40B4-BE49-F238E27FC236}">
                  <a16:creationId xmlns:a16="http://schemas.microsoft.com/office/drawing/2014/main" id="{AA7530D3-62CF-75C9-2842-30BF8115E449}"/>
                </a:ext>
              </a:extLst>
            </p:cNvPr>
            <p:cNvSpPr/>
            <p:nvPr/>
          </p:nvSpPr>
          <p:spPr>
            <a:xfrm>
              <a:off x="554341" y="4730723"/>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solidFill>
                  <a:schemeClr val="accent3"/>
                </a:solidFill>
              </a:endParaRPr>
            </a:p>
          </p:txBody>
        </p:sp>
      </p:grpSp>
    </p:spTree>
    <p:extLst>
      <p:ext uri="{BB962C8B-B14F-4D97-AF65-F5344CB8AC3E}">
        <p14:creationId xmlns:p14="http://schemas.microsoft.com/office/powerpoint/2010/main" val="1129341907"/>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370AD8-75C2-487B-87A7-257B27E5DD55}"/>
              </a:ext>
            </a:extLst>
          </p:cNvPr>
          <p:cNvSpPr/>
          <p:nvPr/>
        </p:nvSpPr>
        <p:spPr>
          <a:xfrm>
            <a:off x="1092200" y="914401"/>
            <a:ext cx="10007600" cy="4409768"/>
          </a:xfrm>
          <a:prstGeom prst="roundRect">
            <a:avLst>
              <a:gd name="adj" fmla="val 6990"/>
            </a:avLst>
          </a:prstGeom>
          <a:solidFill>
            <a:srgbClr val="0F101C">
              <a:alpha val="4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695BBB3B-BEBC-4C94-B124-0C978B01891F}"/>
              </a:ext>
            </a:extLst>
          </p:cNvPr>
          <p:cNvSpPr txBox="1"/>
          <p:nvPr/>
        </p:nvSpPr>
        <p:spPr>
          <a:xfrm>
            <a:off x="4744065" y="1823386"/>
            <a:ext cx="2703870" cy="769441"/>
          </a:xfrm>
          <a:prstGeom prst="rect">
            <a:avLst/>
          </a:prstGeom>
          <a:noFill/>
        </p:spPr>
        <p:txBody>
          <a:bodyPr wrap="square" rtlCol="0">
            <a:spAutoFit/>
          </a:bodyPr>
          <a:lstStyle/>
          <a:p>
            <a:pPr algn="ctr"/>
            <a:r>
              <a:rPr lang="en-GB" sz="4400">
                <a:solidFill>
                  <a:schemeClr val="bg1"/>
                </a:solidFill>
                <a:latin typeface="Oraqle Script" pitchFamily="2" charset="-18"/>
              </a:rPr>
              <a:t>PLAN B</a:t>
            </a:r>
          </a:p>
        </p:txBody>
      </p:sp>
      <p:sp>
        <p:nvSpPr>
          <p:cNvPr id="14" name="TextBox 13">
            <a:extLst>
              <a:ext uri="{FF2B5EF4-FFF2-40B4-BE49-F238E27FC236}">
                <a16:creationId xmlns:a16="http://schemas.microsoft.com/office/drawing/2014/main" id="{D8686626-F94F-46E7-8B1E-6830D632DEBB}"/>
              </a:ext>
            </a:extLst>
          </p:cNvPr>
          <p:cNvSpPr txBox="1"/>
          <p:nvPr/>
        </p:nvSpPr>
        <p:spPr>
          <a:xfrm>
            <a:off x="1941872" y="2457566"/>
            <a:ext cx="8308258" cy="1107996"/>
          </a:xfrm>
          <a:prstGeom prst="rect">
            <a:avLst/>
          </a:prstGeom>
          <a:noFill/>
        </p:spPr>
        <p:txBody>
          <a:bodyPr wrap="square" rtlCol="0">
            <a:spAutoFit/>
          </a:bodyPr>
          <a:lstStyle/>
          <a:p>
            <a:pPr algn="ctr"/>
            <a:r>
              <a:rPr lang="en-GB" sz="6600">
                <a:solidFill>
                  <a:schemeClr val="bg1"/>
                </a:solidFill>
                <a:latin typeface="Fira Sans Black" panose="020B0A03050000020004" pitchFamily="34" charset="0"/>
              </a:rPr>
              <a:t>Demo 2 — vídeo de 60″</a:t>
            </a:r>
          </a:p>
        </p:txBody>
      </p:sp>
      <p:pic>
        <p:nvPicPr>
          <p:cNvPr id="8" name="Marcador de posición de imagen 7" descr="Un puente sobre el agua&#10;&#10;El contenido generado por IA puede ser incorrecto.">
            <a:extLst>
              <a:ext uri="{FF2B5EF4-FFF2-40B4-BE49-F238E27FC236}">
                <a16:creationId xmlns:a16="http://schemas.microsoft.com/office/drawing/2014/main" id="{DE2FA9AB-C7DD-B16F-C936-7DDF8FF2F95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0835" b="10835"/>
          <a:stretch>
            <a:fillRect/>
          </a:stretch>
        </p:blipFill>
        <p:spPr/>
      </p:pic>
      <p:sp>
        <p:nvSpPr>
          <p:cNvPr id="6" name="Rectangle: Top Corners Rounded 5">
            <a:extLst>
              <a:ext uri="{FF2B5EF4-FFF2-40B4-BE49-F238E27FC236}">
                <a16:creationId xmlns:a16="http://schemas.microsoft.com/office/drawing/2014/main" id="{BA3D39DC-F3BF-4FBB-B3D5-002B215A4B02}"/>
              </a:ext>
            </a:extLst>
          </p:cNvPr>
          <p:cNvSpPr/>
          <p:nvPr/>
        </p:nvSpPr>
        <p:spPr>
          <a:xfrm rot="5400000">
            <a:off x="5483942" y="1339644"/>
            <a:ext cx="1224116" cy="7983797"/>
          </a:xfrm>
          <a:prstGeom prst="round2SameRect">
            <a:avLst>
              <a:gd name="adj1" fmla="val 50000"/>
              <a:gd name="adj2"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1A9F5E0-303A-45A1-BF3B-A5F0F9015F1A}"/>
              </a:ext>
            </a:extLst>
          </p:cNvPr>
          <p:cNvSpPr txBox="1"/>
          <p:nvPr/>
        </p:nvSpPr>
        <p:spPr>
          <a:xfrm>
            <a:off x="2472009" y="5124595"/>
            <a:ext cx="7291116" cy="333809"/>
          </a:xfrm>
          <a:prstGeom prst="rect">
            <a:avLst/>
          </a:prstGeom>
          <a:noFill/>
        </p:spPr>
        <p:txBody>
          <a:bodyPr wrap="square" rtlCol="0">
            <a:spAutoFit/>
          </a:bodyPr>
          <a:lstStyle/>
          <a:p>
            <a:pPr>
              <a:lnSpc>
                <a:spcPct val="120000"/>
              </a:lnSpc>
            </a:pPr>
            <a:r>
              <a:rPr lang="en-GB" sz="1400" b="1">
                <a:solidFill>
                  <a:schemeClr val="bg1"/>
                </a:solidFill>
                <a:latin typeface="+mj-lt"/>
              </a:rPr>
              <a:t>Vídeo: DSPM for AI con el IBAN y el uso de agentes</a:t>
            </a:r>
          </a:p>
        </p:txBody>
      </p:sp>
      <p:sp>
        <p:nvSpPr>
          <p:cNvPr id="24" name="Freeform: Shape 23">
            <a:extLst>
              <a:ext uri="{FF2B5EF4-FFF2-40B4-BE49-F238E27FC236}">
                <a16:creationId xmlns:a16="http://schemas.microsoft.com/office/drawing/2014/main" id="{9F86C285-861F-4885-9BE5-A1F521ECC1B2}"/>
              </a:ext>
            </a:extLst>
          </p:cNvPr>
          <p:cNvSpPr/>
          <p:nvPr/>
        </p:nvSpPr>
        <p:spPr>
          <a:xfrm rot="3600000">
            <a:off x="9580310" y="86128"/>
            <a:ext cx="1843867" cy="1983551"/>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2"/>
          </a:solidFill>
          <a:ln w="9525" cap="flat">
            <a:noFill/>
            <a:prstDash val="solid"/>
            <a:miter/>
          </a:ln>
        </p:spPr>
        <p:txBody>
          <a:bodyPr rtlCol="0" anchor="ctr"/>
          <a:lstStyle/>
          <a:p>
            <a:endParaRPr lang="en-GB"/>
          </a:p>
        </p:txBody>
      </p:sp>
      <p:pic>
        <p:nvPicPr>
          <p:cNvPr id="3" name="Imagen 2" descr="The image displays a user interface for an agent management system, featuring sections for creating agents, searching for agents, and managing workflows and content.&#10;&#10;El contenido generado por IA puede ser incorrecto.">
            <a:extLst>
              <a:ext uri="{FF2B5EF4-FFF2-40B4-BE49-F238E27FC236}">
                <a16:creationId xmlns:a16="http://schemas.microsoft.com/office/drawing/2014/main" id="{5701307E-DE72-DC47-102E-1879C4FC87A0}"/>
              </a:ext>
            </a:extLst>
          </p:cNvPr>
          <p:cNvPicPr>
            <a:picLocks noChangeAspect="1"/>
          </p:cNvPicPr>
          <p:nvPr/>
        </p:nvPicPr>
        <p:blipFill>
          <a:blip r:embed="rId3"/>
          <a:stretch>
            <a:fillRect/>
          </a:stretch>
        </p:blipFill>
        <p:spPr>
          <a:xfrm>
            <a:off x="266811" y="136072"/>
            <a:ext cx="3731876" cy="2220274"/>
          </a:xfrm>
          <a:prstGeom prst="rect">
            <a:avLst/>
          </a:prstGeom>
        </p:spPr>
      </p:pic>
      <p:pic>
        <p:nvPicPr>
          <p:cNvPr id="7" name="Imagen 6" descr="Running&#10;&#10;El contenido generado por IA puede ser incorrecto.">
            <a:extLst>
              <a:ext uri="{FF2B5EF4-FFF2-40B4-BE49-F238E27FC236}">
                <a16:creationId xmlns:a16="http://schemas.microsoft.com/office/drawing/2014/main" id="{3DC0C6B9-43E3-98EB-FFDA-6CB996FF6F51}"/>
              </a:ext>
            </a:extLst>
          </p:cNvPr>
          <p:cNvPicPr>
            <a:picLocks noChangeAspect="1"/>
          </p:cNvPicPr>
          <p:nvPr/>
        </p:nvPicPr>
        <p:blipFill>
          <a:blip r:embed="rId4"/>
          <a:stretch>
            <a:fillRect/>
          </a:stretch>
        </p:blipFill>
        <p:spPr>
          <a:xfrm>
            <a:off x="228015" y="2481564"/>
            <a:ext cx="4143361" cy="1963301"/>
          </a:xfrm>
          <a:prstGeom prst="rect">
            <a:avLst/>
          </a:prstGeom>
        </p:spPr>
      </p:pic>
      <p:pic>
        <p:nvPicPr>
          <p:cNvPr id="10" name="Imagen 9" descr="The image shows a document with a summary of a public job announcement from the Ayuntamiento de Santa Cruz de Tenerife, indicating no issues during the compliance tracking process.&#10;&#10;El contenido generado por IA puede ser incorrecto.">
            <a:extLst>
              <a:ext uri="{FF2B5EF4-FFF2-40B4-BE49-F238E27FC236}">
                <a16:creationId xmlns:a16="http://schemas.microsoft.com/office/drawing/2014/main" id="{1045AA55-5D2B-86CF-810B-1F4BF81A5855}"/>
              </a:ext>
            </a:extLst>
          </p:cNvPr>
          <p:cNvPicPr>
            <a:picLocks noChangeAspect="1"/>
          </p:cNvPicPr>
          <p:nvPr/>
        </p:nvPicPr>
        <p:blipFill>
          <a:blip r:embed="rId5"/>
          <a:stretch>
            <a:fillRect/>
          </a:stretch>
        </p:blipFill>
        <p:spPr>
          <a:xfrm>
            <a:off x="6866229" y="4199742"/>
            <a:ext cx="2656490" cy="2658258"/>
          </a:xfrm>
          <a:prstGeom prst="rect">
            <a:avLst/>
          </a:prstGeom>
        </p:spPr>
      </p:pic>
      <p:pic>
        <p:nvPicPr>
          <p:cNvPr id="13" name="Imagen 12" descr="The image shows a Microsoft Purview dashboard displaying various data points such as user interactions, apps, and timestamps.&#10;&#10;El contenido generado por IA puede ser incorrecto.">
            <a:extLst>
              <a:ext uri="{FF2B5EF4-FFF2-40B4-BE49-F238E27FC236}">
                <a16:creationId xmlns:a16="http://schemas.microsoft.com/office/drawing/2014/main" id="{9BF5B5A3-044B-2FDD-4761-3DE3D55B5BCB}"/>
              </a:ext>
            </a:extLst>
          </p:cNvPr>
          <p:cNvPicPr>
            <a:picLocks noChangeAspect="1"/>
          </p:cNvPicPr>
          <p:nvPr/>
        </p:nvPicPr>
        <p:blipFill>
          <a:blip r:embed="rId6"/>
          <a:stretch>
            <a:fillRect/>
          </a:stretch>
        </p:blipFill>
        <p:spPr>
          <a:xfrm>
            <a:off x="5256544" y="912227"/>
            <a:ext cx="6692928" cy="3834366"/>
          </a:xfrm>
          <a:prstGeom prst="rect">
            <a:avLst/>
          </a:prstGeom>
        </p:spPr>
      </p:pic>
    </p:spTree>
    <p:extLst>
      <p:ext uri="{BB962C8B-B14F-4D97-AF65-F5344CB8AC3E}">
        <p14:creationId xmlns:p14="http://schemas.microsoft.com/office/powerpoint/2010/main" val="4067592273"/>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26" presetClass="emph" presetSubtype="0" fill="hold" grpId="1" nodeType="withEffect">
                                  <p:stCondLst>
                                    <p:cond delay="1000"/>
                                  </p:stCondLst>
                                  <p:childTnLst>
                                    <p:animEffect transition="out" filter="fade">
                                      <p:cBhvr>
                                        <p:cTn id="12" dur="500" tmFilter="0, 0; .2, .5; .8, .5; 1, 0"/>
                                        <p:tgtEl>
                                          <p:spTgt spid="24"/>
                                        </p:tgtEl>
                                      </p:cBhvr>
                                    </p:animEffect>
                                    <p:animScale>
                                      <p:cBhvr>
                                        <p:cTn id="13" dur="250" autoRev="1" fill="hold"/>
                                        <p:tgtEl>
                                          <p:spTgt spid="24"/>
                                        </p:tgtEl>
                                      </p:cBhvr>
                                      <p:by x="105000" y="105000"/>
                                    </p:animScale>
                                  </p:childTnLst>
                                </p:cTn>
                              </p:par>
                              <p:par>
                                <p:cTn id="14" presetID="10" presetClass="entr" presetSubtype="0" fill="hold" grpId="0" nodeType="withEffect">
                                  <p:stCondLst>
                                    <p:cond delay="10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26" presetClass="emph" presetSubtype="0" fill="hold" grpId="1" nodeType="withEffect">
                                  <p:stCondLst>
                                    <p:cond delay="1000"/>
                                  </p:stCondLst>
                                  <p:childTnLst>
                                    <p:animEffect transition="out" filter="fade">
                                      <p:cBhvr>
                                        <p:cTn id="18" dur="500" tmFilter="0, 0; .2, .5; .8, .5; 1, 0"/>
                                        <p:tgtEl>
                                          <p:spTgt spid="11"/>
                                        </p:tgtEl>
                                      </p:cBhvr>
                                    </p:animEffect>
                                    <p:animScale>
                                      <p:cBhvr>
                                        <p:cTn id="19" dur="250" autoRev="1" fill="hold"/>
                                        <p:tgtEl>
                                          <p:spTgt spid="11"/>
                                        </p:tgtEl>
                                      </p:cBhvr>
                                      <p:by x="105000" y="105000"/>
                                    </p:animScale>
                                  </p:childTnLst>
                                </p:cTn>
                              </p:par>
                              <p:par>
                                <p:cTn id="20" presetID="10" presetClass="entr" presetSubtype="0" fill="hold" grpId="0" nodeType="withEffect">
                                  <p:stCondLst>
                                    <p:cond delay="12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26" presetClass="emph" presetSubtype="0" fill="hold" grpId="1" nodeType="withEffect">
                                  <p:stCondLst>
                                    <p:cond delay="1250"/>
                                  </p:stCondLst>
                                  <p:childTnLst>
                                    <p:animEffect transition="out" filter="fade">
                                      <p:cBhvr>
                                        <p:cTn id="24" dur="500" tmFilter="0, 0; .2, .5; .8, .5; 1, 0"/>
                                        <p:tgtEl>
                                          <p:spTgt spid="14"/>
                                        </p:tgtEl>
                                      </p:cBhvr>
                                    </p:animEffect>
                                    <p:animScale>
                                      <p:cBhvr>
                                        <p:cTn id="25"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P spid="11" grpId="1"/>
      <p:bldP spid="14" grpId="0"/>
      <p:bldP spid="14" grpId="1"/>
      <p:bldP spid="24" grpId="0" animBg="1"/>
      <p:bldP spid="24"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0DED9148-CE46-448F-A85D-586582BEF492}"/>
              </a:ext>
            </a:extLst>
          </p:cNvPr>
          <p:cNvGrpSpPr/>
          <p:nvPr/>
        </p:nvGrpSpPr>
        <p:grpSpPr>
          <a:xfrm>
            <a:off x="4685714" y="2189311"/>
            <a:ext cx="2918292" cy="3114569"/>
            <a:chOff x="4499180" y="684393"/>
            <a:chExt cx="2300585" cy="2455317"/>
          </a:xfrm>
          <a:solidFill>
            <a:schemeClr val="accent2"/>
          </a:solidFill>
        </p:grpSpPr>
        <p:sp>
          <p:nvSpPr>
            <p:cNvPr id="37" name="Freeform: Shape 36">
              <a:extLst>
                <a:ext uri="{FF2B5EF4-FFF2-40B4-BE49-F238E27FC236}">
                  <a16:creationId xmlns:a16="http://schemas.microsoft.com/office/drawing/2014/main" id="{8BDC82B4-3E0B-4AAC-B012-02990647D666}"/>
                </a:ext>
              </a:extLst>
            </p:cNvPr>
            <p:cNvSpPr/>
            <p:nvPr/>
          </p:nvSpPr>
          <p:spPr>
            <a:xfrm>
              <a:off x="4499180" y="796925"/>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38" name="Freeform: Shape 37">
              <a:extLst>
                <a:ext uri="{FF2B5EF4-FFF2-40B4-BE49-F238E27FC236}">
                  <a16:creationId xmlns:a16="http://schemas.microsoft.com/office/drawing/2014/main" id="{369CB0B0-1A86-48AA-B530-A960101651EA}"/>
                </a:ext>
              </a:extLst>
            </p:cNvPr>
            <p:cNvSpPr/>
            <p:nvPr/>
          </p:nvSpPr>
          <p:spPr>
            <a:xfrm>
              <a:off x="5991312" y="2910997"/>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39" name="Freeform: Shape 38">
              <a:extLst>
                <a:ext uri="{FF2B5EF4-FFF2-40B4-BE49-F238E27FC236}">
                  <a16:creationId xmlns:a16="http://schemas.microsoft.com/office/drawing/2014/main" id="{569844EC-E9EE-46F1-9ECD-38D7D9D7F164}"/>
                </a:ext>
              </a:extLst>
            </p:cNvPr>
            <p:cNvSpPr/>
            <p:nvPr/>
          </p:nvSpPr>
          <p:spPr>
            <a:xfrm>
              <a:off x="5386051" y="684393"/>
              <a:ext cx="107631" cy="107631"/>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grpSp>
      <p:grpSp>
        <p:nvGrpSpPr>
          <p:cNvPr id="46" name="Group 45">
            <a:extLst>
              <a:ext uri="{FF2B5EF4-FFF2-40B4-BE49-F238E27FC236}">
                <a16:creationId xmlns:a16="http://schemas.microsoft.com/office/drawing/2014/main" id="{985C4C0C-425C-4E3F-B0E3-51B616A7603B}"/>
              </a:ext>
            </a:extLst>
          </p:cNvPr>
          <p:cNvGrpSpPr/>
          <p:nvPr/>
        </p:nvGrpSpPr>
        <p:grpSpPr>
          <a:xfrm>
            <a:off x="7705538" y="2471153"/>
            <a:ext cx="3177340" cy="2818974"/>
            <a:chOff x="4675119" y="3690039"/>
            <a:chExt cx="2561917" cy="2272964"/>
          </a:xfrm>
          <a:solidFill>
            <a:schemeClr val="accent3"/>
          </a:solidFill>
        </p:grpSpPr>
        <p:sp>
          <p:nvSpPr>
            <p:cNvPr id="43" name="Freeform: Shape 42">
              <a:extLst>
                <a:ext uri="{FF2B5EF4-FFF2-40B4-BE49-F238E27FC236}">
                  <a16:creationId xmlns:a16="http://schemas.microsoft.com/office/drawing/2014/main" id="{BD138425-C1A1-45A2-B28E-806CF366CB72}"/>
                </a:ext>
              </a:extLst>
            </p:cNvPr>
            <p:cNvSpPr/>
            <p:nvPr/>
          </p:nvSpPr>
          <p:spPr>
            <a:xfrm>
              <a:off x="5055513" y="3690039"/>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44" name="Freeform: Shape 43">
              <a:extLst>
                <a:ext uri="{FF2B5EF4-FFF2-40B4-BE49-F238E27FC236}">
                  <a16:creationId xmlns:a16="http://schemas.microsoft.com/office/drawing/2014/main" id="{15FA8C8F-E613-4460-B16B-89CDC28A4A78}"/>
                </a:ext>
              </a:extLst>
            </p:cNvPr>
            <p:cNvSpPr/>
            <p:nvPr/>
          </p:nvSpPr>
          <p:spPr>
            <a:xfrm>
              <a:off x="6612902" y="4116286"/>
              <a:ext cx="222071" cy="222071"/>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45" name="Freeform: Shape 44">
              <a:extLst>
                <a:ext uri="{FF2B5EF4-FFF2-40B4-BE49-F238E27FC236}">
                  <a16:creationId xmlns:a16="http://schemas.microsoft.com/office/drawing/2014/main" id="{31065DE4-7ADB-41B3-9C0C-F4BFA87D38F5}"/>
                </a:ext>
              </a:extLst>
            </p:cNvPr>
            <p:cNvSpPr/>
            <p:nvPr/>
          </p:nvSpPr>
          <p:spPr>
            <a:xfrm>
              <a:off x="4675119" y="4762906"/>
              <a:ext cx="222071" cy="222071"/>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grpSp>
      <p:grpSp>
        <p:nvGrpSpPr>
          <p:cNvPr id="47" name="Group 46">
            <a:extLst>
              <a:ext uri="{FF2B5EF4-FFF2-40B4-BE49-F238E27FC236}">
                <a16:creationId xmlns:a16="http://schemas.microsoft.com/office/drawing/2014/main" id="{0152C83E-479D-4BE9-9449-7E7F21B29699}"/>
              </a:ext>
            </a:extLst>
          </p:cNvPr>
          <p:cNvGrpSpPr/>
          <p:nvPr/>
        </p:nvGrpSpPr>
        <p:grpSpPr>
          <a:xfrm>
            <a:off x="1307657" y="2325841"/>
            <a:ext cx="3034457" cy="3016814"/>
            <a:chOff x="1161130" y="3658377"/>
            <a:chExt cx="2312060" cy="2298617"/>
          </a:xfrm>
          <a:solidFill>
            <a:schemeClr val="accent1"/>
          </a:solidFill>
        </p:grpSpPr>
        <p:sp>
          <p:nvSpPr>
            <p:cNvPr id="40" name="Freeform: Shape 39">
              <a:extLst>
                <a:ext uri="{FF2B5EF4-FFF2-40B4-BE49-F238E27FC236}">
                  <a16:creationId xmlns:a16="http://schemas.microsoft.com/office/drawing/2014/main" id="{D0706872-0552-48D9-9001-FFCCDA1B7AB2}"/>
                </a:ext>
              </a:extLst>
            </p:cNvPr>
            <p:cNvSpPr/>
            <p:nvPr/>
          </p:nvSpPr>
          <p:spPr>
            <a:xfrm>
              <a:off x="1161130" y="3936601"/>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41" name="Freeform: Shape 40">
              <a:extLst>
                <a:ext uri="{FF2B5EF4-FFF2-40B4-BE49-F238E27FC236}">
                  <a16:creationId xmlns:a16="http://schemas.microsoft.com/office/drawing/2014/main" id="{E8C530B4-CDFC-4DA3-A315-29EFB6E5AFB6}"/>
                </a:ext>
              </a:extLst>
            </p:cNvPr>
            <p:cNvSpPr/>
            <p:nvPr/>
          </p:nvSpPr>
          <p:spPr>
            <a:xfrm>
              <a:off x="2009629" y="5849455"/>
              <a:ext cx="107539" cy="107539"/>
            </a:xfrm>
            <a:custGeom>
              <a:avLst/>
              <a:gdLst>
                <a:gd name="connsiteX0" fmla="*/ 81915 w 76200"/>
                <a:gd name="connsiteY0" fmla="*/ 40958 h 76200"/>
                <a:gd name="connsiteX1" fmla="*/ 40957 w 76200"/>
                <a:gd name="connsiteY1" fmla="*/ 81915 h 76200"/>
                <a:gd name="connsiteX2" fmla="*/ 0 w 76200"/>
                <a:gd name="connsiteY2" fmla="*/ 40958 h 76200"/>
                <a:gd name="connsiteX3" fmla="*/ 40957 w 76200"/>
                <a:gd name="connsiteY3" fmla="*/ 0 h 76200"/>
                <a:gd name="connsiteX4" fmla="*/ 81915 w 76200"/>
                <a:gd name="connsiteY4" fmla="*/ 40958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81915" y="40958"/>
                  </a:moveTo>
                  <a:cubicBezTo>
                    <a:pt x="81915" y="63578"/>
                    <a:pt x="63578" y="81915"/>
                    <a:pt x="40957" y="81915"/>
                  </a:cubicBezTo>
                  <a:cubicBezTo>
                    <a:pt x="18337" y="81915"/>
                    <a:pt x="0" y="63578"/>
                    <a:pt x="0" y="40958"/>
                  </a:cubicBezTo>
                  <a:cubicBezTo>
                    <a:pt x="0" y="18337"/>
                    <a:pt x="18337" y="0"/>
                    <a:pt x="40957" y="0"/>
                  </a:cubicBezTo>
                  <a:cubicBezTo>
                    <a:pt x="63578" y="0"/>
                    <a:pt x="81915" y="18337"/>
                    <a:pt x="81915" y="40958"/>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42" name="Freeform: Shape 41">
              <a:extLst>
                <a:ext uri="{FF2B5EF4-FFF2-40B4-BE49-F238E27FC236}">
                  <a16:creationId xmlns:a16="http://schemas.microsoft.com/office/drawing/2014/main" id="{5F06DB34-CFF9-4850-8C1C-871C123DC833}"/>
                </a:ext>
              </a:extLst>
            </p:cNvPr>
            <p:cNvSpPr/>
            <p:nvPr/>
          </p:nvSpPr>
          <p:spPr>
            <a:xfrm>
              <a:off x="1517646" y="3658377"/>
              <a:ext cx="188191" cy="188191"/>
            </a:xfrm>
            <a:custGeom>
              <a:avLst/>
              <a:gdLst>
                <a:gd name="connsiteX0" fmla="*/ 139065 w 133350"/>
                <a:gd name="connsiteY0" fmla="*/ 69533 h 133350"/>
                <a:gd name="connsiteX1" fmla="*/ 69532 w 133350"/>
                <a:gd name="connsiteY1" fmla="*/ 139065 h 133350"/>
                <a:gd name="connsiteX2" fmla="*/ 0 w 133350"/>
                <a:gd name="connsiteY2" fmla="*/ 69533 h 133350"/>
                <a:gd name="connsiteX3" fmla="*/ 69532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2" y="139065"/>
                  </a:cubicBezTo>
                  <a:cubicBezTo>
                    <a:pt x="31131" y="139065"/>
                    <a:pt x="0" y="107934"/>
                    <a:pt x="0" y="69533"/>
                  </a:cubicBezTo>
                  <a:cubicBezTo>
                    <a:pt x="0" y="31131"/>
                    <a:pt x="31131" y="0"/>
                    <a:pt x="69532" y="0"/>
                  </a:cubicBezTo>
                  <a:cubicBezTo>
                    <a:pt x="107934" y="0"/>
                    <a:pt x="139065" y="31131"/>
                    <a:pt x="139065" y="69533"/>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grpSp>
      <p:grpSp>
        <p:nvGrpSpPr>
          <p:cNvPr id="8" name="Group 7">
            <a:extLst>
              <a:ext uri="{FF2B5EF4-FFF2-40B4-BE49-F238E27FC236}">
                <a16:creationId xmlns:a16="http://schemas.microsoft.com/office/drawing/2014/main" id="{EC4DEB5C-9D62-4FC2-AD88-A441EAF34F50}"/>
              </a:ext>
            </a:extLst>
          </p:cNvPr>
          <p:cNvGrpSpPr/>
          <p:nvPr/>
        </p:nvGrpSpPr>
        <p:grpSpPr>
          <a:xfrm>
            <a:off x="1415846" y="624264"/>
            <a:ext cx="9360311" cy="1010901"/>
            <a:chOff x="1415845" y="552450"/>
            <a:chExt cx="9360310" cy="1010901"/>
          </a:xfrm>
        </p:grpSpPr>
        <p:sp>
          <p:nvSpPr>
            <p:cNvPr id="9" name="TextBox 8">
              <a:extLst>
                <a:ext uri="{FF2B5EF4-FFF2-40B4-BE49-F238E27FC236}">
                  <a16:creationId xmlns:a16="http://schemas.microsoft.com/office/drawing/2014/main" id="{2D450729-79CF-4BB4-821D-59BA8362A6DB}"/>
                </a:ext>
              </a:extLst>
            </p:cNvPr>
            <p:cNvSpPr txBox="1"/>
            <p:nvPr/>
          </p:nvSpPr>
          <p:spPr>
            <a:xfrm>
              <a:off x="1415845" y="855465"/>
              <a:ext cx="9360310" cy="707886"/>
            </a:xfrm>
            <a:prstGeom prst="rect">
              <a:avLst/>
            </a:prstGeom>
            <a:noFill/>
          </p:spPr>
          <p:txBody>
            <a:bodyPr wrap="square" rtlCol="0">
              <a:spAutoFit/>
            </a:bodyPr>
            <a:lstStyle/>
            <a:p>
              <a:pPr algn="ctr"/>
              <a:r>
                <a:rPr lang="en-US" sz="4000" b="1">
                  <a:solidFill>
                    <a:schemeClr val="bg1"/>
                  </a:solidFill>
                  <a:latin typeface="Segoe UI" panose="020B0502040204020203" pitchFamily="34" charset="0"/>
                  <a:cs typeface="Segoe UI" panose="020B0502040204020203" pitchFamily="34" charset="0"/>
                </a:rPr>
                <a:t>Control central</a:t>
              </a:r>
              <a:endParaRPr lang="en-GB" sz="4000" b="1">
                <a:solidFill>
                  <a:schemeClr val="bg1"/>
                </a:solidFill>
                <a:latin typeface="Segoe UI" panose="020B05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5ECB08D7-103A-486E-A856-D2DD047B43EB}"/>
                </a:ext>
              </a:extLst>
            </p:cNvPr>
            <p:cNvSpPr txBox="1"/>
            <p:nvPr/>
          </p:nvSpPr>
          <p:spPr>
            <a:xfrm>
              <a:off x="4139381" y="552450"/>
              <a:ext cx="3913238" cy="307777"/>
            </a:xfrm>
            <a:prstGeom prst="rect">
              <a:avLst/>
            </a:prstGeom>
            <a:noFill/>
          </p:spPr>
          <p:txBody>
            <a:bodyPr wrap="square" rtlCol="0">
              <a:spAutoFit/>
            </a:bodyPr>
            <a:lstStyle/>
            <a:p>
              <a:pPr algn="ctr"/>
              <a:r>
                <a:rPr lang="en-US" sz="1400">
                  <a:solidFill>
                    <a:schemeClr val="accent3"/>
                  </a:solidFill>
                  <a:latin typeface="Segoe UI" panose="020B0502040204020203" pitchFamily="34" charset="0"/>
                  <a:cs typeface="Segoe UI" panose="020B0502040204020203" pitchFamily="34" charset="0"/>
                </a:rPr>
                <a:t>Un solo sitio</a:t>
              </a:r>
              <a:endParaRPr lang="en-GB" sz="1400">
                <a:solidFill>
                  <a:schemeClr val="accent3"/>
                </a:solidFill>
                <a:latin typeface="Segoe UI" panose="020B0502040204020203" pitchFamily="34" charset="0"/>
                <a:cs typeface="Segoe UI" panose="020B0502040204020203" pitchFamily="34" charset="0"/>
              </a:endParaRPr>
            </a:p>
          </p:txBody>
        </p:sp>
      </p:grpSp>
      <p:sp>
        <p:nvSpPr>
          <p:cNvPr id="58" name="Freeform: Shape 57">
            <a:extLst>
              <a:ext uri="{FF2B5EF4-FFF2-40B4-BE49-F238E27FC236}">
                <a16:creationId xmlns:a16="http://schemas.microsoft.com/office/drawing/2014/main" id="{59E69B52-E8A0-492B-AAED-101211A3A600}"/>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33" name="Rectangle: Rounded Corners 32">
            <a:extLst>
              <a:ext uri="{FF2B5EF4-FFF2-40B4-BE49-F238E27FC236}">
                <a16:creationId xmlns:a16="http://schemas.microsoft.com/office/drawing/2014/main" id="{03F9C094-663F-4DC9-A1F4-DE6432E34CE5}"/>
              </a:ext>
            </a:extLst>
          </p:cNvPr>
          <p:cNvSpPr/>
          <p:nvPr/>
        </p:nvSpPr>
        <p:spPr>
          <a:xfrm>
            <a:off x="4969593" y="4743186"/>
            <a:ext cx="2252816" cy="456381"/>
          </a:xfrm>
          <a:prstGeom prst="roundRect">
            <a:avLst>
              <a:gd name="adj" fmla="val 50000"/>
            </a:avLst>
          </a:prstGeom>
          <a:solidFill>
            <a:schemeClr val="bg1"/>
          </a:solidFill>
          <a:ln>
            <a:noFill/>
          </a:ln>
          <a:effectLst>
            <a:outerShdw blurRad="419100" dist="50800" dir="5400000" sx="92000" sy="92000" algn="t"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lumMod val="75000"/>
                    <a:lumOff val="25000"/>
                  </a:schemeClr>
                </a:solidFill>
                <a:latin typeface="Segoe UI" panose="020B0502040204020203" pitchFamily="34" charset="0"/>
                <a:cs typeface="Segoe UI" panose="020B0502040204020203" pitchFamily="34" charset="0"/>
              </a:rPr>
              <a:t>Reasignar</a:t>
            </a:r>
          </a:p>
        </p:txBody>
      </p:sp>
      <p:sp>
        <p:nvSpPr>
          <p:cNvPr id="35" name="Rectangle: Rounded Corners 34">
            <a:extLst>
              <a:ext uri="{FF2B5EF4-FFF2-40B4-BE49-F238E27FC236}">
                <a16:creationId xmlns:a16="http://schemas.microsoft.com/office/drawing/2014/main" id="{6C3506D4-5E6E-41EF-917F-6F8B595AC435}"/>
              </a:ext>
            </a:extLst>
          </p:cNvPr>
          <p:cNvSpPr/>
          <p:nvPr/>
        </p:nvSpPr>
        <p:spPr>
          <a:xfrm>
            <a:off x="1690534" y="4743186"/>
            <a:ext cx="2252816" cy="456381"/>
          </a:xfrm>
          <a:prstGeom prst="roundRect">
            <a:avLst>
              <a:gd name="adj" fmla="val 50000"/>
            </a:avLst>
          </a:prstGeom>
          <a:solidFill>
            <a:schemeClr val="bg1"/>
          </a:solidFill>
          <a:ln>
            <a:noFill/>
          </a:ln>
          <a:effectLst>
            <a:outerShdw blurRad="419100" dist="50800" dir="5400000" sx="92000" sy="92000" algn="t"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lumMod val="75000"/>
                    <a:lumOff val="25000"/>
                  </a:schemeClr>
                </a:solidFill>
                <a:latin typeface="Segoe UI" panose="020B0502040204020203" pitchFamily="34" charset="0"/>
                <a:cs typeface="Segoe UI" panose="020B0502040204020203" pitchFamily="34" charset="0"/>
              </a:rPr>
              <a:t>Aprobar</a:t>
            </a:r>
          </a:p>
        </p:txBody>
      </p:sp>
      <p:sp>
        <p:nvSpPr>
          <p:cNvPr id="36" name="Rectangle: Rounded Corners 35">
            <a:extLst>
              <a:ext uri="{FF2B5EF4-FFF2-40B4-BE49-F238E27FC236}">
                <a16:creationId xmlns:a16="http://schemas.microsoft.com/office/drawing/2014/main" id="{9DB35F19-B65B-4D27-8B70-2FCFA5442336}"/>
              </a:ext>
            </a:extLst>
          </p:cNvPr>
          <p:cNvSpPr/>
          <p:nvPr/>
        </p:nvSpPr>
        <p:spPr>
          <a:xfrm>
            <a:off x="8248648" y="4743186"/>
            <a:ext cx="2252816" cy="456381"/>
          </a:xfrm>
          <a:prstGeom prst="roundRect">
            <a:avLst>
              <a:gd name="adj" fmla="val 50000"/>
            </a:avLst>
          </a:prstGeom>
          <a:solidFill>
            <a:schemeClr val="bg1"/>
          </a:solidFill>
          <a:ln>
            <a:noFill/>
          </a:ln>
          <a:effectLst>
            <a:outerShdw blurRad="419100" dist="50800" dir="5400000" sx="92000" sy="92000" algn="t"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lumMod val="75000"/>
                    <a:lumOff val="25000"/>
                  </a:schemeClr>
                </a:solidFill>
                <a:latin typeface="Segoe UI" panose="020B0502040204020203" pitchFamily="34" charset="0"/>
                <a:cs typeface="Segoe UI" panose="020B0502040204020203" pitchFamily="34" charset="0"/>
              </a:rPr>
              <a:t>Bloquear</a:t>
            </a:r>
          </a:p>
        </p:txBody>
      </p:sp>
      <p:sp>
        <p:nvSpPr>
          <p:cNvPr id="59" name="TextBox 58"/>
          <p:cNvSpPr txBox="1"/>
          <p:nvPr/>
        </p:nvSpPr>
        <p:spPr>
          <a:xfrm>
            <a:off x="1490472" y="5340096"/>
            <a:ext cx="2651760" cy="868680"/>
          </a:xfrm>
          <a:prstGeom prst="rect">
            <a:avLst/>
          </a:prstGeom>
          <a:noFill/>
        </p:spPr>
        <p:txBody>
          <a:bodyPr wrap="square" lIns="0" tIns="0" rIns="0" bIns="0">
            <a:spAutoFit/>
          </a:bodyPr>
          <a:lstStyle/>
          <a:p>
            <a:pPr algn="ctr"/>
            <a:r>
              <a:rPr sz="1050" b="0">
                <a:solidFill>
                  <a:srgbClr val="FFFFFF"/>
                </a:solidFill>
                <a:latin typeface="Open Sans Light"/>
              </a:rPr>
              <a:t>Un agente que quiere llegar a toda la organización pide paso. Revisas qué hace, qué toca y con quién se comparte antes de publicarlo.</a:t>
            </a:r>
          </a:p>
        </p:txBody>
      </p:sp>
      <p:sp>
        <p:nvSpPr>
          <p:cNvPr id="60" name="TextBox 59"/>
          <p:cNvSpPr txBox="1"/>
          <p:nvPr/>
        </p:nvSpPr>
        <p:spPr>
          <a:xfrm>
            <a:off x="4764024" y="5340096"/>
            <a:ext cx="2651760" cy="868680"/>
          </a:xfrm>
          <a:prstGeom prst="rect">
            <a:avLst/>
          </a:prstGeom>
          <a:noFill/>
        </p:spPr>
        <p:txBody>
          <a:bodyPr wrap="square" lIns="0" tIns="0" rIns="0" bIns="0">
            <a:spAutoFit/>
          </a:bodyPr>
          <a:lstStyle/>
          <a:p>
            <a:pPr algn="ctr"/>
            <a:r>
              <a:rPr sz="1050" b="0">
                <a:solidFill>
                  <a:srgbClr val="FFFFFF"/>
                </a:solidFill>
                <a:latin typeface="Open Sans Light"/>
              </a:rPr>
              <a:t>Un agente cuyo propietario se fue recibe uno nuevo. Sin propietario nombrado no es un agente: es una incidencia esperando fecha.</a:t>
            </a:r>
          </a:p>
        </p:txBody>
      </p:sp>
      <p:sp>
        <p:nvSpPr>
          <p:cNvPr id="61" name="TextBox 60"/>
          <p:cNvSpPr txBox="1"/>
          <p:nvPr/>
        </p:nvSpPr>
        <p:spPr>
          <a:xfrm>
            <a:off x="8046720" y="5340096"/>
            <a:ext cx="2651760" cy="868680"/>
          </a:xfrm>
          <a:prstGeom prst="rect">
            <a:avLst/>
          </a:prstGeom>
          <a:noFill/>
        </p:spPr>
        <p:txBody>
          <a:bodyPr wrap="square" lIns="0" tIns="0" rIns="0" bIns="0">
            <a:spAutoFit/>
          </a:bodyPr>
          <a:lstStyle/>
          <a:p>
            <a:pPr algn="ctr"/>
            <a:r>
              <a:rPr sz="1050" b="0">
                <a:solidFill>
                  <a:srgbClr val="FFFFFF"/>
                </a:solidFill>
                <a:latin typeface="Open Sans Light"/>
              </a:rPr>
              <a:t>Un agente que no debe usarse se bloquea para toda la organización, venga de Agent Builder, de Copilot Studio o de un tercero.</a:t>
            </a:r>
          </a:p>
        </p:txBody>
      </p:sp>
    </p:spTree>
    <p:extLst>
      <p:ext uri="{BB962C8B-B14F-4D97-AF65-F5344CB8AC3E}">
        <p14:creationId xmlns:p14="http://schemas.microsoft.com/office/powerpoint/2010/main" val="836146417"/>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23" presetClass="entr" presetSubtype="27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 calcmode="lin" valueType="num">
                                      <p:cBhvr>
                                        <p:cTn id="10" dur="500" fill="hold"/>
                                        <p:tgtEl>
                                          <p:spTgt spid="8"/>
                                        </p:tgtEl>
                                        <p:attrNameLst>
                                          <p:attrName>ppt_w</p:attrName>
                                        </p:attrNameLst>
                                      </p:cBhvr>
                                      <p:tavLst>
                                        <p:tav tm="0">
                                          <p:val>
                                            <p:strVal val="2/3*#ppt_w"/>
                                          </p:val>
                                        </p:tav>
                                        <p:tav tm="100000">
                                          <p:val>
                                            <p:strVal val="#ppt_w"/>
                                          </p:val>
                                        </p:tav>
                                      </p:tavLst>
                                    </p:anim>
                                    <p:anim calcmode="lin" valueType="num">
                                      <p:cBhvr>
                                        <p:cTn id="11" dur="500" fill="hold"/>
                                        <p:tgtEl>
                                          <p:spTgt spid="8"/>
                                        </p:tgtEl>
                                        <p:attrNameLst>
                                          <p:attrName>ppt_h</p:attrName>
                                        </p:attrNameLst>
                                      </p:cBhvr>
                                      <p:tavLst>
                                        <p:tav tm="0">
                                          <p:val>
                                            <p:strVal val="2/3*#ppt_h"/>
                                          </p:val>
                                        </p:tav>
                                        <p:tav tm="100000">
                                          <p:val>
                                            <p:strVal val="#ppt_h"/>
                                          </p:val>
                                        </p:tav>
                                      </p:tavLst>
                                    </p:anim>
                                  </p:childTnLst>
                                </p:cTn>
                              </p:par>
                              <p:par>
                                <p:cTn id="12" presetID="10" presetClass="entr" presetSubtype="0" fill="hold" grpId="0" nodeType="withEffect">
                                  <p:stCondLst>
                                    <p:cond delay="50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500"/>
                                        <p:tgtEl>
                                          <p:spTgt spid="35"/>
                                        </p:tgtEl>
                                      </p:cBhvr>
                                    </p:animEffect>
                                  </p:childTnLst>
                                </p:cTn>
                              </p:par>
                              <p:par>
                                <p:cTn id="15" presetID="26" presetClass="emph" presetSubtype="0" fill="hold" grpId="1" nodeType="withEffect">
                                  <p:stCondLst>
                                    <p:cond delay="500"/>
                                  </p:stCondLst>
                                  <p:childTnLst>
                                    <p:animEffect transition="out" filter="fade">
                                      <p:cBhvr>
                                        <p:cTn id="16" dur="500" tmFilter="0, 0; .2, .5; .8, .5; 1, 0"/>
                                        <p:tgtEl>
                                          <p:spTgt spid="35"/>
                                        </p:tgtEl>
                                      </p:cBhvr>
                                    </p:animEffect>
                                    <p:animScale>
                                      <p:cBhvr>
                                        <p:cTn id="17" dur="250" autoRev="1" fill="hold"/>
                                        <p:tgtEl>
                                          <p:spTgt spid="35"/>
                                        </p:tgtEl>
                                      </p:cBhvr>
                                      <p:by x="105000" y="105000"/>
                                    </p:animScale>
                                  </p:childTnLst>
                                </p:cTn>
                              </p:par>
                              <p:par>
                                <p:cTn id="18" presetID="10" presetClass="entr" presetSubtype="0" fill="hold" nodeType="with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fade">
                                      <p:cBhvr>
                                        <p:cTn id="20" dur="500"/>
                                        <p:tgtEl>
                                          <p:spTgt spid="47"/>
                                        </p:tgtEl>
                                      </p:cBhvr>
                                    </p:animEffect>
                                  </p:childTnLst>
                                </p:cTn>
                              </p:par>
                              <p:par>
                                <p:cTn id="21" presetID="6" presetClass="emph" presetSubtype="0" decel="100000" fill="hold" nodeType="withEffect">
                                  <p:stCondLst>
                                    <p:cond delay="0"/>
                                  </p:stCondLst>
                                  <p:childTnLst>
                                    <p:animScale>
                                      <p:cBhvr>
                                        <p:cTn id="22" dur="3000" fill="hold"/>
                                        <p:tgtEl>
                                          <p:spTgt spid="47"/>
                                        </p:tgtEl>
                                      </p:cBhvr>
                                      <p:by x="108000" y="108000"/>
                                    </p:animScale>
                                  </p:childTnLst>
                                </p:cTn>
                              </p:par>
                              <p:par>
                                <p:cTn id="23" presetID="10" presetClass="entr" presetSubtype="0" fill="hold" nodeType="withEffect">
                                  <p:stCondLst>
                                    <p:cond delay="250"/>
                                  </p:stCondLst>
                                  <p:childTnLst>
                                    <p:set>
                                      <p:cBhvr>
                                        <p:cTn id="24" dur="1" fill="hold">
                                          <p:stCondLst>
                                            <p:cond delay="0"/>
                                          </p:stCondLst>
                                        </p:cTn>
                                        <p:tgtEl>
                                          <p:spTgt spid="48"/>
                                        </p:tgtEl>
                                        <p:attrNameLst>
                                          <p:attrName>style.visibility</p:attrName>
                                        </p:attrNameLst>
                                      </p:cBhvr>
                                      <p:to>
                                        <p:strVal val="visible"/>
                                      </p:to>
                                    </p:set>
                                    <p:animEffect transition="in" filter="fade">
                                      <p:cBhvr>
                                        <p:cTn id="25" dur="500"/>
                                        <p:tgtEl>
                                          <p:spTgt spid="48"/>
                                        </p:tgtEl>
                                      </p:cBhvr>
                                    </p:animEffect>
                                  </p:childTnLst>
                                </p:cTn>
                              </p:par>
                              <p:par>
                                <p:cTn id="26" presetID="6" presetClass="emph" presetSubtype="0" decel="100000" fill="hold" nodeType="withEffect">
                                  <p:stCondLst>
                                    <p:cond delay="250"/>
                                  </p:stCondLst>
                                  <p:childTnLst>
                                    <p:animScale>
                                      <p:cBhvr>
                                        <p:cTn id="27" dur="3000" fill="hold"/>
                                        <p:tgtEl>
                                          <p:spTgt spid="48"/>
                                        </p:tgtEl>
                                      </p:cBhvr>
                                      <p:by x="108000" y="108000"/>
                                    </p:animScale>
                                  </p:childTnLst>
                                </p:cTn>
                              </p:par>
                              <p:par>
                                <p:cTn id="28" presetID="10" presetClass="entr" presetSubtype="0" fill="hold" nodeType="withEffect">
                                  <p:stCondLst>
                                    <p:cond delay="50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500"/>
                                        <p:tgtEl>
                                          <p:spTgt spid="46"/>
                                        </p:tgtEl>
                                      </p:cBhvr>
                                    </p:animEffect>
                                  </p:childTnLst>
                                </p:cTn>
                              </p:par>
                              <p:par>
                                <p:cTn id="31" presetID="6" presetClass="emph" presetSubtype="0" decel="100000" fill="hold" nodeType="withEffect">
                                  <p:stCondLst>
                                    <p:cond delay="500"/>
                                  </p:stCondLst>
                                  <p:childTnLst>
                                    <p:animScale>
                                      <p:cBhvr>
                                        <p:cTn id="32" dur="3000" fill="hold"/>
                                        <p:tgtEl>
                                          <p:spTgt spid="46"/>
                                        </p:tgtEl>
                                      </p:cBhvr>
                                      <p:by x="108000" y="108000"/>
                                    </p:animScale>
                                  </p:childTnLst>
                                </p:cTn>
                              </p:par>
                              <p:par>
                                <p:cTn id="33" presetID="10" presetClass="entr" presetSubtype="0" fill="hold" grpId="0" nodeType="withEffect">
                                  <p:stCondLst>
                                    <p:cond delay="75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par>
                                <p:cTn id="36" presetID="26" presetClass="emph" presetSubtype="0" fill="hold" grpId="1" nodeType="withEffect">
                                  <p:stCondLst>
                                    <p:cond delay="750"/>
                                  </p:stCondLst>
                                  <p:childTnLst>
                                    <p:animEffect transition="out" filter="fade">
                                      <p:cBhvr>
                                        <p:cTn id="37" dur="500" tmFilter="0, 0; .2, .5; .8, .5; 1, 0"/>
                                        <p:tgtEl>
                                          <p:spTgt spid="33"/>
                                        </p:tgtEl>
                                      </p:cBhvr>
                                    </p:animEffect>
                                    <p:animScale>
                                      <p:cBhvr>
                                        <p:cTn id="38" dur="250" autoRev="1" fill="hold"/>
                                        <p:tgtEl>
                                          <p:spTgt spid="33"/>
                                        </p:tgtEl>
                                      </p:cBhvr>
                                      <p:by x="105000" y="105000"/>
                                    </p:animScale>
                                  </p:childTnLst>
                                </p:cTn>
                              </p:par>
                              <p:par>
                                <p:cTn id="39" presetID="10" presetClass="entr" presetSubtype="0" fill="hold" grpId="0" nodeType="withEffect">
                                  <p:stCondLst>
                                    <p:cond delay="100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par>
                                <p:cTn id="42" presetID="26" presetClass="emph" presetSubtype="0" fill="hold" grpId="1" nodeType="withEffect">
                                  <p:stCondLst>
                                    <p:cond delay="1000"/>
                                  </p:stCondLst>
                                  <p:childTnLst>
                                    <p:animEffect transition="out" filter="fade">
                                      <p:cBhvr>
                                        <p:cTn id="43" dur="500" tmFilter="0, 0; .2, .5; .8, .5; 1, 0"/>
                                        <p:tgtEl>
                                          <p:spTgt spid="36"/>
                                        </p:tgtEl>
                                      </p:cBhvr>
                                    </p:animEffect>
                                    <p:animScale>
                                      <p:cBhvr>
                                        <p:cTn id="44" dur="250" autoRev="1" fill="hold"/>
                                        <p:tgtEl>
                                          <p:spTgt spid="36"/>
                                        </p:tgtEl>
                                      </p:cBhvr>
                                      <p:by x="105000" y="105000"/>
                                    </p:animScale>
                                  </p:childTnLst>
                                </p:cTn>
                              </p:par>
                              <p:par>
                                <p:cTn id="45" presetID="10" presetClass="entr" presetSubtype="0" fill="hold" grpId="0" nodeType="withEffect">
                                  <p:stCondLst>
                                    <p:cond delay="1000"/>
                                  </p:stCondLst>
                                  <p:childTnLst>
                                    <p:set>
                                      <p:cBhvr>
                                        <p:cTn id="46" dur="1" fill="hold">
                                          <p:stCondLst>
                                            <p:cond delay="0"/>
                                          </p:stCondLst>
                                        </p:cTn>
                                        <p:tgtEl>
                                          <p:spTgt spid="58"/>
                                        </p:tgtEl>
                                        <p:attrNameLst>
                                          <p:attrName>style.visibility</p:attrName>
                                        </p:attrNameLst>
                                      </p:cBhvr>
                                      <p:to>
                                        <p:strVal val="visible"/>
                                      </p:to>
                                    </p:set>
                                    <p:animEffect transition="in" filter="fade">
                                      <p:cBhvr>
                                        <p:cTn id="47" dur="500"/>
                                        <p:tgtEl>
                                          <p:spTgt spid="58"/>
                                        </p:tgtEl>
                                      </p:cBhvr>
                                    </p:animEffect>
                                  </p:childTnLst>
                                </p:cTn>
                              </p:par>
                              <p:par>
                                <p:cTn id="48" presetID="26" presetClass="emph" presetSubtype="0" fill="hold" grpId="1" nodeType="withEffect">
                                  <p:stCondLst>
                                    <p:cond delay="1000"/>
                                  </p:stCondLst>
                                  <p:childTnLst>
                                    <p:animEffect transition="out" filter="fade">
                                      <p:cBhvr>
                                        <p:cTn id="49" dur="500" tmFilter="0, 0; .2, .5; .8, .5; 1, 0"/>
                                        <p:tgtEl>
                                          <p:spTgt spid="58"/>
                                        </p:tgtEl>
                                      </p:cBhvr>
                                    </p:animEffect>
                                    <p:animScale>
                                      <p:cBhvr>
                                        <p:cTn id="50" dur="250" autoRev="1" fill="hold"/>
                                        <p:tgtEl>
                                          <p:spTgt spid="5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33" grpId="0" animBg="1"/>
      <p:bldP spid="33" grpId="1" animBg="1"/>
      <p:bldP spid="35" grpId="0" animBg="1"/>
      <p:bldP spid="35" grpId="1" animBg="1" autoUpdateAnimBg="0"/>
      <p:bldP spid="36" grpId="0" animBg="1"/>
      <p:bldP spid="36"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E5063C92-7F6D-4E7B-8E8E-A087F1474D25}"/>
              </a:ext>
            </a:extLst>
          </p:cNvPr>
          <p:cNvGrpSpPr/>
          <p:nvPr/>
        </p:nvGrpSpPr>
        <p:grpSpPr>
          <a:xfrm>
            <a:off x="4904453" y="3239573"/>
            <a:ext cx="4822722" cy="1519084"/>
            <a:chOff x="4904453" y="3239573"/>
            <a:chExt cx="4822722" cy="1519084"/>
          </a:xfrm>
        </p:grpSpPr>
        <p:sp>
          <p:nvSpPr>
            <p:cNvPr id="14" name="Rectangle: Rounded Corners 13">
              <a:extLst>
                <a:ext uri="{FF2B5EF4-FFF2-40B4-BE49-F238E27FC236}">
                  <a16:creationId xmlns:a16="http://schemas.microsoft.com/office/drawing/2014/main" id="{7F9E1E4E-C9EA-45FB-83E1-9C7262A2B06C}"/>
                </a:ext>
              </a:extLst>
            </p:cNvPr>
            <p:cNvSpPr/>
            <p:nvPr/>
          </p:nvSpPr>
          <p:spPr>
            <a:xfrm>
              <a:off x="4904453" y="3239573"/>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15A89143-0445-4FC7-AA88-E3CE0B3E6FE1}"/>
                </a:ext>
              </a:extLst>
            </p:cNvPr>
            <p:cNvSpPr txBox="1"/>
            <p:nvPr/>
          </p:nvSpPr>
          <p:spPr>
            <a:xfrm>
              <a:off x="4960988" y="3337396"/>
              <a:ext cx="4709653" cy="1323439"/>
            </a:xfrm>
            <a:prstGeom prst="rect">
              <a:avLst/>
            </a:prstGeom>
            <a:noFill/>
          </p:spPr>
          <p:txBody>
            <a:bodyPr wrap="square" rtlCol="0" anchor="ctr">
              <a:noAutofit/>
            </a:bodyPr>
            <a:lstStyle/>
            <a:p>
              <a:pPr algn="ctr"/>
              <a:r>
                <a:rPr lang="en-GB" sz="4800" b="1">
                  <a:solidFill>
                    <a:schemeClr val="accent1"/>
                  </a:solidFill>
                  <a:latin typeface="Segoe UI" panose="020B0502040204020203" pitchFamily="34" charset="0"/>
                  <a:cs typeface="Segoe UI" panose="020B0502040204020203" pitchFamily="34" charset="0"/>
                </a:rPr>
                <a:t>¿Quién decide?</a:t>
              </a:r>
            </a:p>
          </p:txBody>
        </p:sp>
      </p:grpSp>
      <p:grpSp>
        <p:nvGrpSpPr>
          <p:cNvPr id="21" name="Group 20">
            <a:extLst>
              <a:ext uri="{FF2B5EF4-FFF2-40B4-BE49-F238E27FC236}">
                <a16:creationId xmlns:a16="http://schemas.microsoft.com/office/drawing/2014/main" id="{59419D0D-2793-43BC-9746-68DDC18E5EBA}"/>
              </a:ext>
            </a:extLst>
          </p:cNvPr>
          <p:cNvGrpSpPr/>
          <p:nvPr/>
        </p:nvGrpSpPr>
        <p:grpSpPr>
          <a:xfrm>
            <a:off x="2464825" y="2128839"/>
            <a:ext cx="4822722" cy="1519084"/>
            <a:chOff x="2464825" y="2128839"/>
            <a:chExt cx="4822722" cy="1519084"/>
          </a:xfrm>
        </p:grpSpPr>
        <p:sp>
          <p:nvSpPr>
            <p:cNvPr id="17" name="Rectangle: Rounded Corners 16">
              <a:extLst>
                <a:ext uri="{FF2B5EF4-FFF2-40B4-BE49-F238E27FC236}">
                  <a16:creationId xmlns:a16="http://schemas.microsoft.com/office/drawing/2014/main" id="{151A3CD9-8095-4290-A2A2-391B4D361A37}"/>
                </a:ext>
              </a:extLst>
            </p:cNvPr>
            <p:cNvSpPr/>
            <p:nvPr/>
          </p:nvSpPr>
          <p:spPr>
            <a:xfrm>
              <a:off x="2464825" y="2128839"/>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8D5A85E8-85D6-4790-A8C1-9341C7C4213E}"/>
                </a:ext>
              </a:extLst>
            </p:cNvPr>
            <p:cNvSpPr txBox="1"/>
            <p:nvPr/>
          </p:nvSpPr>
          <p:spPr>
            <a:xfrm>
              <a:off x="2521360" y="2226662"/>
              <a:ext cx="4709653" cy="1323439"/>
            </a:xfrm>
            <a:prstGeom prst="rect">
              <a:avLst/>
            </a:prstGeom>
            <a:noFill/>
          </p:spPr>
          <p:txBody>
            <a:bodyPr wrap="square" rtlCol="0" anchor="ctr">
              <a:noAutofit/>
            </a:bodyPr>
            <a:lstStyle/>
            <a:p>
              <a:pPr algn="ctr"/>
              <a:r>
                <a:rPr lang="en-GB" sz="8000" b="1">
                  <a:solidFill>
                    <a:schemeClr val="accent1"/>
                  </a:solidFill>
                  <a:latin typeface="Segoe UI" panose="020B0502040204020203" pitchFamily="34" charset="0"/>
                  <a:cs typeface="Segoe UI" panose="020B0502040204020203" pitchFamily="34" charset="0"/>
                </a:rPr>
                <a:t>DEMO 3</a:t>
              </a:r>
            </a:p>
          </p:txBody>
        </p:sp>
      </p:grpSp>
      <p:sp>
        <p:nvSpPr>
          <p:cNvPr id="26" name="Freeform: Shape 25">
            <a:extLst>
              <a:ext uri="{FF2B5EF4-FFF2-40B4-BE49-F238E27FC236}">
                <a16:creationId xmlns:a16="http://schemas.microsoft.com/office/drawing/2014/main" id="{CA3A466A-7B17-4C08-8808-A8BAED4ACD93}"/>
              </a:ext>
            </a:extLst>
          </p:cNvPr>
          <p:cNvSpPr/>
          <p:nvPr/>
        </p:nvSpPr>
        <p:spPr>
          <a:xfrm>
            <a:off x="10369401" y="733468"/>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6"/>
          </a:solidFill>
          <a:ln w="9525" cap="flat">
            <a:noFill/>
            <a:prstDash val="solid"/>
            <a:miter/>
          </a:ln>
        </p:spPr>
        <p:txBody>
          <a:bodyPr rtlCol="0" anchor="ctr"/>
          <a:lstStyle/>
          <a:p>
            <a:endParaRPr lang="en-GB">
              <a:solidFill>
                <a:schemeClr val="accent3"/>
              </a:solidFill>
            </a:endParaRPr>
          </a:p>
        </p:txBody>
      </p:sp>
      <p:grpSp>
        <p:nvGrpSpPr>
          <p:cNvPr id="32" name="Group 31">
            <a:extLst>
              <a:ext uri="{FF2B5EF4-FFF2-40B4-BE49-F238E27FC236}">
                <a16:creationId xmlns:a16="http://schemas.microsoft.com/office/drawing/2014/main" id="{FC07A126-1A3D-439F-810A-ED82B4D40E4F}"/>
              </a:ext>
            </a:extLst>
          </p:cNvPr>
          <p:cNvGrpSpPr/>
          <p:nvPr/>
        </p:nvGrpSpPr>
        <p:grpSpPr>
          <a:xfrm>
            <a:off x="1312912" y="3132482"/>
            <a:ext cx="354681" cy="296531"/>
            <a:chOff x="356813" y="4730723"/>
            <a:chExt cx="244804" cy="204668"/>
          </a:xfrm>
          <a:solidFill>
            <a:schemeClr val="accent6"/>
          </a:solidFill>
        </p:grpSpPr>
        <p:sp>
          <p:nvSpPr>
            <p:cNvPr id="33" name="Freeform: Shape 32">
              <a:extLst>
                <a:ext uri="{FF2B5EF4-FFF2-40B4-BE49-F238E27FC236}">
                  <a16:creationId xmlns:a16="http://schemas.microsoft.com/office/drawing/2014/main" id="{91FE3242-8A77-4DE5-B8FA-97A135842FC9}"/>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solidFill>
                  <a:schemeClr val="accent3"/>
                </a:solidFill>
              </a:endParaRPr>
            </a:p>
          </p:txBody>
        </p:sp>
        <p:sp>
          <p:nvSpPr>
            <p:cNvPr id="34" name="Freeform: Shape 33">
              <a:extLst>
                <a:ext uri="{FF2B5EF4-FFF2-40B4-BE49-F238E27FC236}">
                  <a16:creationId xmlns:a16="http://schemas.microsoft.com/office/drawing/2014/main" id="{5E83A831-290F-4ED2-8E31-385D65E85A46}"/>
                </a:ext>
              </a:extLst>
            </p:cNvPr>
            <p:cNvSpPr/>
            <p:nvPr/>
          </p:nvSpPr>
          <p:spPr>
            <a:xfrm>
              <a:off x="554341" y="4730723"/>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solidFill>
                  <a:schemeClr val="accent3"/>
                </a:solidFill>
              </a:endParaRPr>
            </a:p>
          </p:txBody>
        </p:sp>
      </p:grpSp>
    </p:spTree>
    <p:extLst>
      <p:ext uri="{BB962C8B-B14F-4D97-AF65-F5344CB8AC3E}">
        <p14:creationId xmlns:p14="http://schemas.microsoft.com/office/powerpoint/2010/main" val="1339197602"/>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370AD8-75C2-487B-87A7-257B27E5DD55}"/>
              </a:ext>
            </a:extLst>
          </p:cNvPr>
          <p:cNvSpPr/>
          <p:nvPr/>
        </p:nvSpPr>
        <p:spPr>
          <a:xfrm>
            <a:off x="1092200" y="914401"/>
            <a:ext cx="10007600" cy="4409768"/>
          </a:xfrm>
          <a:prstGeom prst="roundRect">
            <a:avLst>
              <a:gd name="adj" fmla="val 6990"/>
            </a:avLst>
          </a:prstGeom>
          <a:solidFill>
            <a:srgbClr val="0F101C">
              <a:alpha val="4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695BBB3B-BEBC-4C94-B124-0C978B01891F}"/>
              </a:ext>
            </a:extLst>
          </p:cNvPr>
          <p:cNvSpPr txBox="1"/>
          <p:nvPr/>
        </p:nvSpPr>
        <p:spPr>
          <a:xfrm>
            <a:off x="4744065" y="1823386"/>
            <a:ext cx="2703870" cy="769441"/>
          </a:xfrm>
          <a:prstGeom prst="rect">
            <a:avLst/>
          </a:prstGeom>
          <a:noFill/>
        </p:spPr>
        <p:txBody>
          <a:bodyPr wrap="square" rtlCol="0">
            <a:spAutoFit/>
          </a:bodyPr>
          <a:lstStyle/>
          <a:p>
            <a:pPr algn="ctr"/>
            <a:r>
              <a:rPr lang="en-GB" sz="4400">
                <a:solidFill>
                  <a:schemeClr val="bg1"/>
                </a:solidFill>
                <a:latin typeface="Oraqle Script" pitchFamily="2" charset="-18"/>
              </a:rPr>
              <a:t>PLAN B</a:t>
            </a:r>
          </a:p>
        </p:txBody>
      </p:sp>
      <p:sp>
        <p:nvSpPr>
          <p:cNvPr id="14" name="TextBox 13">
            <a:extLst>
              <a:ext uri="{FF2B5EF4-FFF2-40B4-BE49-F238E27FC236}">
                <a16:creationId xmlns:a16="http://schemas.microsoft.com/office/drawing/2014/main" id="{D8686626-F94F-46E7-8B1E-6830D632DEBB}"/>
              </a:ext>
            </a:extLst>
          </p:cNvPr>
          <p:cNvSpPr txBox="1"/>
          <p:nvPr/>
        </p:nvSpPr>
        <p:spPr>
          <a:xfrm>
            <a:off x="1941872" y="2457566"/>
            <a:ext cx="8308258" cy="1107996"/>
          </a:xfrm>
          <a:prstGeom prst="rect">
            <a:avLst/>
          </a:prstGeom>
          <a:noFill/>
        </p:spPr>
        <p:txBody>
          <a:bodyPr wrap="square" rtlCol="0">
            <a:spAutoFit/>
          </a:bodyPr>
          <a:lstStyle/>
          <a:p>
            <a:pPr algn="ctr"/>
            <a:r>
              <a:rPr lang="en-GB" sz="6600">
                <a:solidFill>
                  <a:schemeClr val="bg1"/>
                </a:solidFill>
                <a:latin typeface="Fira Sans Black" panose="020B0A03050000020004" pitchFamily="34" charset="0"/>
              </a:rPr>
              <a:t>Demo 3 — capturas</a:t>
            </a:r>
          </a:p>
        </p:txBody>
      </p:sp>
      <p:pic>
        <p:nvPicPr>
          <p:cNvPr id="8" name="Marcador de posición de imagen 7" descr="Un puente sobre el agua&#10;&#10;El contenido generado por IA puede ser incorrecto.">
            <a:extLst>
              <a:ext uri="{FF2B5EF4-FFF2-40B4-BE49-F238E27FC236}">
                <a16:creationId xmlns:a16="http://schemas.microsoft.com/office/drawing/2014/main" id="{DE2FA9AB-C7DD-B16F-C936-7DDF8FF2F95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0835" b="10835"/>
          <a:stretch>
            <a:fillRect/>
          </a:stretch>
        </p:blipFill>
        <p:spPr/>
      </p:pic>
      <p:sp>
        <p:nvSpPr>
          <p:cNvPr id="6" name="Rectangle: Top Corners Rounded 5">
            <a:extLst>
              <a:ext uri="{FF2B5EF4-FFF2-40B4-BE49-F238E27FC236}">
                <a16:creationId xmlns:a16="http://schemas.microsoft.com/office/drawing/2014/main" id="{BA3D39DC-F3BF-4FBB-B3D5-002B215A4B02}"/>
              </a:ext>
            </a:extLst>
          </p:cNvPr>
          <p:cNvSpPr/>
          <p:nvPr/>
        </p:nvSpPr>
        <p:spPr>
          <a:xfrm rot="5400000">
            <a:off x="5483942" y="1339644"/>
            <a:ext cx="1224116" cy="7983797"/>
          </a:xfrm>
          <a:prstGeom prst="round2SameRect">
            <a:avLst>
              <a:gd name="adj1" fmla="val 50000"/>
              <a:gd name="adj2"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1A9F5E0-303A-45A1-BF3B-A5F0F9015F1A}"/>
              </a:ext>
            </a:extLst>
          </p:cNvPr>
          <p:cNvSpPr txBox="1"/>
          <p:nvPr/>
        </p:nvSpPr>
        <p:spPr>
          <a:xfrm>
            <a:off x="2472009" y="5124595"/>
            <a:ext cx="7291116" cy="333809"/>
          </a:xfrm>
          <a:prstGeom prst="rect">
            <a:avLst/>
          </a:prstGeom>
          <a:noFill/>
        </p:spPr>
        <p:txBody>
          <a:bodyPr wrap="square" rtlCol="0">
            <a:spAutoFit/>
          </a:bodyPr>
          <a:lstStyle/>
          <a:p>
            <a:pPr>
              <a:lnSpc>
                <a:spcPct val="120000"/>
              </a:lnSpc>
            </a:pPr>
            <a:r>
              <a:rPr lang="en-GB" sz="1400" b="1">
                <a:solidFill>
                  <a:schemeClr val="bg1"/>
                </a:solidFill>
                <a:latin typeface="+mj-lt"/>
              </a:rPr>
              <a:t>Solicitud, bloqueo y vista del usuario</a:t>
            </a:r>
          </a:p>
        </p:txBody>
      </p:sp>
      <p:sp>
        <p:nvSpPr>
          <p:cNvPr id="24" name="Freeform: Shape 23">
            <a:extLst>
              <a:ext uri="{FF2B5EF4-FFF2-40B4-BE49-F238E27FC236}">
                <a16:creationId xmlns:a16="http://schemas.microsoft.com/office/drawing/2014/main" id="{9F86C285-861F-4885-9BE5-A1F521ECC1B2}"/>
              </a:ext>
            </a:extLst>
          </p:cNvPr>
          <p:cNvSpPr/>
          <p:nvPr/>
        </p:nvSpPr>
        <p:spPr>
          <a:xfrm rot="3600000">
            <a:off x="9580310" y="86128"/>
            <a:ext cx="1843867" cy="1983551"/>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2"/>
          </a:solidFill>
          <a:ln w="9525" cap="flat">
            <a:noFill/>
            <a:prstDash val="solid"/>
            <a:miter/>
          </a:ln>
        </p:spPr>
        <p:txBody>
          <a:bodyPr rtlCol="0" anchor="ctr"/>
          <a:lstStyle/>
          <a:p>
            <a:endParaRPr lang="en-GB"/>
          </a:p>
        </p:txBody>
      </p:sp>
    </p:spTree>
    <p:extLst>
      <p:ext uri="{BB962C8B-B14F-4D97-AF65-F5344CB8AC3E}">
        <p14:creationId xmlns:p14="http://schemas.microsoft.com/office/powerpoint/2010/main" val="985744389"/>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26" presetClass="emph" presetSubtype="0" fill="hold" grpId="1" nodeType="withEffect">
                                  <p:stCondLst>
                                    <p:cond delay="1000"/>
                                  </p:stCondLst>
                                  <p:childTnLst>
                                    <p:animEffect transition="out" filter="fade">
                                      <p:cBhvr>
                                        <p:cTn id="12" dur="500" tmFilter="0, 0; .2, .5; .8, .5; 1, 0"/>
                                        <p:tgtEl>
                                          <p:spTgt spid="24"/>
                                        </p:tgtEl>
                                      </p:cBhvr>
                                    </p:animEffect>
                                    <p:animScale>
                                      <p:cBhvr>
                                        <p:cTn id="13" dur="250" autoRev="1" fill="hold"/>
                                        <p:tgtEl>
                                          <p:spTgt spid="24"/>
                                        </p:tgtEl>
                                      </p:cBhvr>
                                      <p:by x="105000" y="105000"/>
                                    </p:animScale>
                                  </p:childTnLst>
                                </p:cTn>
                              </p:par>
                              <p:par>
                                <p:cTn id="14" presetID="10" presetClass="entr" presetSubtype="0" fill="hold" grpId="0" nodeType="withEffect">
                                  <p:stCondLst>
                                    <p:cond delay="10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26" presetClass="emph" presetSubtype="0" fill="hold" grpId="1" nodeType="withEffect">
                                  <p:stCondLst>
                                    <p:cond delay="1000"/>
                                  </p:stCondLst>
                                  <p:childTnLst>
                                    <p:animEffect transition="out" filter="fade">
                                      <p:cBhvr>
                                        <p:cTn id="18" dur="500" tmFilter="0, 0; .2, .5; .8, .5; 1, 0"/>
                                        <p:tgtEl>
                                          <p:spTgt spid="11"/>
                                        </p:tgtEl>
                                      </p:cBhvr>
                                    </p:animEffect>
                                    <p:animScale>
                                      <p:cBhvr>
                                        <p:cTn id="19" dur="250" autoRev="1" fill="hold"/>
                                        <p:tgtEl>
                                          <p:spTgt spid="11"/>
                                        </p:tgtEl>
                                      </p:cBhvr>
                                      <p:by x="105000" y="105000"/>
                                    </p:animScale>
                                  </p:childTnLst>
                                </p:cTn>
                              </p:par>
                              <p:par>
                                <p:cTn id="20" presetID="10" presetClass="entr" presetSubtype="0" fill="hold" grpId="0" nodeType="withEffect">
                                  <p:stCondLst>
                                    <p:cond delay="12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26" presetClass="emph" presetSubtype="0" fill="hold" grpId="1" nodeType="withEffect">
                                  <p:stCondLst>
                                    <p:cond delay="1250"/>
                                  </p:stCondLst>
                                  <p:childTnLst>
                                    <p:animEffect transition="out" filter="fade">
                                      <p:cBhvr>
                                        <p:cTn id="24" dur="500" tmFilter="0, 0; .2, .5; .8, .5; 1, 0"/>
                                        <p:tgtEl>
                                          <p:spTgt spid="14"/>
                                        </p:tgtEl>
                                      </p:cBhvr>
                                    </p:animEffect>
                                    <p:animScale>
                                      <p:cBhvr>
                                        <p:cTn id="25"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P spid="11" grpId="1"/>
      <p:bldP spid="14" grpId="0"/>
      <p:bldP spid="14" grpId="1"/>
      <p:bldP spid="24" grpId="0" animBg="1"/>
      <p:bldP spid="24"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88">
            <a:extLst>
              <a:ext uri="{FF2B5EF4-FFF2-40B4-BE49-F238E27FC236}">
                <a16:creationId xmlns:a16="http://schemas.microsoft.com/office/drawing/2014/main" id="{5876323F-2D5E-47C8-80AE-DEC6CF93BBED}"/>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SDK y observabilidad: piezas distintas</a:t>
            </a:r>
          </a:p>
        </p:txBody>
      </p:sp>
      <p:sp>
        <p:nvSpPr>
          <p:cNvPr id="48" name="Revision_text_89">
            <a:extLst>
              <a:ext uri="{FF2B5EF4-FFF2-40B4-BE49-F238E27FC236}">
                <a16:creationId xmlns:a16="http://schemas.microsoft.com/office/drawing/2014/main" id="{413F04BD-5AE5-4F7B-B208-02A422B819AF}"/>
              </a:ext>
            </a:extLst>
          </p:cNvPr>
          <p:cNvSpPr>
            <a:spLocks noGrp="1"/>
          </p:cNvSpPr>
          <p:nvPr/>
        </p:nvSpPr>
        <p:spPr>
          <a:xfrm>
            <a:off x="914400" y="2114550"/>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SDK · identidad, herramientas y notificaciones</a:t>
            </a:r>
          </a:p>
        </p:txBody>
      </p:sp>
      <p:sp>
        <p:nvSpPr>
          <p:cNvPr id="49" name="Revision_text_90">
            <a:extLst>
              <a:ext uri="{FF2B5EF4-FFF2-40B4-BE49-F238E27FC236}">
                <a16:creationId xmlns:a16="http://schemas.microsoft.com/office/drawing/2014/main" id="{31CBF0BB-D6E0-425C-B0CB-4337449D8504}"/>
              </a:ext>
            </a:extLst>
          </p:cNvPr>
          <p:cNvSpPr>
            <a:spLocks noGrp="1"/>
          </p:cNvSpPr>
          <p:nvPr/>
        </p:nvSpPr>
        <p:spPr>
          <a:xfrm>
            <a:off x="914400" y="2905125"/>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Microsoft OpenTelemetry Distro · instrumentación y exportación</a:t>
            </a:r>
          </a:p>
        </p:txBody>
      </p:sp>
      <p:sp>
        <p:nvSpPr>
          <p:cNvPr id="50" name="Revision_text_91">
            <a:extLst>
              <a:ext uri="{FF2B5EF4-FFF2-40B4-BE49-F238E27FC236}">
                <a16:creationId xmlns:a16="http://schemas.microsoft.com/office/drawing/2014/main" id="{37876BD7-C7ED-457B-A1AB-56B792209F7E}"/>
              </a:ext>
            </a:extLst>
          </p:cNvPr>
          <p:cNvSpPr>
            <a:spLocks noGrp="1"/>
          </p:cNvSpPr>
          <p:nvPr/>
        </p:nvSpPr>
        <p:spPr>
          <a:xfrm>
            <a:off x="914400" y="3695700"/>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Registro + telemetría · comprobar ambos por separado</a:t>
            </a:r>
          </a:p>
        </p:txBody>
      </p:sp>
      <p:sp>
        <p:nvSpPr>
          <p:cNvPr id="51" name="Revision_text_92">
            <a:extLst>
              <a:ext uri="{FF2B5EF4-FFF2-40B4-BE49-F238E27FC236}">
                <a16:creationId xmlns:a16="http://schemas.microsoft.com/office/drawing/2014/main" id="{7D716EF1-FDC8-4178-B7AA-7C2D8D4EF777}"/>
              </a:ext>
            </a:extLst>
          </p:cNvPr>
          <p:cNvSpPr>
            <a:spLocks noGrp="1"/>
          </p:cNvSpPr>
          <p:nvPr/>
        </p:nvSpPr>
        <p:spPr>
          <a:xfrm>
            <a:off x="895350" y="5629275"/>
            <a:ext cx="9953625" cy="504825"/>
          </a:xfrm>
          <a:prstGeom prst="rect">
            <a:avLst/>
          </a:prstGeom>
          <a:noFill/>
          <a:ln w="0">
            <a:noFill/>
          </a:ln>
        </p:spPr>
        <p:txBody>
          <a:bodyPr wrap="square" lIns="0" tIns="0" rIns="0" bIns="0" anchor="t">
            <a:noAutofit/>
          </a:bodyPr>
          <a:lstStyle/>
          <a:p>
            <a:pPr algn="l">
              <a:defRPr sz="1425" b="0">
                <a:solidFill>
                  <a:srgbClr val="4A5560"/>
                </a:solidFill>
                <a:latin typeface="Segoe UI"/>
                <a:ea typeface="Segoe UI"/>
                <a:cs typeface="Segoe UI"/>
              </a:defRPr>
            </a:pPr>
            <a:r>
              <a:rPr sz="1425" b="0">
                <a:solidFill>
                  <a:srgbClr val="4A5560"/>
                </a:solidFill>
                <a:latin typeface="Segoe UI"/>
                <a:ea typeface="Segoe UI"/>
                <a:cs typeface="Segoe UI"/>
              </a:rPr>
              <a:t>El SDK de observabilidad anterior está deprecado. No iniciar integraciones nuevas con él.</a:t>
            </a:r>
          </a:p>
        </p:txBody>
      </p:sp>
      <p:sp>
        <p:nvSpPr>
          <p:cNvPr id="52" name="Revision_text_93">
            <a:extLst>
              <a:ext uri="{FF2B5EF4-FFF2-40B4-BE49-F238E27FC236}">
                <a16:creationId xmlns:a16="http://schemas.microsoft.com/office/drawing/2014/main" id="{42812AD8-5292-4178-B197-C9E30FD26420}"/>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19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848A-1FFF-42E7-85F8-21253FBEECAA}"/>
              </a:ext>
            </a:extLst>
          </p:cNvPr>
          <p:cNvSpPr txBox="1"/>
          <p:nvPr/>
        </p:nvSpPr>
        <p:spPr>
          <a:xfrm>
            <a:off x="1741129"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Qué es</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Conecta un agente que tú ya tienes y ya ejecutas con Agent 365, cuando necesita acceso a nivel de código a identidad, observabilidad, tooling o notificaciones.</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Cuatro capacidades: identidad en Entra, observabilidad con OpenTelemetry, tooling con los MCP gobernados de Work IQ y notificaciones. Python, JavaScript y .NET.</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Flujo de onboarding en cuatro etapas: Register → Extend → Validate → Operate.</a:t>
            </a:r>
          </a:p>
        </p:txBody>
      </p:sp>
      <p:sp>
        <p:nvSpPr>
          <p:cNvPr id="4" name="TextBox 3">
            <a:extLst>
              <a:ext uri="{FF2B5EF4-FFF2-40B4-BE49-F238E27FC236}">
                <a16:creationId xmlns:a16="http://schemas.microsoft.com/office/drawing/2014/main" id="{8F53C335-63B9-4E67-8A7F-17E8C4E9A017}"/>
              </a:ext>
            </a:extLst>
          </p:cNvPr>
          <p:cNvSpPr txBox="1"/>
          <p:nvPr/>
        </p:nvSpPr>
        <p:spPr>
          <a:xfrm>
            <a:off x="1092201" y="1184004"/>
            <a:ext cx="5131618" cy="1323439"/>
          </a:xfrm>
          <a:prstGeom prst="rect">
            <a:avLst/>
          </a:prstGeom>
          <a:noFill/>
        </p:spPr>
        <p:txBody>
          <a:bodyPr wrap="square" rtlCol="0">
            <a:spAutoFit/>
          </a:bodyPr>
          <a:lstStyle/>
          <a:p>
            <a:r>
              <a:rPr lang="en-GB" sz="3600" b="1">
                <a:solidFill>
                  <a:schemeClr val="accent2"/>
                </a:solidFill>
                <a:latin typeface="Segoe UI" panose="020B0502040204020203" pitchFamily="34" charset="0"/>
                <a:cs typeface="Segoe UI" panose="020B0502040204020203" pitchFamily="34" charset="0"/>
              </a:rPr>
              <a:t>El Agent 365 SDK</a:t>
            </a:r>
          </a:p>
          <a:p>
            <a:r>
              <a:rPr lang="en-GB" sz="3600" b="1">
                <a:solidFill>
                  <a:schemeClr val="tx1">
                    <a:lumMod val="75000"/>
                    <a:lumOff val="25000"/>
                  </a:schemeClr>
                </a:solidFill>
                <a:latin typeface="Segoe UI" panose="020B0502040204020203" pitchFamily="34" charset="0"/>
                <a:cs typeface="Segoe UI" panose="020B0502040204020203" pitchFamily="34" charset="0"/>
              </a:rPr>
              <a:t>qué es, qué no</a:t>
            </a:r>
          </a:p>
        </p:txBody>
      </p:sp>
      <p:cxnSp>
        <p:nvCxnSpPr>
          <p:cNvPr id="7" name="Straight Connector 6">
            <a:extLst>
              <a:ext uri="{FF2B5EF4-FFF2-40B4-BE49-F238E27FC236}">
                <a16:creationId xmlns:a16="http://schemas.microsoft.com/office/drawing/2014/main" id="{472EC5AD-3FED-4618-BDB7-C107B2353225}"/>
              </a:ext>
            </a:extLst>
          </p:cNvPr>
          <p:cNvCxnSpPr>
            <a:cxnSpLocks/>
          </p:cNvCxnSpPr>
          <p:nvPr/>
        </p:nvCxnSpPr>
        <p:spPr>
          <a:xfrm flipH="1">
            <a:off x="1562100" y="2811856"/>
            <a:ext cx="476209" cy="0"/>
          </a:xfrm>
          <a:prstGeom prst="line">
            <a:avLst/>
          </a:prstGeom>
          <a:ln w="28575"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7D234E-54F0-4D8C-8EC0-F1A32E9991F8}"/>
              </a:ext>
            </a:extLst>
          </p:cNvPr>
          <p:cNvSpPr txBox="1"/>
          <p:nvPr/>
        </p:nvSpPr>
        <p:spPr>
          <a:xfrm>
            <a:off x="6241145"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Qué no es</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No construye agentes. No los hospeda. No orquesta pasos. No ejecuta herramientas.</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Tú sigues siendo dueño de las tres capas: modelo, framework o runtime, y host.</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Ninguna organización real va a construir el cien por cien de sus agentes en Copilot Studio. La pregunta de gobierno no es cómo evitar que existan: es cómo entran en el mismo control plane.</a:t>
            </a:r>
          </a:p>
        </p:txBody>
      </p:sp>
      <p:sp>
        <p:nvSpPr>
          <p:cNvPr id="10" name="Freeform: Shape 9">
            <a:extLst>
              <a:ext uri="{FF2B5EF4-FFF2-40B4-BE49-F238E27FC236}">
                <a16:creationId xmlns:a16="http://schemas.microsoft.com/office/drawing/2014/main" id="{0AEE8EE9-AE23-476C-B57F-042CBF32A8AB}"/>
              </a:ext>
            </a:extLst>
          </p:cNvPr>
          <p:cNvSpPr/>
          <p:nvPr/>
        </p:nvSpPr>
        <p:spPr>
          <a:xfrm rot="10800000">
            <a:off x="5950856" y="-1"/>
            <a:ext cx="6241143" cy="2768341"/>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85300287"/>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94">
            <a:extLst>
              <a:ext uri="{FF2B5EF4-FFF2-40B4-BE49-F238E27FC236}">
                <a16:creationId xmlns:a16="http://schemas.microsoft.com/office/drawing/2014/main" id="{62850434-9C70-4CCD-B0A2-A0C1F0265376}"/>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Identidad del agente y responsabilidad</a:t>
            </a:r>
          </a:p>
        </p:txBody>
      </p:sp>
      <p:sp>
        <p:nvSpPr>
          <p:cNvPr id="48" name="Rectángulo 47">
            <a:extLst>
              <a:ext uri="{FF2B5EF4-FFF2-40B4-BE49-F238E27FC236}">
                <a16:creationId xmlns:a16="http://schemas.microsoft.com/office/drawing/2014/main" id="{A80A1061-9877-4447-A63F-F4674569158B}"/>
              </a:ext>
            </a:extLst>
          </p:cNvPr>
          <p:cNvSpPr>
            <a:spLocks noGrp="1"/>
          </p:cNvSpPr>
          <p:nvPr/>
        </p:nvSpPr>
        <p:spPr>
          <a:xfrm>
            <a:off x="885825" y="2352675"/>
            <a:ext cx="2914650" cy="1381125"/>
          </a:xfrm>
          <a:prstGeom prst="rect">
            <a:avLst/>
          </a:prstGeom>
          <a:solidFill>
            <a:srgbClr val="E5F6F4"/>
          </a:solidFill>
          <a:ln w="0">
            <a:noFill/>
          </a:ln>
        </p:spPr>
        <p:txBody>
          <a:bodyPr/>
          <a:lstStyle/>
          <a:p>
            <a:endParaRPr lang="es-ES"/>
          </a:p>
        </p:txBody>
      </p:sp>
      <p:sp>
        <p:nvSpPr>
          <p:cNvPr id="49" name="Revision_text_95">
            <a:extLst>
              <a:ext uri="{FF2B5EF4-FFF2-40B4-BE49-F238E27FC236}">
                <a16:creationId xmlns:a16="http://schemas.microsoft.com/office/drawing/2014/main" id="{C2F9A322-CC15-4E93-A32D-9B5ED1EB4F71}"/>
              </a:ext>
            </a:extLst>
          </p:cNvPr>
          <p:cNvSpPr>
            <a:spLocks noGrp="1"/>
          </p:cNvSpPr>
          <p:nvPr/>
        </p:nvSpPr>
        <p:spPr>
          <a:xfrm>
            <a:off x="1066800" y="2543175"/>
            <a:ext cx="2562225" cy="438150"/>
          </a:xfrm>
          <a:prstGeom prst="rect">
            <a:avLst/>
          </a:prstGeom>
          <a:noFill/>
          <a:ln w="0">
            <a:noFill/>
          </a:ln>
        </p:spPr>
        <p:txBody>
          <a:bodyPr wrap="square" lIns="0" tIns="0" rIns="0" bIns="0" anchor="t">
            <a:noAutofit/>
          </a:bodyPr>
          <a:lstStyle/>
          <a:p>
            <a:pPr algn="l">
              <a:defRPr sz="2400" b="1">
                <a:solidFill>
                  <a:srgbClr val="119F9A"/>
                </a:solidFill>
                <a:latin typeface="Segoe UI"/>
                <a:ea typeface="Segoe UI"/>
                <a:cs typeface="Segoe UI"/>
              </a:defRPr>
            </a:pPr>
            <a:r>
              <a:rPr sz="2400" b="1">
                <a:solidFill>
                  <a:srgbClr val="119F9A"/>
                </a:solidFill>
                <a:latin typeface="Segoe UI"/>
                <a:ea typeface="Segoe UI"/>
                <a:cs typeface="Segoe UI"/>
              </a:rPr>
              <a:t>Blueprint</a:t>
            </a:r>
          </a:p>
        </p:txBody>
      </p:sp>
      <p:sp>
        <p:nvSpPr>
          <p:cNvPr id="50" name="Revision_text_96">
            <a:extLst>
              <a:ext uri="{FF2B5EF4-FFF2-40B4-BE49-F238E27FC236}">
                <a16:creationId xmlns:a16="http://schemas.microsoft.com/office/drawing/2014/main" id="{03C9ACFE-CCF6-49BC-A252-39284AF91025}"/>
              </a:ext>
            </a:extLst>
          </p:cNvPr>
          <p:cNvSpPr>
            <a:spLocks noGrp="1"/>
          </p:cNvSpPr>
          <p:nvPr/>
        </p:nvSpPr>
        <p:spPr>
          <a:xfrm>
            <a:off x="1066800" y="3086100"/>
            <a:ext cx="2562225" cy="495300"/>
          </a:xfrm>
          <a:prstGeom prst="rect">
            <a:avLst/>
          </a:prstGeom>
          <a:noFill/>
          <a:ln w="0">
            <a:noFill/>
          </a:ln>
        </p:spPr>
        <p:txBody>
          <a:bodyPr wrap="square" lIns="0" tIns="0" rIns="0" bIns="0" anchor="t">
            <a:noAutofit/>
          </a:bodyPr>
          <a:lstStyle/>
          <a:p>
            <a:pPr algn="l">
              <a:defRPr sz="1950" b="0">
                <a:solidFill>
                  <a:srgbClr val="292B45"/>
                </a:solidFill>
                <a:latin typeface="Segoe UI"/>
                <a:ea typeface="Segoe UI"/>
                <a:cs typeface="Segoe UI"/>
              </a:defRPr>
            </a:pPr>
            <a:r>
              <a:rPr sz="1950" b="0">
                <a:solidFill>
                  <a:srgbClr val="292B45"/>
                </a:solidFill>
                <a:latin typeface="Segoe UI"/>
                <a:ea typeface="Segoe UI"/>
                <a:cs typeface="Segoe UI"/>
              </a:rPr>
              <a:t>Definición compartida</a:t>
            </a:r>
          </a:p>
        </p:txBody>
      </p:sp>
      <p:sp>
        <p:nvSpPr>
          <p:cNvPr id="51" name="Revision_text_97">
            <a:extLst>
              <a:ext uri="{FF2B5EF4-FFF2-40B4-BE49-F238E27FC236}">
                <a16:creationId xmlns:a16="http://schemas.microsoft.com/office/drawing/2014/main" id="{6F660495-AF29-4D43-A49C-9E1E26A42E21}"/>
              </a:ext>
            </a:extLst>
          </p:cNvPr>
          <p:cNvSpPr>
            <a:spLocks noGrp="1"/>
          </p:cNvSpPr>
          <p:nvPr/>
        </p:nvSpPr>
        <p:spPr>
          <a:xfrm>
            <a:off x="3962400" y="2647950"/>
            <a:ext cx="714375" cy="857250"/>
          </a:xfrm>
          <a:prstGeom prst="rect">
            <a:avLst/>
          </a:prstGeom>
          <a:noFill/>
          <a:ln w="0">
            <a:noFill/>
          </a:ln>
        </p:spPr>
        <p:txBody>
          <a:bodyPr wrap="square" lIns="0" tIns="0" rIns="0" bIns="0" anchor="t">
            <a:noAutofit/>
          </a:bodyPr>
          <a:lstStyle/>
          <a:p>
            <a:pPr algn="ctr">
              <a:defRPr sz="4350" b="1">
                <a:solidFill>
                  <a:srgbClr val="119F9A"/>
                </a:solidFill>
                <a:latin typeface="Segoe UI"/>
                <a:ea typeface="Segoe UI"/>
                <a:cs typeface="Segoe UI"/>
              </a:defRPr>
            </a:pPr>
            <a:r>
              <a:rPr sz="4350" b="1">
                <a:solidFill>
                  <a:srgbClr val="119F9A"/>
                </a:solidFill>
                <a:latin typeface="Segoe UI"/>
                <a:ea typeface="Segoe UI"/>
                <a:cs typeface="Segoe UI"/>
              </a:rPr>
              <a:t>→</a:t>
            </a:r>
          </a:p>
        </p:txBody>
      </p:sp>
      <p:sp>
        <p:nvSpPr>
          <p:cNvPr id="52" name="Rectángulo 51">
            <a:extLst>
              <a:ext uri="{FF2B5EF4-FFF2-40B4-BE49-F238E27FC236}">
                <a16:creationId xmlns:a16="http://schemas.microsoft.com/office/drawing/2014/main" id="{53577C54-0321-44E0-ACF7-1935D84DF61F}"/>
              </a:ext>
            </a:extLst>
          </p:cNvPr>
          <p:cNvSpPr>
            <a:spLocks noGrp="1"/>
          </p:cNvSpPr>
          <p:nvPr/>
        </p:nvSpPr>
        <p:spPr>
          <a:xfrm>
            <a:off x="4829175" y="2352675"/>
            <a:ext cx="2914650" cy="1381125"/>
          </a:xfrm>
          <a:prstGeom prst="rect">
            <a:avLst/>
          </a:prstGeom>
          <a:solidFill>
            <a:srgbClr val="E5F6F4"/>
          </a:solidFill>
          <a:ln w="0">
            <a:noFill/>
          </a:ln>
        </p:spPr>
        <p:txBody>
          <a:bodyPr/>
          <a:lstStyle/>
          <a:p>
            <a:endParaRPr lang="es-ES"/>
          </a:p>
        </p:txBody>
      </p:sp>
      <p:sp>
        <p:nvSpPr>
          <p:cNvPr id="53" name="Revision_text_98">
            <a:extLst>
              <a:ext uri="{FF2B5EF4-FFF2-40B4-BE49-F238E27FC236}">
                <a16:creationId xmlns:a16="http://schemas.microsoft.com/office/drawing/2014/main" id="{5C69AA77-610A-4CD1-98B0-C77CFAA1D3B0}"/>
              </a:ext>
            </a:extLst>
          </p:cNvPr>
          <p:cNvSpPr>
            <a:spLocks noGrp="1"/>
          </p:cNvSpPr>
          <p:nvPr/>
        </p:nvSpPr>
        <p:spPr>
          <a:xfrm>
            <a:off x="5029200" y="2543175"/>
            <a:ext cx="2524125" cy="438150"/>
          </a:xfrm>
          <a:prstGeom prst="rect">
            <a:avLst/>
          </a:prstGeom>
          <a:noFill/>
          <a:ln w="0">
            <a:noFill/>
          </a:ln>
        </p:spPr>
        <p:txBody>
          <a:bodyPr wrap="square" lIns="0" tIns="0" rIns="0" bIns="0" anchor="t">
            <a:noAutofit/>
          </a:bodyPr>
          <a:lstStyle/>
          <a:p>
            <a:pPr algn="l">
              <a:defRPr sz="2400" b="1">
                <a:solidFill>
                  <a:srgbClr val="119F9A"/>
                </a:solidFill>
                <a:latin typeface="Segoe UI"/>
                <a:ea typeface="Segoe UI"/>
                <a:cs typeface="Segoe UI"/>
              </a:defRPr>
            </a:pPr>
            <a:r>
              <a:rPr sz="2400" b="1">
                <a:solidFill>
                  <a:srgbClr val="119F9A"/>
                </a:solidFill>
                <a:latin typeface="Segoe UI"/>
                <a:ea typeface="Segoe UI"/>
                <a:cs typeface="Segoe UI"/>
              </a:rPr>
              <a:t>Agent ID</a:t>
            </a:r>
          </a:p>
        </p:txBody>
      </p:sp>
      <p:sp>
        <p:nvSpPr>
          <p:cNvPr id="54" name="Revision_text_99">
            <a:extLst>
              <a:ext uri="{FF2B5EF4-FFF2-40B4-BE49-F238E27FC236}">
                <a16:creationId xmlns:a16="http://schemas.microsoft.com/office/drawing/2014/main" id="{EB61C2E4-D281-4DFC-8739-75F3463F7729}"/>
              </a:ext>
            </a:extLst>
          </p:cNvPr>
          <p:cNvSpPr>
            <a:spLocks noGrp="1"/>
          </p:cNvSpPr>
          <p:nvPr/>
        </p:nvSpPr>
        <p:spPr>
          <a:xfrm>
            <a:off x="5029200" y="3086100"/>
            <a:ext cx="2524125" cy="495300"/>
          </a:xfrm>
          <a:prstGeom prst="rect">
            <a:avLst/>
          </a:prstGeom>
          <a:noFill/>
          <a:ln w="0">
            <a:noFill/>
          </a:ln>
        </p:spPr>
        <p:txBody>
          <a:bodyPr wrap="square" lIns="0" tIns="0" rIns="0" bIns="0" anchor="t">
            <a:noAutofit/>
          </a:bodyPr>
          <a:lstStyle/>
          <a:p>
            <a:pPr algn="l">
              <a:defRPr sz="1950" b="0">
                <a:solidFill>
                  <a:srgbClr val="292B45"/>
                </a:solidFill>
                <a:latin typeface="Segoe UI"/>
                <a:ea typeface="Segoe UI"/>
                <a:cs typeface="Segoe UI"/>
              </a:defRPr>
            </a:pPr>
            <a:r>
              <a:rPr sz="1950" b="0">
                <a:solidFill>
                  <a:srgbClr val="292B45"/>
                </a:solidFill>
                <a:latin typeface="Segoe UI"/>
                <a:ea typeface="Segoe UI"/>
                <a:cs typeface="Segoe UI"/>
              </a:rPr>
              <a:t>Identidad concreta</a:t>
            </a:r>
          </a:p>
        </p:txBody>
      </p:sp>
      <p:sp>
        <p:nvSpPr>
          <p:cNvPr id="55" name="Revision_text_100">
            <a:extLst>
              <a:ext uri="{FF2B5EF4-FFF2-40B4-BE49-F238E27FC236}">
                <a16:creationId xmlns:a16="http://schemas.microsoft.com/office/drawing/2014/main" id="{9C1E483F-0F41-4020-ABEB-EE2BD5605286}"/>
              </a:ext>
            </a:extLst>
          </p:cNvPr>
          <p:cNvSpPr>
            <a:spLocks noGrp="1"/>
          </p:cNvSpPr>
          <p:nvPr/>
        </p:nvSpPr>
        <p:spPr>
          <a:xfrm>
            <a:off x="8553450" y="2390775"/>
            <a:ext cx="2476500" cy="4572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Owner</a:t>
            </a:r>
          </a:p>
        </p:txBody>
      </p:sp>
      <p:sp>
        <p:nvSpPr>
          <p:cNvPr id="56" name="Revision_text_101">
            <a:extLst>
              <a:ext uri="{FF2B5EF4-FFF2-40B4-BE49-F238E27FC236}">
                <a16:creationId xmlns:a16="http://schemas.microsoft.com/office/drawing/2014/main" id="{82C3ECD8-25D1-4807-9887-3540737FC238}"/>
              </a:ext>
            </a:extLst>
          </p:cNvPr>
          <p:cNvSpPr>
            <a:spLocks noGrp="1"/>
          </p:cNvSpPr>
          <p:nvPr/>
        </p:nvSpPr>
        <p:spPr>
          <a:xfrm>
            <a:off x="8553450" y="2886075"/>
            <a:ext cx="2495550" cy="647700"/>
          </a:xfrm>
          <a:prstGeom prst="rect">
            <a:avLst/>
          </a:prstGeom>
          <a:noFill/>
          <a:ln w="0">
            <a:noFill/>
          </a:ln>
        </p:spPr>
        <p:txBody>
          <a:bodyPr wrap="square" lIns="0" tIns="0" rIns="0" bIns="0" anchor="t">
            <a:noAutofit/>
          </a:bodyPr>
          <a:lstStyle/>
          <a:p>
            <a:pPr algn="l">
              <a:defRPr sz="2025" b="0">
                <a:solidFill>
                  <a:srgbClr val="292B45"/>
                </a:solidFill>
                <a:latin typeface="Segoe UI"/>
                <a:ea typeface="Segoe UI"/>
                <a:cs typeface="Segoe UI"/>
              </a:defRPr>
            </a:pPr>
            <a:r>
              <a:rPr sz="2025" b="0">
                <a:solidFill>
                  <a:srgbClr val="292B45"/>
                </a:solidFill>
                <a:latin typeface="Segoe UI"/>
                <a:ea typeface="Segoe UI"/>
                <a:cs typeface="Segoe UI"/>
              </a:rPr>
              <a:t>Mantiene el recurso</a:t>
            </a:r>
          </a:p>
        </p:txBody>
      </p:sp>
      <p:sp>
        <p:nvSpPr>
          <p:cNvPr id="57" name="Revision_text_102">
            <a:extLst>
              <a:ext uri="{FF2B5EF4-FFF2-40B4-BE49-F238E27FC236}">
                <a16:creationId xmlns:a16="http://schemas.microsoft.com/office/drawing/2014/main" id="{C7398722-9E28-4CA3-A35E-7623A73C6834}"/>
              </a:ext>
            </a:extLst>
          </p:cNvPr>
          <p:cNvSpPr>
            <a:spLocks noGrp="1"/>
          </p:cNvSpPr>
          <p:nvPr/>
        </p:nvSpPr>
        <p:spPr>
          <a:xfrm>
            <a:off x="8553450" y="3876675"/>
            <a:ext cx="2476500" cy="4572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Sponsor</a:t>
            </a:r>
          </a:p>
        </p:txBody>
      </p:sp>
      <p:sp>
        <p:nvSpPr>
          <p:cNvPr id="58" name="Revision_text_103">
            <a:extLst>
              <a:ext uri="{FF2B5EF4-FFF2-40B4-BE49-F238E27FC236}">
                <a16:creationId xmlns:a16="http://schemas.microsoft.com/office/drawing/2014/main" id="{E34A4561-D42E-44B5-BE29-2AC534B1DDF2}"/>
              </a:ext>
            </a:extLst>
          </p:cNvPr>
          <p:cNvSpPr>
            <a:spLocks noGrp="1"/>
          </p:cNvSpPr>
          <p:nvPr/>
        </p:nvSpPr>
        <p:spPr>
          <a:xfrm>
            <a:off x="8553450" y="4371975"/>
            <a:ext cx="2495550" cy="885825"/>
          </a:xfrm>
          <a:prstGeom prst="rect">
            <a:avLst/>
          </a:prstGeom>
          <a:noFill/>
          <a:ln w="0">
            <a:noFill/>
          </a:ln>
        </p:spPr>
        <p:txBody>
          <a:bodyPr wrap="square" lIns="0" tIns="0" rIns="0" bIns="0" anchor="t">
            <a:noAutofit/>
          </a:bodyPr>
          <a:lstStyle/>
          <a:p>
            <a:pPr algn="l">
              <a:defRPr sz="2025" b="0">
                <a:solidFill>
                  <a:srgbClr val="292B45"/>
                </a:solidFill>
                <a:latin typeface="Segoe UI"/>
                <a:ea typeface="Segoe UI"/>
                <a:cs typeface="Segoe UI"/>
              </a:defRPr>
            </a:pPr>
            <a:r>
              <a:rPr sz="2025" b="0">
                <a:solidFill>
                  <a:srgbClr val="292B45"/>
                </a:solidFill>
                <a:latin typeface="Segoe UI"/>
                <a:ea typeface="Segoe UI"/>
                <a:cs typeface="Segoe UI"/>
              </a:rPr>
              <a:t>Persona responsable</a:t>
            </a:r>
          </a:p>
          <a:p>
            <a:pPr algn="l">
              <a:defRPr sz="2025" b="0">
                <a:solidFill>
                  <a:srgbClr val="292B45"/>
                </a:solidFill>
                <a:latin typeface="Segoe UI"/>
                <a:ea typeface="Segoe UI"/>
                <a:cs typeface="Segoe UI"/>
              </a:defRPr>
            </a:pPr>
            <a:r>
              <a:rPr sz="2025" b="0">
                <a:solidFill>
                  <a:srgbClr val="292B45"/>
                </a:solidFill>
                <a:latin typeface="Segoe UI"/>
                <a:ea typeface="Segoe UI"/>
                <a:cs typeface="Segoe UI"/>
              </a:rPr>
              <a:t>asociada al agente</a:t>
            </a:r>
          </a:p>
        </p:txBody>
      </p:sp>
      <p:sp>
        <p:nvSpPr>
          <p:cNvPr id="59" name="Revision_text_104">
            <a:extLst>
              <a:ext uri="{FF2B5EF4-FFF2-40B4-BE49-F238E27FC236}">
                <a16:creationId xmlns:a16="http://schemas.microsoft.com/office/drawing/2014/main" id="{6680693F-B742-4643-903F-20F0046A67CF}"/>
              </a:ext>
            </a:extLst>
          </p:cNvPr>
          <p:cNvSpPr>
            <a:spLocks noGrp="1"/>
          </p:cNvSpPr>
          <p:nvPr/>
        </p:nvSpPr>
        <p:spPr>
          <a:xfrm>
            <a:off x="895350" y="4343400"/>
            <a:ext cx="6743700" cy="1057275"/>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Responsable de negocio: decide el uso y acepta el riesgo.</a:t>
            </a:r>
          </a:p>
        </p:txBody>
      </p:sp>
      <p:sp>
        <p:nvSpPr>
          <p:cNvPr id="60" name="Revision_text_105">
            <a:extLst>
              <a:ext uri="{FF2B5EF4-FFF2-40B4-BE49-F238E27FC236}">
                <a16:creationId xmlns:a16="http://schemas.microsoft.com/office/drawing/2014/main" id="{84159248-FE87-4C14-83D9-53AAD26209C4}"/>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20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106">
            <a:extLst>
              <a:ext uri="{FF2B5EF4-FFF2-40B4-BE49-F238E27FC236}">
                <a16:creationId xmlns:a16="http://schemas.microsoft.com/office/drawing/2014/main" id="{E2C88626-D58B-4C4D-9956-21BE2E4DCC7E}"/>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Consentimiento: aprobar solo lo necesario</a:t>
            </a:r>
          </a:p>
        </p:txBody>
      </p:sp>
      <p:pic>
        <p:nvPicPr>
          <p:cNvPr id="58" name="Imagen 57"/>
          <p:cNvPicPr>
            <a:picLocks noChangeAspect="1"/>
          </p:cNvPicPr>
          <p:nvPr/>
        </p:nvPicPr>
        <p:blipFill>
          <a:blip r:embed="rId3"/>
          <a:srcRect t="35437" b="35437"/>
          <a:stretch>
            <a:fillRect/>
          </a:stretch>
        </p:blipFill>
        <p:spPr>
          <a:xfrm>
            <a:off x="885825" y="2495550"/>
            <a:ext cx="4095750" cy="2352675"/>
          </a:xfrm>
          <a:prstGeom prst="rect">
            <a:avLst/>
          </a:prstGeom>
        </p:spPr>
      </p:pic>
      <p:sp>
        <p:nvSpPr>
          <p:cNvPr id="49" name="Revision_text_107">
            <a:extLst>
              <a:ext uri="{FF2B5EF4-FFF2-40B4-BE49-F238E27FC236}">
                <a16:creationId xmlns:a16="http://schemas.microsoft.com/office/drawing/2014/main" id="{136AFF09-849A-4FCF-B09C-F32F509BD9CB}"/>
              </a:ext>
            </a:extLst>
          </p:cNvPr>
          <p:cNvSpPr>
            <a:spLocks noGrp="1"/>
          </p:cNvSpPr>
          <p:nvPr/>
        </p:nvSpPr>
        <p:spPr>
          <a:xfrm>
            <a:off x="885825" y="2038350"/>
            <a:ext cx="4191000" cy="381000"/>
          </a:xfrm>
          <a:prstGeom prst="rect">
            <a:avLst/>
          </a:prstGeom>
          <a:noFill/>
          <a:ln w="0">
            <a:noFill/>
          </a:ln>
        </p:spPr>
        <p:txBody>
          <a:bodyPr wrap="square" lIns="0" tIns="0" rIns="0" bIns="0" anchor="t">
            <a:noAutofit/>
          </a:bodyPr>
          <a:lstStyle/>
          <a:p>
            <a:pPr algn="l">
              <a:defRPr sz="1650" b="1">
                <a:solidFill>
                  <a:srgbClr val="119F9A"/>
                </a:solidFill>
                <a:latin typeface="Segoe UI"/>
                <a:ea typeface="Segoe UI"/>
                <a:cs typeface="Segoe UI"/>
              </a:defRPr>
            </a:pPr>
            <a:r>
              <a:rPr sz="1650" b="1">
                <a:solidFill>
                  <a:srgbClr val="119F9A"/>
                </a:solidFill>
                <a:latin typeface="Segoe UI"/>
                <a:ea typeface="Segoe UI"/>
                <a:cs typeface="Segoe UI"/>
              </a:rPr>
              <a:t>Fragmento del consentimiento</a:t>
            </a:r>
          </a:p>
        </p:txBody>
      </p:sp>
      <p:sp>
        <p:nvSpPr>
          <p:cNvPr id="50" name="Revision_text_108">
            <a:extLst>
              <a:ext uri="{FF2B5EF4-FFF2-40B4-BE49-F238E27FC236}">
                <a16:creationId xmlns:a16="http://schemas.microsoft.com/office/drawing/2014/main" id="{CA3DB5C2-EDDE-415D-821E-D0045433649F}"/>
              </a:ext>
            </a:extLst>
          </p:cNvPr>
          <p:cNvSpPr>
            <a:spLocks noGrp="1"/>
          </p:cNvSpPr>
          <p:nvPr/>
        </p:nvSpPr>
        <p:spPr>
          <a:xfrm>
            <a:off x="5476875" y="2038350"/>
            <a:ext cx="5391150" cy="990600"/>
          </a:xfrm>
          <a:prstGeom prst="rect">
            <a:avLst/>
          </a:prstGeom>
          <a:noFill/>
          <a:ln w="0">
            <a:noFill/>
          </a:ln>
        </p:spPr>
        <p:txBody>
          <a:bodyPr wrap="square" lIns="0" tIns="0" rIns="0" bIns="0" anchor="t">
            <a:noAutofit/>
          </a:bodyPr>
          <a:lstStyle/>
          <a:p>
            <a:pPr algn="l">
              <a:defRPr sz="2250" b="0">
                <a:solidFill>
                  <a:srgbClr val="292B45"/>
                </a:solidFill>
                <a:latin typeface="Segoe UI"/>
                <a:ea typeface="Segoe UI"/>
                <a:cs typeface="Segoe UI"/>
              </a:defRPr>
            </a:pPr>
            <a:r>
              <a:rPr sz="2250" b="0">
                <a:solidFill>
                  <a:srgbClr val="292B45"/>
                </a:solidFill>
                <a:latin typeface="Segoe UI"/>
                <a:ea typeface="Segoe UI"/>
                <a:cs typeface="Segoe UI"/>
              </a:rPr>
              <a:t>Leer correo no justifica enviar como el usuario.</a:t>
            </a:r>
          </a:p>
        </p:txBody>
      </p:sp>
      <p:sp>
        <p:nvSpPr>
          <p:cNvPr id="51" name="Revision_text_109">
            <a:extLst>
              <a:ext uri="{FF2B5EF4-FFF2-40B4-BE49-F238E27FC236}">
                <a16:creationId xmlns:a16="http://schemas.microsoft.com/office/drawing/2014/main" id="{483E27FE-ADBA-430A-A153-A55195733DEA}"/>
              </a:ext>
            </a:extLst>
          </p:cNvPr>
          <p:cNvSpPr>
            <a:spLocks noGrp="1"/>
          </p:cNvSpPr>
          <p:nvPr/>
        </p:nvSpPr>
        <p:spPr>
          <a:xfrm>
            <a:off x="5476875" y="3200400"/>
            <a:ext cx="5391150" cy="990600"/>
          </a:xfrm>
          <a:prstGeom prst="rect">
            <a:avLst/>
          </a:prstGeom>
          <a:noFill/>
          <a:ln w="0">
            <a:noFill/>
          </a:ln>
        </p:spPr>
        <p:txBody>
          <a:bodyPr wrap="square" lIns="0" tIns="0" rIns="0" bIns="0" anchor="t">
            <a:noAutofit/>
          </a:bodyPr>
          <a:lstStyle/>
          <a:p>
            <a:pPr algn="l">
              <a:defRPr sz="2250" b="0">
                <a:solidFill>
                  <a:srgbClr val="292B45"/>
                </a:solidFill>
                <a:latin typeface="Segoe UI"/>
                <a:ea typeface="Segoe UI"/>
                <a:cs typeface="Segoe UI"/>
              </a:defRPr>
            </a:pPr>
            <a:r>
              <a:rPr sz="2250" b="0">
                <a:solidFill>
                  <a:srgbClr val="292B45"/>
                </a:solidFill>
                <a:latin typeface="Segoe UI"/>
                <a:ea typeface="Segoe UI"/>
                <a:cs typeface="Segoe UI"/>
              </a:rPr>
              <a:t>Un triaje no necesita acceso general a chats y archivos.</a:t>
            </a:r>
          </a:p>
        </p:txBody>
      </p:sp>
      <p:sp>
        <p:nvSpPr>
          <p:cNvPr id="52" name="Revision_text_110">
            <a:extLst>
              <a:ext uri="{FF2B5EF4-FFF2-40B4-BE49-F238E27FC236}">
                <a16:creationId xmlns:a16="http://schemas.microsoft.com/office/drawing/2014/main" id="{9A6EE668-6114-4AFD-81E6-3EA58F562D3B}"/>
              </a:ext>
            </a:extLst>
          </p:cNvPr>
          <p:cNvSpPr>
            <a:spLocks noGrp="1"/>
          </p:cNvSpPr>
          <p:nvPr/>
        </p:nvSpPr>
        <p:spPr>
          <a:xfrm>
            <a:off x="5476875" y="4362450"/>
            <a:ext cx="5391150" cy="990600"/>
          </a:xfrm>
          <a:prstGeom prst="rect">
            <a:avLst/>
          </a:prstGeom>
          <a:noFill/>
          <a:ln w="0">
            <a:noFill/>
          </a:ln>
        </p:spPr>
        <p:txBody>
          <a:bodyPr wrap="square" lIns="0" tIns="0" rIns="0" bIns="0" anchor="t">
            <a:noAutofit/>
          </a:bodyPr>
          <a:lstStyle/>
          <a:p>
            <a:pPr algn="l">
              <a:defRPr sz="2250" b="0">
                <a:solidFill>
                  <a:srgbClr val="292B45"/>
                </a:solidFill>
                <a:latin typeface="Segoe UI"/>
                <a:ea typeface="Segoe UI"/>
                <a:cs typeface="Segoe UI"/>
              </a:defRPr>
            </a:pPr>
            <a:r>
              <a:rPr sz="2250" b="0">
                <a:solidFill>
                  <a:srgbClr val="292B45"/>
                </a:solidFill>
                <a:latin typeface="Segoe UI"/>
                <a:ea typeface="Segoe UI"/>
                <a:cs typeface="Segoe UI"/>
              </a:rPr>
              <a:t>Revisar cada permiso, su modo y el alcance real.</a:t>
            </a:r>
          </a:p>
        </p:txBody>
      </p:sp>
      <p:sp>
        <p:nvSpPr>
          <p:cNvPr id="53" name="Revision_text_111">
            <a:extLst>
              <a:ext uri="{FF2B5EF4-FFF2-40B4-BE49-F238E27FC236}">
                <a16:creationId xmlns:a16="http://schemas.microsoft.com/office/drawing/2014/main" id="{918BBE01-369A-4C5D-8C5F-BBAC15E6BA9B}"/>
              </a:ext>
            </a:extLst>
          </p:cNvPr>
          <p:cNvSpPr>
            <a:spLocks noGrp="1"/>
          </p:cNvSpPr>
          <p:nvPr/>
        </p:nvSpPr>
        <p:spPr>
          <a:xfrm>
            <a:off x="895350" y="5629275"/>
            <a:ext cx="9953625" cy="504825"/>
          </a:xfrm>
          <a:prstGeom prst="rect">
            <a:avLst/>
          </a:prstGeom>
          <a:noFill/>
          <a:ln w="0">
            <a:noFill/>
          </a:ln>
        </p:spPr>
        <p:txBody>
          <a:bodyPr wrap="square" lIns="0" tIns="0" rIns="0" bIns="0" anchor="t">
            <a:noAutofit/>
          </a:bodyPr>
          <a:lstStyle/>
          <a:p>
            <a:pPr algn="l">
              <a:defRPr sz="1425" b="0">
                <a:solidFill>
                  <a:srgbClr val="4A5560"/>
                </a:solidFill>
                <a:latin typeface="Segoe UI"/>
                <a:ea typeface="Segoe UI"/>
                <a:cs typeface="Segoe UI"/>
              </a:defRPr>
            </a:pPr>
            <a:r>
              <a:rPr sz="1425" b="0">
                <a:solidFill>
                  <a:srgbClr val="4A5560"/>
                </a:solidFill>
                <a:latin typeface="Segoe UI"/>
                <a:ea typeface="Segoe UI"/>
                <a:cs typeface="Segoe UI"/>
              </a:rPr>
              <a:t>Captura del proyecto: ejemplo para revisar, no configuración recomendada.</a:t>
            </a:r>
          </a:p>
        </p:txBody>
      </p:sp>
      <p:sp>
        <p:nvSpPr>
          <p:cNvPr id="54" name="Revision_text_112">
            <a:extLst>
              <a:ext uri="{FF2B5EF4-FFF2-40B4-BE49-F238E27FC236}">
                <a16:creationId xmlns:a16="http://schemas.microsoft.com/office/drawing/2014/main" id="{47396140-EAE2-4C22-BCD9-B0AD742DF3EA}"/>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21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113">
            <a:extLst>
              <a:ext uri="{FF2B5EF4-FFF2-40B4-BE49-F238E27FC236}">
                <a16:creationId xmlns:a16="http://schemas.microsoft.com/office/drawing/2014/main" id="{2B470824-8172-41C1-87CD-36A837F10BA7}"/>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Tres rutas de incorporación</a:t>
            </a:r>
          </a:p>
        </p:txBody>
      </p:sp>
      <p:sp>
        <p:nvSpPr>
          <p:cNvPr id="48" name="Revision_text_114">
            <a:extLst>
              <a:ext uri="{FF2B5EF4-FFF2-40B4-BE49-F238E27FC236}">
                <a16:creationId xmlns:a16="http://schemas.microsoft.com/office/drawing/2014/main" id="{14266870-73B9-4073-B5C1-C5B03BF44295}"/>
              </a:ext>
            </a:extLst>
          </p:cNvPr>
          <p:cNvSpPr>
            <a:spLocks noGrp="1"/>
          </p:cNvSpPr>
          <p:nvPr/>
        </p:nvSpPr>
        <p:spPr>
          <a:xfrm>
            <a:off x="895350" y="2105025"/>
            <a:ext cx="3095625" cy="6096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Nativa</a:t>
            </a:r>
          </a:p>
        </p:txBody>
      </p:sp>
      <p:sp>
        <p:nvSpPr>
          <p:cNvPr id="49" name="Revision_text_115">
            <a:extLst>
              <a:ext uri="{FF2B5EF4-FFF2-40B4-BE49-F238E27FC236}">
                <a16:creationId xmlns:a16="http://schemas.microsoft.com/office/drawing/2014/main" id="{70154169-DD6E-455F-9734-3AB6C255D5B4}"/>
              </a:ext>
            </a:extLst>
          </p:cNvPr>
          <p:cNvSpPr>
            <a:spLocks noGrp="1"/>
          </p:cNvSpPr>
          <p:nvPr/>
        </p:nvSpPr>
        <p:spPr>
          <a:xfrm>
            <a:off x="895350" y="2971800"/>
            <a:ext cx="3067050" cy="2124075"/>
          </a:xfrm>
          <a:prstGeom prst="rect">
            <a:avLst/>
          </a:prstGeom>
          <a:noFill/>
          <a:ln w="0">
            <a:noFill/>
          </a:ln>
        </p:spPr>
        <p:txBody>
          <a:bodyPr wrap="square" lIns="0" tIns="0" rIns="0" bIns="0" anchor="t">
            <a:noAutofit/>
          </a:bodyPr>
          <a:lstStyle/>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Capacidades integradas</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en plataformas</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Microsoft compatibles</a:t>
            </a:r>
          </a:p>
        </p:txBody>
      </p:sp>
      <p:sp>
        <p:nvSpPr>
          <p:cNvPr id="50" name="Revision_text_116">
            <a:extLst>
              <a:ext uri="{FF2B5EF4-FFF2-40B4-BE49-F238E27FC236}">
                <a16:creationId xmlns:a16="http://schemas.microsoft.com/office/drawing/2014/main" id="{E30E3B3E-76BE-464F-8D50-6DC87969BA53}"/>
              </a:ext>
            </a:extLst>
          </p:cNvPr>
          <p:cNvSpPr>
            <a:spLocks noGrp="1"/>
          </p:cNvSpPr>
          <p:nvPr/>
        </p:nvSpPr>
        <p:spPr>
          <a:xfrm>
            <a:off x="4314825" y="2105025"/>
            <a:ext cx="3095625" cy="6096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Registry Sync</a:t>
            </a:r>
          </a:p>
        </p:txBody>
      </p:sp>
      <p:sp>
        <p:nvSpPr>
          <p:cNvPr id="51" name="Revision_text_117">
            <a:extLst>
              <a:ext uri="{FF2B5EF4-FFF2-40B4-BE49-F238E27FC236}">
                <a16:creationId xmlns:a16="http://schemas.microsoft.com/office/drawing/2014/main" id="{FC09AB65-2CF6-4EB5-BFC2-F881113A3593}"/>
              </a:ext>
            </a:extLst>
          </p:cNvPr>
          <p:cNvSpPr>
            <a:spLocks noGrp="1"/>
          </p:cNvSpPr>
          <p:nvPr/>
        </p:nvSpPr>
        <p:spPr>
          <a:xfrm>
            <a:off x="4314825" y="2971800"/>
            <a:ext cx="3067050" cy="2124075"/>
          </a:xfrm>
          <a:prstGeom prst="rect">
            <a:avLst/>
          </a:prstGeom>
          <a:noFill/>
          <a:ln w="0">
            <a:noFill/>
          </a:ln>
        </p:spPr>
        <p:txBody>
          <a:bodyPr wrap="square" lIns="0" tIns="0" rIns="0" bIns="0" anchor="t">
            <a:noAutofit/>
          </a:bodyPr>
          <a:lstStyle/>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Importa agentes</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de plataformas</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externas compatibles</a:t>
            </a:r>
          </a:p>
        </p:txBody>
      </p:sp>
      <p:sp>
        <p:nvSpPr>
          <p:cNvPr id="52" name="Revision_text_118">
            <a:extLst>
              <a:ext uri="{FF2B5EF4-FFF2-40B4-BE49-F238E27FC236}">
                <a16:creationId xmlns:a16="http://schemas.microsoft.com/office/drawing/2014/main" id="{A13F1D1D-0637-4B87-93C6-12D6AE8805A3}"/>
              </a:ext>
            </a:extLst>
          </p:cNvPr>
          <p:cNvSpPr>
            <a:spLocks noGrp="1"/>
          </p:cNvSpPr>
          <p:nvPr/>
        </p:nvSpPr>
        <p:spPr>
          <a:xfrm>
            <a:off x="7734300" y="2105025"/>
            <a:ext cx="3095625" cy="6096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Código propio</a:t>
            </a:r>
          </a:p>
        </p:txBody>
      </p:sp>
      <p:sp>
        <p:nvSpPr>
          <p:cNvPr id="53" name="Revision_text_119">
            <a:extLst>
              <a:ext uri="{FF2B5EF4-FFF2-40B4-BE49-F238E27FC236}">
                <a16:creationId xmlns:a16="http://schemas.microsoft.com/office/drawing/2014/main" id="{141791F2-F221-4D85-95B9-FA1CAC18495D}"/>
              </a:ext>
            </a:extLst>
          </p:cNvPr>
          <p:cNvSpPr>
            <a:spLocks noGrp="1"/>
          </p:cNvSpPr>
          <p:nvPr/>
        </p:nvSpPr>
        <p:spPr>
          <a:xfrm>
            <a:off x="7734300" y="2971800"/>
            <a:ext cx="3067050" cy="2124075"/>
          </a:xfrm>
          <a:prstGeom prst="rect">
            <a:avLst/>
          </a:prstGeom>
          <a:noFill/>
          <a:ln w="0">
            <a:noFill/>
          </a:ln>
        </p:spPr>
        <p:txBody>
          <a:bodyPr wrap="square" lIns="0" tIns="0" rIns="0" bIns="0" anchor="t">
            <a:noAutofit/>
          </a:bodyPr>
          <a:lstStyle/>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Identidad y registro</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 instrumentación</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SDK / OpenTelemetry</a:t>
            </a:r>
          </a:p>
        </p:txBody>
      </p:sp>
      <p:sp>
        <p:nvSpPr>
          <p:cNvPr id="54" name="Revision_text_120">
            <a:extLst>
              <a:ext uri="{FF2B5EF4-FFF2-40B4-BE49-F238E27FC236}">
                <a16:creationId xmlns:a16="http://schemas.microsoft.com/office/drawing/2014/main" id="{485F8797-D304-4D86-8E0A-E1C8899B0F11}"/>
              </a:ext>
            </a:extLst>
          </p:cNvPr>
          <p:cNvSpPr>
            <a:spLocks noGrp="1"/>
          </p:cNvSpPr>
          <p:nvPr/>
        </p:nvSpPr>
        <p:spPr>
          <a:xfrm>
            <a:off x="895350" y="5629275"/>
            <a:ext cx="9953625" cy="504825"/>
          </a:xfrm>
          <a:prstGeom prst="rect">
            <a:avLst/>
          </a:prstGeom>
          <a:noFill/>
          <a:ln w="0">
            <a:noFill/>
          </a:ln>
        </p:spPr>
        <p:txBody>
          <a:bodyPr wrap="square" lIns="0" tIns="0" rIns="0" bIns="0" anchor="t">
            <a:noAutofit/>
          </a:bodyPr>
          <a:lstStyle/>
          <a:p>
            <a:pPr algn="l">
              <a:defRPr sz="1425" b="0">
                <a:solidFill>
                  <a:srgbClr val="4A5560"/>
                </a:solidFill>
                <a:latin typeface="Segoe UI"/>
                <a:ea typeface="Segoe UI"/>
                <a:cs typeface="Segoe UI"/>
              </a:defRPr>
            </a:pPr>
            <a:r>
              <a:rPr sz="1425" b="0">
                <a:solidFill>
                  <a:srgbClr val="4A5560"/>
                </a:solidFill>
                <a:latin typeface="Segoe UI"/>
                <a:ea typeface="Segoe UI"/>
                <a:cs typeface="Segoe UI"/>
              </a:rPr>
              <a:t>Claude Managed Agents hospedado ≠ nuestro agente local con Claude Agent SDK.</a:t>
            </a:r>
          </a:p>
        </p:txBody>
      </p:sp>
      <p:sp>
        <p:nvSpPr>
          <p:cNvPr id="55" name="Revision_text_121">
            <a:extLst>
              <a:ext uri="{FF2B5EF4-FFF2-40B4-BE49-F238E27FC236}">
                <a16:creationId xmlns:a16="http://schemas.microsoft.com/office/drawing/2014/main" id="{1D362C54-C295-494C-86A6-019BB8EF51EE}"/>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22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725C34F3-A14B-41B7-968C-5FAA1EAE38EC}"/>
              </a:ext>
            </a:extLst>
          </p:cNvPr>
          <p:cNvSpPr/>
          <p:nvPr/>
        </p:nvSpPr>
        <p:spPr>
          <a:xfrm>
            <a:off x="8950895" y="5630130"/>
            <a:ext cx="1049391" cy="1049391"/>
          </a:xfrm>
          <a:custGeom>
            <a:avLst/>
            <a:gdLst>
              <a:gd name="connsiteX0" fmla="*/ 750570 w 742950"/>
              <a:gd name="connsiteY0" fmla="*/ 375285 h 742950"/>
              <a:gd name="connsiteX1" fmla="*/ 375285 w 742950"/>
              <a:gd name="connsiteY1" fmla="*/ 750570 h 742950"/>
              <a:gd name="connsiteX2" fmla="*/ 0 w 742950"/>
              <a:gd name="connsiteY2" fmla="*/ 375285 h 742950"/>
              <a:gd name="connsiteX3" fmla="*/ 375285 w 742950"/>
              <a:gd name="connsiteY3" fmla="*/ 0 h 742950"/>
              <a:gd name="connsiteX4" fmla="*/ 750570 w 742950"/>
              <a:gd name="connsiteY4" fmla="*/ 375285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50" h="742950">
                <a:moveTo>
                  <a:pt x="750570" y="375285"/>
                </a:moveTo>
                <a:cubicBezTo>
                  <a:pt x="750570" y="582549"/>
                  <a:pt x="582549" y="750570"/>
                  <a:pt x="375285" y="750570"/>
                </a:cubicBezTo>
                <a:cubicBezTo>
                  <a:pt x="168021" y="750570"/>
                  <a:pt x="0" y="582549"/>
                  <a:pt x="0" y="375285"/>
                </a:cubicBezTo>
                <a:cubicBezTo>
                  <a:pt x="0" y="168021"/>
                  <a:pt x="168021" y="0"/>
                  <a:pt x="375285" y="0"/>
                </a:cubicBezTo>
                <a:cubicBezTo>
                  <a:pt x="582549" y="0"/>
                  <a:pt x="750570" y="168021"/>
                  <a:pt x="750570" y="375285"/>
                </a:cubicBezTo>
                <a:close/>
              </a:path>
            </a:pathLst>
          </a:custGeom>
          <a:solidFill>
            <a:schemeClr val="accent3"/>
          </a:solidFill>
          <a:ln w="9525" cap="flat">
            <a:noFill/>
            <a:prstDash val="solid"/>
            <a:miter/>
          </a:ln>
        </p:spPr>
        <p:txBody>
          <a:bodyPr rtlCol="0" anchor="ctr"/>
          <a:lstStyle/>
          <a:p>
            <a:endParaRPr lang="en-GB"/>
          </a:p>
        </p:txBody>
      </p:sp>
      <p:sp>
        <p:nvSpPr>
          <p:cNvPr id="26" name="Freeform: Shape 25">
            <a:extLst>
              <a:ext uri="{FF2B5EF4-FFF2-40B4-BE49-F238E27FC236}">
                <a16:creationId xmlns:a16="http://schemas.microsoft.com/office/drawing/2014/main" id="{58F5809F-405B-4AE7-8D91-0B83D6EB630A}"/>
              </a:ext>
            </a:extLst>
          </p:cNvPr>
          <p:cNvSpPr/>
          <p:nvPr/>
        </p:nvSpPr>
        <p:spPr>
          <a:xfrm>
            <a:off x="9866671" y="178479"/>
            <a:ext cx="2287132" cy="2314039"/>
          </a:xfrm>
          <a:custGeom>
            <a:avLst/>
            <a:gdLst>
              <a:gd name="connsiteX0" fmla="*/ 1335288 w 1619250"/>
              <a:gd name="connsiteY0" fmla="*/ 666397 h 1638300"/>
              <a:gd name="connsiteX1" fmla="*/ 1272423 w 1619250"/>
              <a:gd name="connsiteY1" fmla="*/ 528284 h 1638300"/>
              <a:gd name="connsiteX2" fmla="*/ 1140025 w 1619250"/>
              <a:gd name="connsiteY2" fmla="*/ 254917 h 1638300"/>
              <a:gd name="connsiteX3" fmla="*/ 701875 w 1619250"/>
              <a:gd name="connsiteY3" fmla="*/ 21554 h 1638300"/>
              <a:gd name="connsiteX4" fmla="*/ 476133 w 1619250"/>
              <a:gd name="connsiteY4" fmla="*/ 387314 h 1638300"/>
              <a:gd name="connsiteX5" fmla="*/ 168475 w 1619250"/>
              <a:gd name="connsiteY5" fmla="*/ 564479 h 1638300"/>
              <a:gd name="connsiteX6" fmla="*/ 401838 w 1619250"/>
              <a:gd name="connsiteY6" fmla="*/ 1645567 h 1638300"/>
              <a:gd name="connsiteX7" fmla="*/ 789505 w 1619250"/>
              <a:gd name="connsiteY7" fmla="*/ 1379819 h 1638300"/>
              <a:gd name="connsiteX8" fmla="*/ 895233 w 1619250"/>
              <a:gd name="connsiteY8" fmla="*/ 1368389 h 1638300"/>
              <a:gd name="connsiteX9" fmla="*/ 1183840 w 1619250"/>
              <a:gd name="connsiteY9" fmla="*/ 1526504 h 1638300"/>
              <a:gd name="connsiteX10" fmla="*/ 1626753 w 1619250"/>
              <a:gd name="connsiteY10" fmla="*/ 1083592 h 1638300"/>
              <a:gd name="connsiteX11" fmla="*/ 1335288 w 1619250"/>
              <a:gd name="connsiteY11" fmla="*/ 666397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9250" h="1638300">
                <a:moveTo>
                  <a:pt x="1335288" y="666397"/>
                </a:moveTo>
                <a:cubicBezTo>
                  <a:pt x="1300045" y="627344"/>
                  <a:pt x="1274328" y="586387"/>
                  <a:pt x="1272423" y="528284"/>
                </a:cubicBezTo>
                <a:cubicBezTo>
                  <a:pt x="1269565" y="468277"/>
                  <a:pt x="1155265" y="313019"/>
                  <a:pt x="1140025" y="254917"/>
                </a:cubicBezTo>
                <a:cubicBezTo>
                  <a:pt x="1115260" y="157762"/>
                  <a:pt x="946668" y="-70838"/>
                  <a:pt x="701875" y="21554"/>
                </a:cubicBezTo>
                <a:cubicBezTo>
                  <a:pt x="446605" y="118709"/>
                  <a:pt x="514233" y="340642"/>
                  <a:pt x="476133" y="387314"/>
                </a:cubicBezTo>
                <a:cubicBezTo>
                  <a:pt x="383740" y="497804"/>
                  <a:pt x="290395" y="407317"/>
                  <a:pt x="168475" y="564479"/>
                </a:cubicBezTo>
                <a:cubicBezTo>
                  <a:pt x="-168710" y="997867"/>
                  <a:pt x="47508" y="1647472"/>
                  <a:pt x="401838" y="1645567"/>
                </a:cubicBezTo>
                <a:cubicBezTo>
                  <a:pt x="635200" y="1644614"/>
                  <a:pt x="613293" y="1376962"/>
                  <a:pt x="789505" y="1379819"/>
                </a:cubicBezTo>
                <a:cubicBezTo>
                  <a:pt x="821890" y="1380772"/>
                  <a:pt x="867610" y="1355054"/>
                  <a:pt x="895233" y="1368389"/>
                </a:cubicBezTo>
                <a:cubicBezTo>
                  <a:pt x="975243" y="1444589"/>
                  <a:pt x="1065730" y="1513169"/>
                  <a:pt x="1183840" y="1526504"/>
                </a:cubicBezTo>
                <a:cubicBezTo>
                  <a:pt x="1447683" y="1554127"/>
                  <a:pt x="1626753" y="1328384"/>
                  <a:pt x="1626753" y="1083592"/>
                </a:cubicBezTo>
                <a:cubicBezTo>
                  <a:pt x="1627705" y="892139"/>
                  <a:pt x="1505785" y="728309"/>
                  <a:pt x="1335288" y="666397"/>
                </a:cubicBezTo>
                <a:close/>
              </a:path>
            </a:pathLst>
          </a:custGeom>
          <a:solidFill>
            <a:schemeClr val="accent2"/>
          </a:solidFill>
          <a:ln w="9525"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EF4402FF-60BC-498D-B61C-BE3E21C6913D}"/>
              </a:ext>
            </a:extLst>
          </p:cNvPr>
          <p:cNvSpPr/>
          <p:nvPr/>
        </p:nvSpPr>
        <p:spPr>
          <a:xfrm>
            <a:off x="-549064" y="-401540"/>
            <a:ext cx="3623309" cy="3213716"/>
          </a:xfrm>
          <a:custGeom>
            <a:avLst/>
            <a:gdLst>
              <a:gd name="connsiteX0" fmla="*/ 3073561 w 3286125"/>
              <a:gd name="connsiteY0" fmla="*/ 820213 h 2914650"/>
              <a:gd name="connsiteX1" fmla="*/ 2291559 w 3286125"/>
              <a:gd name="connsiteY1" fmla="*/ 202041 h 2914650"/>
              <a:gd name="connsiteX2" fmla="*/ 1554324 w 3286125"/>
              <a:gd name="connsiteY2" fmla="*/ 3921 h 2914650"/>
              <a:gd name="connsiteX3" fmla="*/ 899956 w 3286125"/>
              <a:gd name="connsiteY3" fmla="*/ 288718 h 2914650"/>
              <a:gd name="connsiteX4" fmla="*/ 297024 w 3286125"/>
              <a:gd name="connsiteY4" fmla="*/ 710676 h 2914650"/>
              <a:gd name="connsiteX5" fmla="*/ 83664 w 3286125"/>
              <a:gd name="connsiteY5" fmla="*/ 946896 h 2914650"/>
              <a:gd name="connsiteX6" fmla="*/ 71281 w 3286125"/>
              <a:gd name="connsiteY6" fmla="*/ 1694608 h 2914650"/>
              <a:gd name="connsiteX7" fmla="*/ 701836 w 3286125"/>
              <a:gd name="connsiteY7" fmla="*/ 2654728 h 2914650"/>
              <a:gd name="connsiteX8" fmla="*/ 1801021 w 3286125"/>
              <a:gd name="connsiteY8" fmla="*/ 2869041 h 2914650"/>
              <a:gd name="connsiteX9" fmla="*/ 3018316 w 3286125"/>
              <a:gd name="connsiteY9" fmla="*/ 1900348 h 2914650"/>
              <a:gd name="connsiteX10" fmla="*/ 3237391 w 3286125"/>
              <a:gd name="connsiteY10" fmla="*/ 1769856 h 2914650"/>
              <a:gd name="connsiteX11" fmla="*/ 3073561 w 3286125"/>
              <a:gd name="connsiteY11" fmla="*/ 820213 h 2914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86125" h="2914650">
                <a:moveTo>
                  <a:pt x="3073561" y="820213"/>
                </a:moveTo>
                <a:cubicBezTo>
                  <a:pt x="2877346" y="547798"/>
                  <a:pt x="2588739" y="357298"/>
                  <a:pt x="2291559" y="202041"/>
                </a:cubicBezTo>
                <a:cubicBezTo>
                  <a:pt x="2062959" y="82978"/>
                  <a:pt x="1811499" y="-21797"/>
                  <a:pt x="1554324" y="3921"/>
                </a:cubicBezTo>
                <a:cubicBezTo>
                  <a:pt x="1315246" y="27733"/>
                  <a:pt x="1102839" y="160131"/>
                  <a:pt x="899956" y="288718"/>
                </a:cubicBezTo>
                <a:cubicBezTo>
                  <a:pt x="692311" y="420163"/>
                  <a:pt x="484666" y="552561"/>
                  <a:pt x="297024" y="710676"/>
                </a:cubicBezTo>
                <a:cubicBezTo>
                  <a:pt x="215109" y="779256"/>
                  <a:pt x="137004" y="854503"/>
                  <a:pt x="83664" y="946896"/>
                </a:cubicBezTo>
                <a:cubicBezTo>
                  <a:pt x="-44924" y="1168828"/>
                  <a:pt x="-5871" y="1449816"/>
                  <a:pt x="71281" y="1694608"/>
                </a:cubicBezTo>
                <a:cubicBezTo>
                  <a:pt x="188439" y="2065131"/>
                  <a:pt x="392274" y="2418508"/>
                  <a:pt x="701836" y="2654728"/>
                </a:cubicBezTo>
                <a:cubicBezTo>
                  <a:pt x="1010446" y="2890948"/>
                  <a:pt x="1433356" y="2995723"/>
                  <a:pt x="1801021" y="2869041"/>
                </a:cubicBezTo>
                <a:cubicBezTo>
                  <a:pt x="2295369" y="2700448"/>
                  <a:pt x="2579214" y="2183241"/>
                  <a:pt x="3018316" y="1900348"/>
                </a:cubicBezTo>
                <a:lnTo>
                  <a:pt x="3237391" y="1769856"/>
                </a:lnTo>
                <a:cubicBezTo>
                  <a:pt x="3359311" y="1458388"/>
                  <a:pt x="3269776" y="1091676"/>
                  <a:pt x="3073561" y="820213"/>
                </a:cubicBezTo>
                <a:close/>
              </a:path>
            </a:pathLst>
          </a:custGeom>
          <a:solidFill>
            <a:schemeClr val="accent1"/>
          </a:solidFill>
          <a:ln w="9525" cap="flat">
            <a:noFill/>
            <a:prstDash val="solid"/>
            <a:miter/>
          </a:ln>
        </p:spPr>
        <p:txBody>
          <a:bodyPr rtlCol="0" anchor="ctr"/>
          <a:lstStyle/>
          <a:p>
            <a:endParaRPr lang="en-GB"/>
          </a:p>
        </p:txBody>
      </p:sp>
      <p:sp>
        <p:nvSpPr>
          <p:cNvPr id="3" name="TextBox 2">
            <a:extLst>
              <a:ext uri="{FF2B5EF4-FFF2-40B4-BE49-F238E27FC236}">
                <a16:creationId xmlns:a16="http://schemas.microsoft.com/office/drawing/2014/main" id="{BAD94851-BA8E-46BF-9011-A11365B097BA}"/>
              </a:ext>
            </a:extLst>
          </p:cNvPr>
          <p:cNvSpPr txBox="1"/>
          <p:nvPr/>
        </p:nvSpPr>
        <p:spPr>
          <a:xfrm>
            <a:off x="2325329" y="2727303"/>
            <a:ext cx="7541342" cy="850617"/>
          </a:xfrm>
          <a:prstGeom prst="rect">
            <a:avLst/>
          </a:prstGeom>
          <a:noFill/>
        </p:spPr>
        <p:txBody>
          <a:bodyPr wrap="square" rtlCol="0">
            <a:spAutoFit/>
          </a:bodyPr>
          <a:lstStyle/>
          <a:p>
            <a:pPr algn="ctr">
              <a:lnSpc>
                <a:spcPct val="130000"/>
              </a:lnSpc>
            </a:pPr>
            <a:r>
              <a:rPr lang="es-ES" sz="2000">
                <a:latin typeface="Segoe UI" panose="020B0502040204020203" pitchFamily="34" charset="0"/>
                <a:cs typeface="Segoe UI" panose="020B0502040204020203" pitchFamily="34" charset="0"/>
              </a:rPr>
              <a:t>El blueprint de identidad es una definición aprobada por IT </a:t>
            </a:r>
            <a:r>
              <a:rPr lang="es-ES" sz="2000" b="1">
                <a:solidFill>
                  <a:schemeClr val="accent1"/>
                </a:solidFill>
                <a:latin typeface="Segoe UI" panose="020B0502040204020203" pitchFamily="34" charset="0"/>
                <a:cs typeface="Segoe UI" panose="020B0502040204020203" pitchFamily="34" charset="0"/>
              </a:rPr>
              <a:t>de la que heredan todos los agentes</a:t>
            </a:r>
            <a:r>
              <a:rPr lang="es-ES" sz="2000">
                <a:latin typeface="Segoe UI" panose="020B0502040204020203" pitchFamily="34" charset="0"/>
                <a:cs typeface="Segoe UI" panose="020B0502040204020203" pitchFamily="34" charset="0"/>
              </a:rPr>
              <a:t> creados a partir de ella.</a:t>
            </a:r>
            <a:endParaRPr lang="en-GB" sz="240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 name="Freeform: Shape 3">
            <a:extLst>
              <a:ext uri="{FF2B5EF4-FFF2-40B4-BE49-F238E27FC236}">
                <a16:creationId xmlns:a16="http://schemas.microsoft.com/office/drawing/2014/main" id="{9D0989E1-E5CE-47AF-95E7-7F4CCA6CD268}"/>
              </a:ext>
            </a:extLst>
          </p:cNvPr>
          <p:cNvSpPr/>
          <p:nvPr/>
        </p:nvSpPr>
        <p:spPr>
          <a:xfrm>
            <a:off x="5913029" y="2004250"/>
            <a:ext cx="365943" cy="317622"/>
          </a:xfrm>
          <a:custGeom>
            <a:avLst/>
            <a:gdLst/>
            <a:ahLst/>
            <a:cxnLst/>
            <a:rect l="l" t="t" r="r" b="b"/>
            <a:pathLst>
              <a:path w="153074" h="132861">
                <a:moveTo>
                  <a:pt x="138531" y="0"/>
                </a:moveTo>
                <a:lnTo>
                  <a:pt x="153074" y="18179"/>
                </a:lnTo>
                <a:cubicBezTo>
                  <a:pt x="128424" y="39074"/>
                  <a:pt x="115771" y="55939"/>
                  <a:pt x="115113" y="68772"/>
                </a:cubicBezTo>
                <a:cubicBezTo>
                  <a:pt x="134011" y="73227"/>
                  <a:pt x="143461" y="83950"/>
                  <a:pt x="143461" y="100940"/>
                </a:cubicBezTo>
                <a:cubicBezTo>
                  <a:pt x="143461" y="110178"/>
                  <a:pt x="140338" y="117808"/>
                  <a:pt x="134094" y="123829"/>
                </a:cubicBezTo>
                <a:cubicBezTo>
                  <a:pt x="127849" y="129851"/>
                  <a:pt x="120454" y="132861"/>
                  <a:pt x="111909" y="132861"/>
                </a:cubicBezTo>
                <a:cubicBezTo>
                  <a:pt x="102049" y="132861"/>
                  <a:pt x="94161" y="129157"/>
                  <a:pt x="88245" y="121748"/>
                </a:cubicBezTo>
                <a:cubicBezTo>
                  <a:pt x="82329" y="114339"/>
                  <a:pt x="79371" y="105201"/>
                  <a:pt x="79371" y="94335"/>
                </a:cubicBezTo>
                <a:cubicBezTo>
                  <a:pt x="79371" y="62726"/>
                  <a:pt x="99091" y="31281"/>
                  <a:pt x="138531" y="0"/>
                </a:cubicBezTo>
                <a:close/>
                <a:moveTo>
                  <a:pt x="59159" y="0"/>
                </a:moveTo>
                <a:lnTo>
                  <a:pt x="73456" y="18179"/>
                </a:lnTo>
                <a:cubicBezTo>
                  <a:pt x="48970" y="39074"/>
                  <a:pt x="36399" y="55939"/>
                  <a:pt x="35742" y="68772"/>
                </a:cubicBezTo>
                <a:cubicBezTo>
                  <a:pt x="54640" y="73227"/>
                  <a:pt x="64089" y="83950"/>
                  <a:pt x="64089" y="100940"/>
                </a:cubicBezTo>
                <a:cubicBezTo>
                  <a:pt x="64089" y="110178"/>
                  <a:pt x="60937" y="117808"/>
                  <a:pt x="54635" y="123829"/>
                </a:cubicBezTo>
                <a:cubicBezTo>
                  <a:pt x="48333" y="129851"/>
                  <a:pt x="40926" y="132861"/>
                  <a:pt x="32414" y="132861"/>
                </a:cubicBezTo>
                <a:cubicBezTo>
                  <a:pt x="23083" y="132861"/>
                  <a:pt x="15348" y="129239"/>
                  <a:pt x="9209" y="121996"/>
                </a:cubicBezTo>
                <a:cubicBezTo>
                  <a:pt x="3069" y="114753"/>
                  <a:pt x="0" y="105532"/>
                  <a:pt x="0" y="94335"/>
                </a:cubicBezTo>
                <a:cubicBezTo>
                  <a:pt x="0" y="61574"/>
                  <a:pt x="19719" y="30129"/>
                  <a:pt x="59159"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1F2F2033-F32C-49CC-B60F-FF360886EA3F}"/>
              </a:ext>
            </a:extLst>
          </p:cNvPr>
          <p:cNvCxnSpPr/>
          <p:nvPr/>
        </p:nvCxnSpPr>
        <p:spPr>
          <a:xfrm>
            <a:off x="5572432" y="4280501"/>
            <a:ext cx="1047136" cy="0"/>
          </a:xfrm>
          <a:prstGeom prst="line">
            <a:avLst/>
          </a:prstGeom>
          <a:ln w="28575"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21390EC-F3A4-40C5-9D7D-A5770FF40C69}"/>
              </a:ext>
            </a:extLst>
          </p:cNvPr>
          <p:cNvSpPr txBox="1"/>
          <p:nvPr/>
        </p:nvSpPr>
        <p:spPr>
          <a:xfrm>
            <a:off x="4437208" y="4545973"/>
            <a:ext cx="3317585" cy="307777"/>
          </a:xfrm>
          <a:prstGeom prst="rect">
            <a:avLst/>
          </a:prstGeom>
          <a:noFill/>
        </p:spPr>
        <p:txBody>
          <a:bodyPr wrap="square" rtlCol="0">
            <a:spAutoFit/>
          </a:bodyPr>
          <a:lstStyle/>
          <a:p>
            <a:pPr algn="ctr"/>
            <a:r>
              <a:rPr lang="en-GB" sz="1400">
                <a:solidFill>
                  <a:schemeClr val="tx1">
                    <a:lumMod val="50000"/>
                    <a:lumOff val="50000"/>
                  </a:schemeClr>
                </a:solidFill>
                <a:latin typeface="Segoe UI" panose="020B0502040204020203" pitchFamily="34" charset="0"/>
                <a:cs typeface="Segoe UI" panose="020B0502040204020203" pitchFamily="34" charset="0"/>
              </a:rPr>
              <a:t>Gobierna la plantilla</a:t>
            </a:r>
          </a:p>
        </p:txBody>
      </p:sp>
    </p:spTree>
    <p:extLst>
      <p:ext uri="{BB962C8B-B14F-4D97-AF65-F5344CB8AC3E}">
        <p14:creationId xmlns:p14="http://schemas.microsoft.com/office/powerpoint/2010/main" val="28604596"/>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64735-855B-D060-C7F9-6E13AA591B86}"/>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9C1E345A-1697-1580-5184-B018E4BB87E7}"/>
              </a:ext>
            </a:extLst>
          </p:cNvPr>
          <p:cNvGrpSpPr/>
          <p:nvPr/>
        </p:nvGrpSpPr>
        <p:grpSpPr>
          <a:xfrm>
            <a:off x="4904453" y="3239573"/>
            <a:ext cx="4822722" cy="1519084"/>
            <a:chOff x="4904453" y="3239573"/>
            <a:chExt cx="4822722" cy="1519084"/>
          </a:xfrm>
        </p:grpSpPr>
        <p:sp>
          <p:nvSpPr>
            <p:cNvPr id="14" name="Rectangle: Rounded Corners 13">
              <a:extLst>
                <a:ext uri="{FF2B5EF4-FFF2-40B4-BE49-F238E27FC236}">
                  <a16:creationId xmlns:a16="http://schemas.microsoft.com/office/drawing/2014/main" id="{9EB7CE17-A95E-490F-FC75-977754EFB552}"/>
                </a:ext>
              </a:extLst>
            </p:cNvPr>
            <p:cNvSpPr/>
            <p:nvPr/>
          </p:nvSpPr>
          <p:spPr>
            <a:xfrm>
              <a:off x="4904453" y="3239573"/>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D982348B-8D2A-D7CB-1A63-E7568129F001}"/>
                </a:ext>
              </a:extLst>
            </p:cNvPr>
            <p:cNvSpPr txBox="1"/>
            <p:nvPr/>
          </p:nvSpPr>
          <p:spPr>
            <a:xfrm>
              <a:off x="4960988" y="3337396"/>
              <a:ext cx="4709653" cy="1323439"/>
            </a:xfrm>
            <a:prstGeom prst="rect">
              <a:avLst/>
            </a:prstGeom>
            <a:noFill/>
          </p:spPr>
          <p:txBody>
            <a:bodyPr wrap="square" rtlCol="0" anchor="ctr">
              <a:noAutofit/>
            </a:bodyPr>
            <a:lstStyle/>
            <a:p>
              <a:pPr algn="ctr"/>
              <a:r>
                <a:rPr lang="en-GB" sz="4400" b="1">
                  <a:solidFill>
                    <a:schemeClr val="accent1"/>
                  </a:solidFill>
                  <a:latin typeface="Segoe UI" panose="020B0502040204020203" pitchFamily="34" charset="0"/>
                  <a:cs typeface="Segoe UI" panose="020B0502040204020203" pitchFamily="34" charset="0"/>
                </a:rPr>
                <a:t>El otro agente</a:t>
              </a:r>
            </a:p>
          </p:txBody>
        </p:sp>
      </p:grpSp>
      <p:grpSp>
        <p:nvGrpSpPr>
          <p:cNvPr id="21" name="Group 20">
            <a:extLst>
              <a:ext uri="{FF2B5EF4-FFF2-40B4-BE49-F238E27FC236}">
                <a16:creationId xmlns:a16="http://schemas.microsoft.com/office/drawing/2014/main" id="{6EDC4487-AD96-97B2-CC63-EDB039378518}"/>
              </a:ext>
            </a:extLst>
          </p:cNvPr>
          <p:cNvGrpSpPr/>
          <p:nvPr/>
        </p:nvGrpSpPr>
        <p:grpSpPr>
          <a:xfrm>
            <a:off x="2464825" y="2128839"/>
            <a:ext cx="4822722" cy="1519084"/>
            <a:chOff x="2464825" y="2128839"/>
            <a:chExt cx="4822722" cy="1519084"/>
          </a:xfrm>
        </p:grpSpPr>
        <p:sp>
          <p:nvSpPr>
            <p:cNvPr id="17" name="Rectangle: Rounded Corners 16">
              <a:extLst>
                <a:ext uri="{FF2B5EF4-FFF2-40B4-BE49-F238E27FC236}">
                  <a16:creationId xmlns:a16="http://schemas.microsoft.com/office/drawing/2014/main" id="{E4DCD728-81E2-C3BE-5B26-A231EFAB2A9A}"/>
                </a:ext>
              </a:extLst>
            </p:cNvPr>
            <p:cNvSpPr/>
            <p:nvPr/>
          </p:nvSpPr>
          <p:spPr>
            <a:xfrm>
              <a:off x="2464825" y="2128839"/>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DA9182BA-2658-8002-5C62-1C78C53CE688}"/>
                </a:ext>
              </a:extLst>
            </p:cNvPr>
            <p:cNvSpPr txBox="1"/>
            <p:nvPr/>
          </p:nvSpPr>
          <p:spPr>
            <a:xfrm>
              <a:off x="2521360" y="2226662"/>
              <a:ext cx="4709653" cy="1323439"/>
            </a:xfrm>
            <a:prstGeom prst="rect">
              <a:avLst/>
            </a:prstGeom>
            <a:noFill/>
          </p:spPr>
          <p:txBody>
            <a:bodyPr wrap="square" rtlCol="0" anchor="ctr">
              <a:noAutofit/>
            </a:bodyPr>
            <a:lstStyle/>
            <a:p>
              <a:pPr algn="ctr"/>
              <a:r>
                <a:rPr lang="en-GB" sz="8000" b="1">
                  <a:solidFill>
                    <a:schemeClr val="accent1"/>
                  </a:solidFill>
                  <a:latin typeface="Segoe UI" panose="020B0502040204020203" pitchFamily="34" charset="0"/>
                  <a:cs typeface="Segoe UI" panose="020B0502040204020203" pitchFamily="34" charset="0"/>
                </a:rPr>
                <a:t>DEMO 4</a:t>
              </a:r>
            </a:p>
          </p:txBody>
        </p:sp>
      </p:grpSp>
      <p:sp>
        <p:nvSpPr>
          <p:cNvPr id="26" name="Freeform: Shape 25">
            <a:extLst>
              <a:ext uri="{FF2B5EF4-FFF2-40B4-BE49-F238E27FC236}">
                <a16:creationId xmlns:a16="http://schemas.microsoft.com/office/drawing/2014/main" id="{159BECDA-CB76-93BD-E9BA-BDC4F1FB265C}"/>
              </a:ext>
            </a:extLst>
          </p:cNvPr>
          <p:cNvSpPr/>
          <p:nvPr/>
        </p:nvSpPr>
        <p:spPr>
          <a:xfrm>
            <a:off x="10369401" y="733468"/>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6"/>
          </a:solidFill>
          <a:ln w="9525" cap="flat">
            <a:noFill/>
            <a:prstDash val="solid"/>
            <a:miter/>
          </a:ln>
        </p:spPr>
        <p:txBody>
          <a:bodyPr rtlCol="0" anchor="ctr"/>
          <a:lstStyle/>
          <a:p>
            <a:endParaRPr lang="en-GB">
              <a:solidFill>
                <a:schemeClr val="accent3"/>
              </a:solidFill>
            </a:endParaRPr>
          </a:p>
        </p:txBody>
      </p:sp>
      <p:grpSp>
        <p:nvGrpSpPr>
          <p:cNvPr id="32" name="Group 31">
            <a:extLst>
              <a:ext uri="{FF2B5EF4-FFF2-40B4-BE49-F238E27FC236}">
                <a16:creationId xmlns:a16="http://schemas.microsoft.com/office/drawing/2014/main" id="{8532BB49-D1AE-95EE-839A-733F437CAA95}"/>
              </a:ext>
            </a:extLst>
          </p:cNvPr>
          <p:cNvGrpSpPr/>
          <p:nvPr/>
        </p:nvGrpSpPr>
        <p:grpSpPr>
          <a:xfrm>
            <a:off x="1312912" y="3132482"/>
            <a:ext cx="354681" cy="296531"/>
            <a:chOff x="356813" y="4730723"/>
            <a:chExt cx="244804" cy="204668"/>
          </a:xfrm>
          <a:solidFill>
            <a:schemeClr val="accent6"/>
          </a:solidFill>
        </p:grpSpPr>
        <p:sp>
          <p:nvSpPr>
            <p:cNvPr id="33" name="Freeform: Shape 32">
              <a:extLst>
                <a:ext uri="{FF2B5EF4-FFF2-40B4-BE49-F238E27FC236}">
                  <a16:creationId xmlns:a16="http://schemas.microsoft.com/office/drawing/2014/main" id="{E7256EBB-D384-0344-E8A3-9485DF8A6446}"/>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solidFill>
                  <a:schemeClr val="accent3"/>
                </a:solidFill>
              </a:endParaRPr>
            </a:p>
          </p:txBody>
        </p:sp>
        <p:sp>
          <p:nvSpPr>
            <p:cNvPr id="34" name="Freeform: Shape 33">
              <a:extLst>
                <a:ext uri="{FF2B5EF4-FFF2-40B4-BE49-F238E27FC236}">
                  <a16:creationId xmlns:a16="http://schemas.microsoft.com/office/drawing/2014/main" id="{AA7530D3-62CF-75C9-2842-30BF8115E449}"/>
                </a:ext>
              </a:extLst>
            </p:cNvPr>
            <p:cNvSpPr/>
            <p:nvPr/>
          </p:nvSpPr>
          <p:spPr>
            <a:xfrm>
              <a:off x="554341" y="4730723"/>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solidFill>
                  <a:schemeClr val="accent3"/>
                </a:solidFill>
              </a:endParaRPr>
            </a:p>
          </p:txBody>
        </p:sp>
      </p:grpSp>
    </p:spTree>
    <p:extLst>
      <p:ext uri="{BB962C8B-B14F-4D97-AF65-F5344CB8AC3E}">
        <p14:creationId xmlns:p14="http://schemas.microsoft.com/office/powerpoint/2010/main" val="2502114324"/>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370AD8-75C2-487B-87A7-257B27E5DD55}"/>
              </a:ext>
            </a:extLst>
          </p:cNvPr>
          <p:cNvSpPr/>
          <p:nvPr/>
        </p:nvSpPr>
        <p:spPr>
          <a:xfrm>
            <a:off x="1092200" y="914401"/>
            <a:ext cx="10007600" cy="4409768"/>
          </a:xfrm>
          <a:prstGeom prst="roundRect">
            <a:avLst>
              <a:gd name="adj" fmla="val 6990"/>
            </a:avLst>
          </a:prstGeom>
          <a:solidFill>
            <a:srgbClr val="0F101C">
              <a:alpha val="4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695BBB3B-BEBC-4C94-B124-0C978B01891F}"/>
              </a:ext>
            </a:extLst>
          </p:cNvPr>
          <p:cNvSpPr txBox="1"/>
          <p:nvPr/>
        </p:nvSpPr>
        <p:spPr>
          <a:xfrm>
            <a:off x="4744065" y="1823386"/>
            <a:ext cx="2703870" cy="769441"/>
          </a:xfrm>
          <a:prstGeom prst="rect">
            <a:avLst/>
          </a:prstGeom>
          <a:noFill/>
        </p:spPr>
        <p:txBody>
          <a:bodyPr wrap="square" rtlCol="0">
            <a:spAutoFit/>
          </a:bodyPr>
          <a:lstStyle/>
          <a:p>
            <a:pPr algn="ctr"/>
            <a:r>
              <a:rPr lang="en-GB" sz="4400">
                <a:solidFill>
                  <a:schemeClr val="bg1"/>
                </a:solidFill>
                <a:latin typeface="Oraqle Script" pitchFamily="2" charset="-18"/>
              </a:rPr>
              <a:t>PLAN B</a:t>
            </a:r>
          </a:p>
        </p:txBody>
      </p:sp>
      <p:sp>
        <p:nvSpPr>
          <p:cNvPr id="14" name="TextBox 13">
            <a:extLst>
              <a:ext uri="{FF2B5EF4-FFF2-40B4-BE49-F238E27FC236}">
                <a16:creationId xmlns:a16="http://schemas.microsoft.com/office/drawing/2014/main" id="{D8686626-F94F-46E7-8B1E-6830D632DEBB}"/>
              </a:ext>
            </a:extLst>
          </p:cNvPr>
          <p:cNvSpPr txBox="1"/>
          <p:nvPr/>
        </p:nvSpPr>
        <p:spPr>
          <a:xfrm>
            <a:off x="1941872" y="2457566"/>
            <a:ext cx="8308258" cy="1107996"/>
          </a:xfrm>
          <a:prstGeom prst="rect">
            <a:avLst/>
          </a:prstGeom>
          <a:noFill/>
        </p:spPr>
        <p:txBody>
          <a:bodyPr wrap="square" rtlCol="0">
            <a:spAutoFit/>
          </a:bodyPr>
          <a:lstStyle/>
          <a:p>
            <a:pPr algn="ctr"/>
            <a:r>
              <a:rPr lang="en-GB" sz="6600">
                <a:solidFill>
                  <a:schemeClr val="bg1"/>
                </a:solidFill>
                <a:latin typeface="Fira Sans Black" panose="020B0A03050000020004" pitchFamily="34" charset="0"/>
              </a:rPr>
              <a:t>Demo 4 — beats 1 y 2</a:t>
            </a:r>
          </a:p>
        </p:txBody>
      </p:sp>
      <p:pic>
        <p:nvPicPr>
          <p:cNvPr id="8" name="Marcador de posición de imagen 7" descr="Un puente sobre el agua&#10;&#10;El contenido generado por IA puede ser incorrecto.">
            <a:extLst>
              <a:ext uri="{FF2B5EF4-FFF2-40B4-BE49-F238E27FC236}">
                <a16:creationId xmlns:a16="http://schemas.microsoft.com/office/drawing/2014/main" id="{DE2FA9AB-C7DD-B16F-C936-7DDF8FF2F95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0835" b="10835"/>
          <a:stretch>
            <a:fillRect/>
          </a:stretch>
        </p:blipFill>
        <p:spPr/>
      </p:pic>
      <p:sp>
        <p:nvSpPr>
          <p:cNvPr id="6" name="Rectangle: Top Corners Rounded 5">
            <a:extLst>
              <a:ext uri="{FF2B5EF4-FFF2-40B4-BE49-F238E27FC236}">
                <a16:creationId xmlns:a16="http://schemas.microsoft.com/office/drawing/2014/main" id="{BA3D39DC-F3BF-4FBB-B3D5-002B215A4B02}"/>
              </a:ext>
            </a:extLst>
          </p:cNvPr>
          <p:cNvSpPr/>
          <p:nvPr/>
        </p:nvSpPr>
        <p:spPr>
          <a:xfrm rot="5400000">
            <a:off x="5483942" y="1339644"/>
            <a:ext cx="1224116" cy="7983797"/>
          </a:xfrm>
          <a:prstGeom prst="round2SameRect">
            <a:avLst>
              <a:gd name="adj1" fmla="val 50000"/>
              <a:gd name="adj2"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1A9F5E0-303A-45A1-BF3B-A5F0F9015F1A}"/>
              </a:ext>
            </a:extLst>
          </p:cNvPr>
          <p:cNvSpPr txBox="1"/>
          <p:nvPr/>
        </p:nvSpPr>
        <p:spPr>
          <a:xfrm>
            <a:off x="2472009" y="5124595"/>
            <a:ext cx="7291116" cy="333809"/>
          </a:xfrm>
          <a:prstGeom prst="rect">
            <a:avLst/>
          </a:prstGeom>
          <a:noFill/>
        </p:spPr>
        <p:txBody>
          <a:bodyPr wrap="square" rtlCol="0">
            <a:spAutoFit/>
          </a:bodyPr>
          <a:lstStyle/>
          <a:p>
            <a:pPr>
              <a:lnSpc>
                <a:spcPct val="120000"/>
              </a:lnSpc>
            </a:pPr>
            <a:r>
              <a:rPr lang="en-GB" sz="1400" b="1">
                <a:solidFill>
                  <a:schemeClr val="bg1"/>
                </a:solidFill>
                <a:latin typeface="+mj-lt"/>
              </a:rPr>
              <a:t>Terminal grabado: triaje y diff de observabilidad</a:t>
            </a:r>
          </a:p>
        </p:txBody>
      </p:sp>
      <p:sp>
        <p:nvSpPr>
          <p:cNvPr id="24" name="Freeform: Shape 23">
            <a:extLst>
              <a:ext uri="{FF2B5EF4-FFF2-40B4-BE49-F238E27FC236}">
                <a16:creationId xmlns:a16="http://schemas.microsoft.com/office/drawing/2014/main" id="{9F86C285-861F-4885-9BE5-A1F521ECC1B2}"/>
              </a:ext>
            </a:extLst>
          </p:cNvPr>
          <p:cNvSpPr/>
          <p:nvPr/>
        </p:nvSpPr>
        <p:spPr>
          <a:xfrm rot="3600000">
            <a:off x="9580310" y="86128"/>
            <a:ext cx="1843867" cy="1983551"/>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2"/>
          </a:solidFill>
          <a:ln w="9525" cap="flat">
            <a:noFill/>
            <a:prstDash val="solid"/>
            <a:miter/>
          </a:ln>
        </p:spPr>
        <p:txBody>
          <a:bodyPr rtlCol="0" anchor="ctr"/>
          <a:lstStyle/>
          <a:p>
            <a:endParaRPr lang="en-GB"/>
          </a:p>
        </p:txBody>
      </p:sp>
    </p:spTree>
    <p:extLst>
      <p:ext uri="{BB962C8B-B14F-4D97-AF65-F5344CB8AC3E}">
        <p14:creationId xmlns:p14="http://schemas.microsoft.com/office/powerpoint/2010/main" val="2811381846"/>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26" presetClass="emph" presetSubtype="0" fill="hold" grpId="1" nodeType="withEffect">
                                  <p:stCondLst>
                                    <p:cond delay="1000"/>
                                  </p:stCondLst>
                                  <p:childTnLst>
                                    <p:animEffect transition="out" filter="fade">
                                      <p:cBhvr>
                                        <p:cTn id="12" dur="500" tmFilter="0, 0; .2, .5; .8, .5; 1, 0"/>
                                        <p:tgtEl>
                                          <p:spTgt spid="24"/>
                                        </p:tgtEl>
                                      </p:cBhvr>
                                    </p:animEffect>
                                    <p:animScale>
                                      <p:cBhvr>
                                        <p:cTn id="13" dur="250" autoRev="1" fill="hold"/>
                                        <p:tgtEl>
                                          <p:spTgt spid="24"/>
                                        </p:tgtEl>
                                      </p:cBhvr>
                                      <p:by x="105000" y="105000"/>
                                    </p:animScale>
                                  </p:childTnLst>
                                </p:cTn>
                              </p:par>
                              <p:par>
                                <p:cTn id="14" presetID="10" presetClass="entr" presetSubtype="0" fill="hold" grpId="0" nodeType="withEffect">
                                  <p:stCondLst>
                                    <p:cond delay="10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26" presetClass="emph" presetSubtype="0" fill="hold" grpId="1" nodeType="withEffect">
                                  <p:stCondLst>
                                    <p:cond delay="1000"/>
                                  </p:stCondLst>
                                  <p:childTnLst>
                                    <p:animEffect transition="out" filter="fade">
                                      <p:cBhvr>
                                        <p:cTn id="18" dur="500" tmFilter="0, 0; .2, .5; .8, .5; 1, 0"/>
                                        <p:tgtEl>
                                          <p:spTgt spid="11"/>
                                        </p:tgtEl>
                                      </p:cBhvr>
                                    </p:animEffect>
                                    <p:animScale>
                                      <p:cBhvr>
                                        <p:cTn id="19" dur="250" autoRev="1" fill="hold"/>
                                        <p:tgtEl>
                                          <p:spTgt spid="11"/>
                                        </p:tgtEl>
                                      </p:cBhvr>
                                      <p:by x="105000" y="105000"/>
                                    </p:animScale>
                                  </p:childTnLst>
                                </p:cTn>
                              </p:par>
                              <p:par>
                                <p:cTn id="20" presetID="10" presetClass="entr" presetSubtype="0" fill="hold" grpId="0" nodeType="withEffect">
                                  <p:stCondLst>
                                    <p:cond delay="12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26" presetClass="emph" presetSubtype="0" fill="hold" grpId="1" nodeType="withEffect">
                                  <p:stCondLst>
                                    <p:cond delay="1250"/>
                                  </p:stCondLst>
                                  <p:childTnLst>
                                    <p:animEffect transition="out" filter="fade">
                                      <p:cBhvr>
                                        <p:cTn id="24" dur="500" tmFilter="0, 0; .2, .5; .8, .5; 1, 0"/>
                                        <p:tgtEl>
                                          <p:spTgt spid="14"/>
                                        </p:tgtEl>
                                      </p:cBhvr>
                                    </p:animEffect>
                                    <p:animScale>
                                      <p:cBhvr>
                                        <p:cTn id="25"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P spid="11" grpId="1"/>
      <p:bldP spid="14" grpId="0"/>
      <p:bldP spid="14" grpId="1"/>
      <p:bldP spid="24" grpId="0" animBg="1"/>
      <p:bldP spid="24"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6EC7681-1C92-464F-B973-E71FBB4878C8}"/>
              </a:ext>
            </a:extLst>
          </p:cNvPr>
          <p:cNvGrpSpPr/>
          <p:nvPr/>
        </p:nvGrpSpPr>
        <p:grpSpPr>
          <a:xfrm rot="4023832">
            <a:off x="9079384" y="1765436"/>
            <a:ext cx="2866454" cy="2828089"/>
            <a:chOff x="1161130" y="3658377"/>
            <a:chExt cx="2312060" cy="2281115"/>
          </a:xfrm>
        </p:grpSpPr>
        <p:sp>
          <p:nvSpPr>
            <p:cNvPr id="59" name="Freeform: Shape 58">
              <a:extLst>
                <a:ext uri="{FF2B5EF4-FFF2-40B4-BE49-F238E27FC236}">
                  <a16:creationId xmlns:a16="http://schemas.microsoft.com/office/drawing/2014/main" id="{448412FA-BD18-46CB-8E87-256EE2CD4DF2}"/>
                </a:ext>
              </a:extLst>
            </p:cNvPr>
            <p:cNvSpPr/>
            <p:nvPr/>
          </p:nvSpPr>
          <p:spPr>
            <a:xfrm>
              <a:off x="1161130" y="3936601"/>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solidFill>
              <a:schemeClr val="accent4"/>
            </a:solidFill>
            <a:ln w="9525" cap="flat">
              <a:noFill/>
              <a:prstDash val="solid"/>
              <a:miter/>
            </a:ln>
          </p:spPr>
          <p:txBody>
            <a:bodyPr rtlCol="0" anchor="ctr"/>
            <a:lstStyle/>
            <a:p>
              <a:endParaRPr lang="en-GB"/>
            </a:p>
          </p:txBody>
        </p:sp>
        <p:sp>
          <p:nvSpPr>
            <p:cNvPr id="64" name="Freeform: Shape 63">
              <a:extLst>
                <a:ext uri="{FF2B5EF4-FFF2-40B4-BE49-F238E27FC236}">
                  <a16:creationId xmlns:a16="http://schemas.microsoft.com/office/drawing/2014/main" id="{2A345A02-B396-42BE-9838-8F4F474696AD}"/>
                </a:ext>
              </a:extLst>
            </p:cNvPr>
            <p:cNvSpPr/>
            <p:nvPr/>
          </p:nvSpPr>
          <p:spPr>
            <a:xfrm>
              <a:off x="1517646" y="3658377"/>
              <a:ext cx="188191" cy="188191"/>
            </a:xfrm>
            <a:custGeom>
              <a:avLst/>
              <a:gdLst>
                <a:gd name="connsiteX0" fmla="*/ 139065 w 133350"/>
                <a:gd name="connsiteY0" fmla="*/ 69533 h 133350"/>
                <a:gd name="connsiteX1" fmla="*/ 69532 w 133350"/>
                <a:gd name="connsiteY1" fmla="*/ 139065 h 133350"/>
                <a:gd name="connsiteX2" fmla="*/ 0 w 133350"/>
                <a:gd name="connsiteY2" fmla="*/ 69533 h 133350"/>
                <a:gd name="connsiteX3" fmla="*/ 69532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2" y="139065"/>
                  </a:cubicBezTo>
                  <a:cubicBezTo>
                    <a:pt x="31131" y="139065"/>
                    <a:pt x="0" y="107934"/>
                    <a:pt x="0" y="69533"/>
                  </a:cubicBezTo>
                  <a:cubicBezTo>
                    <a:pt x="0" y="31131"/>
                    <a:pt x="31131" y="0"/>
                    <a:pt x="69532" y="0"/>
                  </a:cubicBezTo>
                  <a:cubicBezTo>
                    <a:pt x="107934" y="0"/>
                    <a:pt x="139065" y="31131"/>
                    <a:pt x="139065" y="69533"/>
                  </a:cubicBezTo>
                  <a:close/>
                </a:path>
              </a:pathLst>
            </a:custGeom>
            <a:solidFill>
              <a:schemeClr val="accent4"/>
            </a:solidFill>
            <a:ln w="9525" cap="flat">
              <a:noFill/>
              <a:prstDash val="solid"/>
              <a:miter/>
            </a:ln>
          </p:spPr>
          <p:txBody>
            <a:bodyPr rtlCol="0" anchor="ctr"/>
            <a:lstStyle/>
            <a:p>
              <a:endParaRPr lang="en-GB"/>
            </a:p>
          </p:txBody>
        </p:sp>
      </p:grpSp>
      <p:grpSp>
        <p:nvGrpSpPr>
          <p:cNvPr id="103" name="Group 102">
            <a:extLst>
              <a:ext uri="{FF2B5EF4-FFF2-40B4-BE49-F238E27FC236}">
                <a16:creationId xmlns:a16="http://schemas.microsoft.com/office/drawing/2014/main" id="{10A956E7-BB54-4861-847E-64505A05FC9E}"/>
              </a:ext>
            </a:extLst>
          </p:cNvPr>
          <p:cNvGrpSpPr/>
          <p:nvPr/>
        </p:nvGrpSpPr>
        <p:grpSpPr>
          <a:xfrm>
            <a:off x="2077234" y="2190202"/>
            <a:ext cx="8037533" cy="3348949"/>
            <a:chOff x="2077233" y="2190201"/>
            <a:chExt cx="8037533" cy="3348949"/>
          </a:xfrm>
        </p:grpSpPr>
        <p:grpSp>
          <p:nvGrpSpPr>
            <p:cNvPr id="54" name="Group 53">
              <a:extLst>
                <a:ext uri="{FF2B5EF4-FFF2-40B4-BE49-F238E27FC236}">
                  <a16:creationId xmlns:a16="http://schemas.microsoft.com/office/drawing/2014/main" id="{331B781C-EF21-4584-92DA-1A66DAF72611}"/>
                </a:ext>
              </a:extLst>
            </p:cNvPr>
            <p:cNvGrpSpPr/>
            <p:nvPr/>
          </p:nvGrpSpPr>
          <p:grpSpPr>
            <a:xfrm>
              <a:off x="2142524" y="2255489"/>
              <a:ext cx="7906952" cy="3218373"/>
              <a:chOff x="2142524" y="1990018"/>
              <a:chExt cx="7906952" cy="3218373"/>
            </a:xfrm>
          </p:grpSpPr>
          <p:grpSp>
            <p:nvGrpSpPr>
              <p:cNvPr id="35" name="Group 34">
                <a:extLst>
                  <a:ext uri="{FF2B5EF4-FFF2-40B4-BE49-F238E27FC236}">
                    <a16:creationId xmlns:a16="http://schemas.microsoft.com/office/drawing/2014/main" id="{4E7801A9-4755-44D0-AAE3-82F59602E1A5}"/>
                  </a:ext>
                </a:extLst>
              </p:cNvPr>
              <p:cNvGrpSpPr/>
              <p:nvPr/>
            </p:nvGrpSpPr>
            <p:grpSpPr>
              <a:xfrm>
                <a:off x="2142524" y="1990018"/>
                <a:ext cx="3646100" cy="3218373"/>
                <a:chOff x="2142524" y="1990018"/>
                <a:chExt cx="3646100" cy="3218373"/>
              </a:xfrm>
            </p:grpSpPr>
            <p:grpSp>
              <p:nvGrpSpPr>
                <p:cNvPr id="30" name="Group 29">
                  <a:extLst>
                    <a:ext uri="{FF2B5EF4-FFF2-40B4-BE49-F238E27FC236}">
                      <a16:creationId xmlns:a16="http://schemas.microsoft.com/office/drawing/2014/main" id="{9452D236-6EE6-44A6-9F97-F552326ADB57}"/>
                    </a:ext>
                  </a:extLst>
                </p:cNvPr>
                <p:cNvGrpSpPr/>
                <p:nvPr/>
              </p:nvGrpSpPr>
              <p:grpSpPr>
                <a:xfrm>
                  <a:off x="2142524" y="1990018"/>
                  <a:ext cx="1317824" cy="614747"/>
                  <a:chOff x="2142524" y="1990018"/>
                  <a:chExt cx="1317824" cy="614747"/>
                </a:xfrm>
              </p:grpSpPr>
              <p:cxnSp>
                <p:nvCxnSpPr>
                  <p:cNvPr id="26" name="Straight Connector 25">
                    <a:extLst>
                      <a:ext uri="{FF2B5EF4-FFF2-40B4-BE49-F238E27FC236}">
                        <a16:creationId xmlns:a16="http://schemas.microsoft.com/office/drawing/2014/main" id="{68E84FF2-F63A-4702-83CC-02DEACC99A18}"/>
                      </a:ext>
                    </a:extLst>
                  </p:cNvPr>
                  <p:cNvCxnSpPr>
                    <a:cxnSpLocks/>
                    <a:endCxn id="27" idx="0"/>
                  </p:cNvCxnSpPr>
                  <p:nvPr/>
                </p:nvCxnSpPr>
                <p:spPr>
                  <a:xfrm>
                    <a:off x="2142524" y="1990018"/>
                    <a:ext cx="1010450"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27" name="Arc 26">
                    <a:extLst>
                      <a:ext uri="{FF2B5EF4-FFF2-40B4-BE49-F238E27FC236}">
                        <a16:creationId xmlns:a16="http://schemas.microsoft.com/office/drawing/2014/main" id="{CB4E0313-1D2F-46E8-971F-2F5BC96FE760}"/>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nvGrpSpPr>
                <p:cNvPr id="31" name="Group 30">
                  <a:extLst>
                    <a:ext uri="{FF2B5EF4-FFF2-40B4-BE49-F238E27FC236}">
                      <a16:creationId xmlns:a16="http://schemas.microsoft.com/office/drawing/2014/main" id="{2492BD0D-8ABC-4C50-A040-D7C118C39898}"/>
                    </a:ext>
                  </a:extLst>
                </p:cNvPr>
                <p:cNvGrpSpPr/>
                <p:nvPr/>
              </p:nvGrpSpPr>
              <p:grpSpPr>
                <a:xfrm flipH="1" flipV="1">
                  <a:off x="3460348" y="2297392"/>
                  <a:ext cx="2328276" cy="2910999"/>
                  <a:chOff x="1132074" y="1990018"/>
                  <a:chExt cx="2328276" cy="2910999"/>
                </a:xfrm>
              </p:grpSpPr>
              <p:cxnSp>
                <p:nvCxnSpPr>
                  <p:cNvPr id="32" name="Straight Connector 31">
                    <a:extLst>
                      <a:ext uri="{FF2B5EF4-FFF2-40B4-BE49-F238E27FC236}">
                        <a16:creationId xmlns:a16="http://schemas.microsoft.com/office/drawing/2014/main" id="{10544BE9-4E46-41BB-BD69-D96598A57536}"/>
                      </a:ext>
                    </a:extLst>
                  </p:cNvPr>
                  <p:cNvCxnSpPr>
                    <a:cxnSpLocks/>
                    <a:stCxn id="27" idx="2"/>
                    <a:endCxn id="34" idx="2"/>
                  </p:cNvCxnSpPr>
                  <p:nvPr/>
                </p:nvCxnSpPr>
                <p:spPr>
                  <a:xfrm flipH="1" flipV="1">
                    <a:off x="3460348" y="2297392"/>
                    <a:ext cx="2" cy="2603625"/>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ECBE44C-79D6-4796-8EFA-7333C1D6AC8B}"/>
                      </a:ext>
                    </a:extLst>
                  </p:cNvPr>
                  <p:cNvCxnSpPr>
                    <a:cxnSpLocks/>
                    <a:stCxn id="50" idx="0"/>
                    <a:endCxn id="34" idx="0"/>
                  </p:cNvCxnSpPr>
                  <p:nvPr/>
                </p:nvCxnSpPr>
                <p:spPr>
                  <a:xfrm flipV="1">
                    <a:off x="1132074" y="1990018"/>
                    <a:ext cx="2020900"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Arc 33">
                    <a:extLst>
                      <a:ext uri="{FF2B5EF4-FFF2-40B4-BE49-F238E27FC236}">
                        <a16:creationId xmlns:a16="http://schemas.microsoft.com/office/drawing/2014/main" id="{5CAF185D-7C51-4F2D-9502-0DAD352815D7}"/>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grpSp>
            <p:nvGrpSpPr>
              <p:cNvPr id="36" name="Group 35">
                <a:extLst>
                  <a:ext uri="{FF2B5EF4-FFF2-40B4-BE49-F238E27FC236}">
                    <a16:creationId xmlns:a16="http://schemas.microsoft.com/office/drawing/2014/main" id="{F2CDFD0D-408A-4D35-AA8F-D570FDD5C2D0}"/>
                  </a:ext>
                </a:extLst>
              </p:cNvPr>
              <p:cNvGrpSpPr/>
              <p:nvPr/>
            </p:nvGrpSpPr>
            <p:grpSpPr>
              <a:xfrm>
                <a:off x="8116903" y="1990018"/>
                <a:ext cx="1932573" cy="3218373"/>
                <a:chOff x="2845601" y="1990018"/>
                <a:chExt cx="1932573" cy="3218373"/>
              </a:xfrm>
            </p:grpSpPr>
            <p:sp>
              <p:nvSpPr>
                <p:cNvPr id="44" name="Arc 43">
                  <a:extLst>
                    <a:ext uri="{FF2B5EF4-FFF2-40B4-BE49-F238E27FC236}">
                      <a16:creationId xmlns:a16="http://schemas.microsoft.com/office/drawing/2014/main" id="{DA7B4D87-339F-44FE-B326-3156C6F27CF4}"/>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38" name="Group 37">
                  <a:extLst>
                    <a:ext uri="{FF2B5EF4-FFF2-40B4-BE49-F238E27FC236}">
                      <a16:creationId xmlns:a16="http://schemas.microsoft.com/office/drawing/2014/main" id="{1D91ED2A-AB63-4A37-9219-0E1A91ED29E9}"/>
                    </a:ext>
                  </a:extLst>
                </p:cNvPr>
                <p:cNvGrpSpPr/>
                <p:nvPr/>
              </p:nvGrpSpPr>
              <p:grpSpPr>
                <a:xfrm flipH="1" flipV="1">
                  <a:off x="3460348" y="2297392"/>
                  <a:ext cx="1317826" cy="2910999"/>
                  <a:chOff x="2142524" y="1990018"/>
                  <a:chExt cx="1317826" cy="2910999"/>
                </a:xfrm>
              </p:grpSpPr>
              <p:cxnSp>
                <p:nvCxnSpPr>
                  <p:cNvPr id="39" name="Straight Connector 38">
                    <a:extLst>
                      <a:ext uri="{FF2B5EF4-FFF2-40B4-BE49-F238E27FC236}">
                        <a16:creationId xmlns:a16="http://schemas.microsoft.com/office/drawing/2014/main" id="{DFE0C6AA-4FEF-4A24-8D59-77F50C1FA29C}"/>
                      </a:ext>
                    </a:extLst>
                  </p:cNvPr>
                  <p:cNvCxnSpPr>
                    <a:cxnSpLocks/>
                    <a:stCxn id="44" idx="2"/>
                    <a:endCxn id="41" idx="2"/>
                  </p:cNvCxnSpPr>
                  <p:nvPr/>
                </p:nvCxnSpPr>
                <p:spPr>
                  <a:xfrm flipH="1" flipV="1">
                    <a:off x="3460348" y="2297392"/>
                    <a:ext cx="2" cy="2603625"/>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6B31277-05EA-491B-9874-96D153522E3E}"/>
                      </a:ext>
                    </a:extLst>
                  </p:cNvPr>
                  <p:cNvCxnSpPr>
                    <a:cxnSpLocks/>
                    <a:endCxn id="41" idx="0"/>
                  </p:cNvCxnSpPr>
                  <p:nvPr/>
                </p:nvCxnSpPr>
                <p:spPr>
                  <a:xfrm>
                    <a:off x="2142524" y="1990018"/>
                    <a:ext cx="1010450"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41" name="Arc 40">
                    <a:extLst>
                      <a:ext uri="{FF2B5EF4-FFF2-40B4-BE49-F238E27FC236}">
                        <a16:creationId xmlns:a16="http://schemas.microsoft.com/office/drawing/2014/main" id="{200A1EF7-1E2F-41E0-9808-796D741D4737}"/>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grpSp>
            <p:nvGrpSpPr>
              <p:cNvPr id="45" name="Group 44">
                <a:extLst>
                  <a:ext uri="{FF2B5EF4-FFF2-40B4-BE49-F238E27FC236}">
                    <a16:creationId xmlns:a16="http://schemas.microsoft.com/office/drawing/2014/main" id="{3B69DA9C-86B9-4C7C-A132-EF4877D56D37}"/>
                  </a:ext>
                </a:extLst>
              </p:cNvPr>
              <p:cNvGrpSpPr/>
              <p:nvPr/>
            </p:nvGrpSpPr>
            <p:grpSpPr>
              <a:xfrm flipH="1">
                <a:off x="5481251" y="1990018"/>
                <a:ext cx="2943025" cy="3218373"/>
                <a:chOff x="1132072" y="1990018"/>
                <a:chExt cx="2943025" cy="3218373"/>
              </a:xfrm>
            </p:grpSpPr>
            <p:grpSp>
              <p:nvGrpSpPr>
                <p:cNvPr id="46" name="Group 45">
                  <a:extLst>
                    <a:ext uri="{FF2B5EF4-FFF2-40B4-BE49-F238E27FC236}">
                      <a16:creationId xmlns:a16="http://schemas.microsoft.com/office/drawing/2014/main" id="{2D1E7D1A-C3C3-48AA-AD68-D30B2E047280}"/>
                    </a:ext>
                  </a:extLst>
                </p:cNvPr>
                <p:cNvGrpSpPr/>
                <p:nvPr/>
              </p:nvGrpSpPr>
              <p:grpSpPr>
                <a:xfrm>
                  <a:off x="1132072" y="1990018"/>
                  <a:ext cx="2328276" cy="614747"/>
                  <a:chOff x="1132072" y="1990018"/>
                  <a:chExt cx="2328276" cy="614747"/>
                </a:xfrm>
              </p:grpSpPr>
              <p:cxnSp>
                <p:nvCxnSpPr>
                  <p:cNvPr id="52" name="Straight Connector 51">
                    <a:extLst>
                      <a:ext uri="{FF2B5EF4-FFF2-40B4-BE49-F238E27FC236}">
                        <a16:creationId xmlns:a16="http://schemas.microsoft.com/office/drawing/2014/main" id="{3493E450-8633-4E34-9880-82C5882B729F}"/>
                      </a:ext>
                    </a:extLst>
                  </p:cNvPr>
                  <p:cNvCxnSpPr>
                    <a:cxnSpLocks/>
                    <a:stCxn id="44" idx="0"/>
                    <a:endCxn id="53" idx="0"/>
                  </p:cNvCxnSpPr>
                  <p:nvPr/>
                </p:nvCxnSpPr>
                <p:spPr>
                  <a:xfrm>
                    <a:off x="1132072" y="1990018"/>
                    <a:ext cx="2020902"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53" name="Arc 52">
                    <a:extLst>
                      <a:ext uri="{FF2B5EF4-FFF2-40B4-BE49-F238E27FC236}">
                        <a16:creationId xmlns:a16="http://schemas.microsoft.com/office/drawing/2014/main" id="{65CFEAE4-FE57-41C2-BC43-D93C3318C30C}"/>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nvGrpSpPr>
                <p:cNvPr id="47" name="Group 46">
                  <a:extLst>
                    <a:ext uri="{FF2B5EF4-FFF2-40B4-BE49-F238E27FC236}">
                      <a16:creationId xmlns:a16="http://schemas.microsoft.com/office/drawing/2014/main" id="{9BE3E529-785D-4666-B68F-2E28BEEF5F6A}"/>
                    </a:ext>
                  </a:extLst>
                </p:cNvPr>
                <p:cNvGrpSpPr/>
                <p:nvPr/>
              </p:nvGrpSpPr>
              <p:grpSpPr>
                <a:xfrm flipH="1" flipV="1">
                  <a:off x="3460348" y="2297392"/>
                  <a:ext cx="614749" cy="2910999"/>
                  <a:chOff x="2845601" y="1990018"/>
                  <a:chExt cx="614749" cy="2910999"/>
                </a:xfrm>
              </p:grpSpPr>
              <p:cxnSp>
                <p:nvCxnSpPr>
                  <p:cNvPr id="48" name="Straight Connector 47">
                    <a:extLst>
                      <a:ext uri="{FF2B5EF4-FFF2-40B4-BE49-F238E27FC236}">
                        <a16:creationId xmlns:a16="http://schemas.microsoft.com/office/drawing/2014/main" id="{A92BB0F3-193C-457C-A143-5D5BCE7D038B}"/>
                      </a:ext>
                    </a:extLst>
                  </p:cNvPr>
                  <p:cNvCxnSpPr>
                    <a:cxnSpLocks/>
                    <a:stCxn id="53" idx="2"/>
                    <a:endCxn id="50" idx="2"/>
                  </p:cNvCxnSpPr>
                  <p:nvPr/>
                </p:nvCxnSpPr>
                <p:spPr>
                  <a:xfrm flipH="1" flipV="1">
                    <a:off x="3460348" y="2297392"/>
                    <a:ext cx="2" cy="2603625"/>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50" name="Arc 49">
                    <a:extLst>
                      <a:ext uri="{FF2B5EF4-FFF2-40B4-BE49-F238E27FC236}">
                        <a16:creationId xmlns:a16="http://schemas.microsoft.com/office/drawing/2014/main" id="{70D4D0FB-A6CF-4374-A1BB-8A96D5ED8277}"/>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grpSp>
        <p:sp>
          <p:nvSpPr>
            <p:cNvPr id="60" name="Oval 59">
              <a:extLst>
                <a:ext uri="{FF2B5EF4-FFF2-40B4-BE49-F238E27FC236}">
                  <a16:creationId xmlns:a16="http://schemas.microsoft.com/office/drawing/2014/main" id="{CA052668-02BC-446E-A5E8-3E63485BF2C5}"/>
                </a:ext>
              </a:extLst>
            </p:cNvPr>
            <p:cNvSpPr/>
            <p:nvPr/>
          </p:nvSpPr>
          <p:spPr>
            <a:xfrm>
              <a:off x="2077233" y="2190201"/>
              <a:ext cx="130578" cy="130576"/>
            </a:xfrm>
            <a:prstGeom prst="ellipse">
              <a:avLst/>
            </a:prstGeom>
            <a:solidFill>
              <a:schemeClr val="accent1"/>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61" name="Oval 60">
              <a:extLst>
                <a:ext uri="{FF2B5EF4-FFF2-40B4-BE49-F238E27FC236}">
                  <a16:creationId xmlns:a16="http://schemas.microsoft.com/office/drawing/2014/main" id="{89F04312-1D3C-4DEF-AB2B-4C3F8DEED074}"/>
                </a:ext>
              </a:extLst>
            </p:cNvPr>
            <p:cNvSpPr/>
            <p:nvPr/>
          </p:nvSpPr>
          <p:spPr>
            <a:xfrm>
              <a:off x="7348537" y="2190201"/>
              <a:ext cx="130578" cy="130576"/>
            </a:xfrm>
            <a:prstGeom prst="ellipse">
              <a:avLst/>
            </a:prstGeom>
            <a:solidFill>
              <a:schemeClr val="accent3"/>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62" name="Oval 61">
              <a:extLst>
                <a:ext uri="{FF2B5EF4-FFF2-40B4-BE49-F238E27FC236}">
                  <a16:creationId xmlns:a16="http://schemas.microsoft.com/office/drawing/2014/main" id="{357670A4-3354-4443-A6FF-94D13B84A412}"/>
                </a:ext>
              </a:extLst>
            </p:cNvPr>
            <p:cNvSpPr/>
            <p:nvPr/>
          </p:nvSpPr>
          <p:spPr>
            <a:xfrm>
              <a:off x="4712886" y="5408574"/>
              <a:ext cx="130578" cy="130576"/>
            </a:xfrm>
            <a:prstGeom prst="ellipse">
              <a:avLst/>
            </a:prstGeom>
            <a:solidFill>
              <a:schemeClr val="accent2"/>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63" name="Oval 62">
              <a:extLst>
                <a:ext uri="{FF2B5EF4-FFF2-40B4-BE49-F238E27FC236}">
                  <a16:creationId xmlns:a16="http://schemas.microsoft.com/office/drawing/2014/main" id="{074796B7-D920-4939-A613-69F389A08FCE}"/>
                </a:ext>
              </a:extLst>
            </p:cNvPr>
            <p:cNvSpPr/>
            <p:nvPr/>
          </p:nvSpPr>
          <p:spPr>
            <a:xfrm>
              <a:off x="9984188" y="5408574"/>
              <a:ext cx="130578" cy="130576"/>
            </a:xfrm>
            <a:prstGeom prst="ellipse">
              <a:avLst/>
            </a:prstGeom>
            <a:solidFill>
              <a:schemeClr val="accent4"/>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sp>
        <p:nvSpPr>
          <p:cNvPr id="93" name="Rectangle: Rounded Corners 92">
            <a:extLst>
              <a:ext uri="{FF2B5EF4-FFF2-40B4-BE49-F238E27FC236}">
                <a16:creationId xmlns:a16="http://schemas.microsoft.com/office/drawing/2014/main" id="{2F06AAB5-D691-45FC-8B6F-641E5E273E0B}"/>
              </a:ext>
            </a:extLst>
          </p:cNvPr>
          <p:cNvSpPr/>
          <p:nvPr/>
        </p:nvSpPr>
        <p:spPr>
          <a:xfrm>
            <a:off x="6363503" y="2496791"/>
            <a:ext cx="2100647" cy="2735771"/>
          </a:xfrm>
          <a:prstGeom prst="roundRect">
            <a:avLst>
              <a:gd name="adj" fmla="val 7314"/>
            </a:avLst>
          </a:prstGeom>
          <a:solidFill>
            <a:schemeClr val="accent3"/>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101" name="Group 100">
            <a:extLst>
              <a:ext uri="{FF2B5EF4-FFF2-40B4-BE49-F238E27FC236}">
                <a16:creationId xmlns:a16="http://schemas.microsoft.com/office/drawing/2014/main" id="{820E5298-01B6-4E2C-B269-03A5A45099C2}"/>
              </a:ext>
            </a:extLst>
          </p:cNvPr>
          <p:cNvGrpSpPr/>
          <p:nvPr/>
        </p:nvGrpSpPr>
        <p:grpSpPr>
          <a:xfrm>
            <a:off x="6483349" y="3068137"/>
            <a:ext cx="1860952" cy="1925308"/>
            <a:chOff x="6483349" y="3068135"/>
            <a:chExt cx="1860952" cy="1925308"/>
          </a:xfrm>
        </p:grpSpPr>
        <p:sp>
          <p:nvSpPr>
            <p:cNvPr id="95" name="TextBox 94">
              <a:extLst>
                <a:ext uri="{FF2B5EF4-FFF2-40B4-BE49-F238E27FC236}">
                  <a16:creationId xmlns:a16="http://schemas.microsoft.com/office/drawing/2014/main" id="{4F46522F-1B59-4E67-A767-0A29489AE934}"/>
                </a:ext>
              </a:extLst>
            </p:cNvPr>
            <p:cNvSpPr txBox="1"/>
            <p:nvPr/>
          </p:nvSpPr>
          <p:spPr>
            <a:xfrm>
              <a:off x="6483349" y="3068135"/>
              <a:ext cx="1860952" cy="461665"/>
            </a:xfrm>
            <a:prstGeom prst="rect">
              <a:avLst/>
            </a:prstGeom>
            <a:noFill/>
          </p:spPr>
          <p:txBody>
            <a:bodyPr wrap="square" rtlCol="0">
              <a:spAutoFit/>
            </a:bodyPr>
            <a:lstStyle/>
            <a:p>
              <a:pPr algn="ctr"/>
              <a:r>
                <a:rPr lang="en-US" sz="2000" b="1">
                  <a:solidFill>
                    <a:srgbClr val="292B45"/>
                  </a:solidFill>
                  <a:latin typeface="Segoe UI" panose="020B0502040204020203" pitchFamily="34" charset="0"/>
                  <a:cs typeface="Segoe UI" panose="020B0502040204020203" pitchFamily="34" charset="0"/>
                </a:rPr>
                <a:t>Trimestral</a:t>
              </a:r>
              <a:endParaRPr lang="en-GB" sz="2400" b="1">
                <a:solidFill>
                  <a:schemeClr val="bg1"/>
                </a:solidFill>
                <a:latin typeface="Segoe UI" panose="020B0502040204020203" pitchFamily="34" charset="0"/>
                <a:cs typeface="Segoe UI" panose="020B0502040204020203" pitchFamily="34" charset="0"/>
              </a:endParaRPr>
            </a:p>
          </p:txBody>
        </p:sp>
        <p:sp>
          <p:nvSpPr>
            <p:cNvPr id="96" name="TextBox 95">
              <a:extLst>
                <a:ext uri="{FF2B5EF4-FFF2-40B4-BE49-F238E27FC236}">
                  <a16:creationId xmlns:a16="http://schemas.microsoft.com/office/drawing/2014/main" id="{36810072-4089-4255-BC46-5496FC99C508}"/>
                </a:ext>
              </a:extLst>
            </p:cNvPr>
            <p:cNvSpPr txBox="1"/>
            <p:nvPr/>
          </p:nvSpPr>
          <p:spPr>
            <a:xfrm>
              <a:off x="6483349" y="3517544"/>
              <a:ext cx="1860952" cy="312137"/>
            </a:xfrm>
            <a:prstGeom prst="rect">
              <a:avLst/>
            </a:prstGeom>
            <a:noFill/>
          </p:spPr>
          <p:txBody>
            <a:bodyPr wrap="square" rtlCol="0">
              <a:spAutoFit/>
            </a:bodyPr>
            <a:lstStyle/>
            <a:p>
              <a:pPr algn="ctr">
                <a:lnSpc>
                  <a:spcPct val="130000"/>
                </a:lnSpc>
              </a:pPr>
              <a:r>
                <a:rPr lang="en-GB" sz="1200">
                  <a:solidFill>
                    <a:srgbClr val="292B45"/>
                  </a:solidFill>
                  <a:latin typeface="Segoe UI" panose="020B0502040204020203" pitchFamily="34" charset="0"/>
                  <a:cs typeface="Segoe UI" panose="020B0502040204020203" pitchFamily="34" charset="0"/>
                </a:rPr>
                <a:t>Seguridad</a:t>
              </a:r>
            </a:p>
          </p:txBody>
        </p:sp>
        <p:sp>
          <p:nvSpPr>
            <p:cNvPr id="98" name="TextBox 97">
              <a:extLst>
                <a:ext uri="{FF2B5EF4-FFF2-40B4-BE49-F238E27FC236}">
                  <a16:creationId xmlns:a16="http://schemas.microsoft.com/office/drawing/2014/main" id="{DAFDA2F2-F424-4177-B4FC-6178E5E7D7A6}"/>
                </a:ext>
              </a:extLst>
            </p:cNvPr>
            <p:cNvSpPr txBox="1"/>
            <p:nvPr/>
          </p:nvSpPr>
          <p:spPr>
            <a:xfrm>
              <a:off x="6483349" y="4699645"/>
              <a:ext cx="1860952" cy="293798"/>
            </a:xfrm>
            <a:prstGeom prst="rect">
              <a:avLst/>
            </a:prstGeom>
            <a:noFill/>
          </p:spPr>
          <p:txBody>
            <a:bodyPr wrap="square" rtlCol="0">
              <a:spAutoFit/>
            </a:bodyPr>
            <a:lstStyle/>
            <a:p>
              <a:pPr algn="ctr">
                <a:lnSpc>
                  <a:spcPct val="130000"/>
                </a:lnSpc>
              </a:pPr>
              <a:r>
                <a:rPr lang="en-GB" sz="1100" i="1">
                  <a:solidFill>
                    <a:srgbClr val="292B45"/>
                  </a:solidFill>
                  <a:latin typeface="Segoe UI" panose="020B0502040204020203" pitchFamily="34" charset="0"/>
                  <a:cs typeface="Segoe UI" panose="020B0502040204020203" pitchFamily="34" charset="0"/>
                </a:rPr>
                <a:t>interacciones con datos sensibles en DSPM</a:t>
              </a:r>
            </a:p>
          </p:txBody>
        </p:sp>
      </p:grpSp>
      <p:sp>
        <p:nvSpPr>
          <p:cNvPr id="85" name="Rectangle: Rounded Corners 84">
            <a:extLst>
              <a:ext uri="{FF2B5EF4-FFF2-40B4-BE49-F238E27FC236}">
                <a16:creationId xmlns:a16="http://schemas.microsoft.com/office/drawing/2014/main" id="{5DAF86BA-0F86-42A5-9CA8-E33A24331CD5}"/>
              </a:ext>
            </a:extLst>
          </p:cNvPr>
          <p:cNvSpPr/>
          <p:nvPr/>
        </p:nvSpPr>
        <p:spPr>
          <a:xfrm>
            <a:off x="1092202" y="2496791"/>
            <a:ext cx="2100647" cy="2735771"/>
          </a:xfrm>
          <a:prstGeom prst="roundRect">
            <a:avLst>
              <a:gd name="adj" fmla="val 7314"/>
            </a:avLst>
          </a:prstGeom>
          <a:solidFill>
            <a:schemeClr val="bg1"/>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99" name="Group 98">
            <a:extLst>
              <a:ext uri="{FF2B5EF4-FFF2-40B4-BE49-F238E27FC236}">
                <a16:creationId xmlns:a16="http://schemas.microsoft.com/office/drawing/2014/main" id="{1139F248-9958-4001-A1AC-A55DA0C228F5}"/>
              </a:ext>
            </a:extLst>
          </p:cNvPr>
          <p:cNvGrpSpPr/>
          <p:nvPr/>
        </p:nvGrpSpPr>
        <p:grpSpPr>
          <a:xfrm>
            <a:off x="1212047" y="3068137"/>
            <a:ext cx="1860952" cy="1925308"/>
            <a:chOff x="1212047" y="3068135"/>
            <a:chExt cx="1860952" cy="1925308"/>
          </a:xfrm>
        </p:grpSpPr>
        <p:sp>
          <p:nvSpPr>
            <p:cNvPr id="87" name="TextBox 86">
              <a:extLst>
                <a:ext uri="{FF2B5EF4-FFF2-40B4-BE49-F238E27FC236}">
                  <a16:creationId xmlns:a16="http://schemas.microsoft.com/office/drawing/2014/main" id="{9C18102F-2FE0-4085-BC72-E9A9D2358C35}"/>
                </a:ext>
              </a:extLst>
            </p:cNvPr>
            <p:cNvSpPr txBox="1"/>
            <p:nvPr/>
          </p:nvSpPr>
          <p:spPr>
            <a:xfrm>
              <a:off x="1212047" y="3068135"/>
              <a:ext cx="1860952" cy="461665"/>
            </a:xfrm>
            <a:prstGeom prst="rect">
              <a:avLst/>
            </a:prstGeom>
            <a:noFill/>
          </p:spPr>
          <p:txBody>
            <a:bodyPr wrap="square" rtlCol="0">
              <a:spAutoFit/>
            </a:bodyPr>
            <a:lstStyle/>
            <a:p>
              <a:pPr algn="ctr"/>
              <a:r>
                <a:rPr lang="en-US" sz="2000" b="1">
                  <a:solidFill>
                    <a:schemeClr val="accent1"/>
                  </a:solidFill>
                  <a:latin typeface="Segoe UI" panose="020B0502040204020203" pitchFamily="34" charset="0"/>
                  <a:cs typeface="Segoe UI" panose="020B0502040204020203" pitchFamily="34" charset="0"/>
                </a:rPr>
                <a:t>Semanal</a:t>
              </a:r>
              <a:endParaRPr lang="en-GB" sz="2400" b="1">
                <a:solidFill>
                  <a:schemeClr val="accent1"/>
                </a:solidFill>
                <a:latin typeface="Segoe UI" panose="020B0502040204020203" pitchFamily="34" charset="0"/>
                <a:cs typeface="Segoe UI" panose="020B0502040204020203" pitchFamily="34" charset="0"/>
              </a:endParaRPr>
            </a:p>
          </p:txBody>
        </p:sp>
        <p:sp>
          <p:nvSpPr>
            <p:cNvPr id="88" name="TextBox 87">
              <a:extLst>
                <a:ext uri="{FF2B5EF4-FFF2-40B4-BE49-F238E27FC236}">
                  <a16:creationId xmlns:a16="http://schemas.microsoft.com/office/drawing/2014/main" id="{DFC4FD70-2C3A-4414-9CB0-4CE65C7376AF}"/>
                </a:ext>
              </a:extLst>
            </p:cNvPr>
            <p:cNvSpPr txBox="1"/>
            <p:nvPr/>
          </p:nvSpPr>
          <p:spPr>
            <a:xfrm>
              <a:off x="1212047" y="3517544"/>
              <a:ext cx="1860952" cy="312137"/>
            </a:xfrm>
            <a:prstGeom prst="rect">
              <a:avLst/>
            </a:prstGeom>
            <a:noFill/>
          </p:spPr>
          <p:txBody>
            <a:bodyPr wrap="square" rtlCol="0">
              <a:spAutoFit/>
            </a:bodyPr>
            <a:lstStyle/>
            <a:p>
              <a:pPr algn="ctr">
                <a:lnSpc>
                  <a:spcPct val="130000"/>
                </a:lnSpc>
              </a:pPr>
              <a:r>
                <a:rPr lang="en-GB" sz="1200">
                  <a:solidFill>
                    <a:schemeClr val="tx1">
                      <a:lumMod val="50000"/>
                      <a:lumOff val="50000"/>
                    </a:schemeClr>
                  </a:solidFill>
                  <a:latin typeface="Segoe UI" panose="020B0502040204020203" pitchFamily="34" charset="0"/>
                  <a:cs typeface="Segoe UI" panose="020B0502040204020203" pitchFamily="34" charset="0"/>
                </a:rPr>
                <a:t>Admin de plataforma</a:t>
              </a:r>
            </a:p>
          </p:txBody>
        </p:sp>
        <p:sp>
          <p:nvSpPr>
            <p:cNvPr id="90" name="TextBox 89">
              <a:extLst>
                <a:ext uri="{FF2B5EF4-FFF2-40B4-BE49-F238E27FC236}">
                  <a16:creationId xmlns:a16="http://schemas.microsoft.com/office/drawing/2014/main" id="{56FFCCB9-048C-4153-BA8F-703B8667022B}"/>
                </a:ext>
              </a:extLst>
            </p:cNvPr>
            <p:cNvSpPr txBox="1"/>
            <p:nvPr/>
          </p:nvSpPr>
          <p:spPr>
            <a:xfrm>
              <a:off x="1212047" y="4699645"/>
              <a:ext cx="1860952" cy="293798"/>
            </a:xfrm>
            <a:prstGeom prst="rect">
              <a:avLst/>
            </a:prstGeom>
            <a:noFill/>
          </p:spPr>
          <p:txBody>
            <a:bodyPr wrap="square" rtlCol="0">
              <a:spAutoFit/>
            </a:bodyPr>
            <a:lstStyle/>
            <a:p>
              <a:pPr algn="ctr">
                <a:lnSpc>
                  <a:spcPct val="130000"/>
                </a:lnSpc>
              </a:pPr>
              <a:r>
                <a:rPr lang="en-GB" sz="1100" i="1">
                  <a:solidFill>
                    <a:schemeClr val="accent6"/>
                  </a:solidFill>
                  <a:latin typeface="Segoe UI" panose="020B0502040204020203" pitchFamily="34" charset="0"/>
                  <a:cs typeface="Segoe UI" panose="020B0502040204020203" pitchFamily="34" charset="0"/>
                </a:rPr>
                <a:t>nuevos y sin propietario en All agents</a:t>
              </a:r>
            </a:p>
          </p:txBody>
        </p:sp>
      </p:grpSp>
      <p:sp>
        <p:nvSpPr>
          <p:cNvPr id="18" name="Rectangle: Rounded Corners 17">
            <a:extLst>
              <a:ext uri="{FF2B5EF4-FFF2-40B4-BE49-F238E27FC236}">
                <a16:creationId xmlns:a16="http://schemas.microsoft.com/office/drawing/2014/main" id="{2494BEEB-803B-4AA6-BCD0-B6B64BCA523A}"/>
              </a:ext>
            </a:extLst>
          </p:cNvPr>
          <p:cNvSpPr/>
          <p:nvPr/>
        </p:nvSpPr>
        <p:spPr>
          <a:xfrm>
            <a:off x="3727853" y="2496791"/>
            <a:ext cx="2100647" cy="2735771"/>
          </a:xfrm>
          <a:prstGeom prst="roundRect">
            <a:avLst>
              <a:gd name="adj" fmla="val 7314"/>
            </a:avLst>
          </a:prstGeom>
          <a:solidFill>
            <a:schemeClr val="bg1"/>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0" name="Rectangle: Rounded Corners 19">
            <a:extLst>
              <a:ext uri="{FF2B5EF4-FFF2-40B4-BE49-F238E27FC236}">
                <a16:creationId xmlns:a16="http://schemas.microsoft.com/office/drawing/2014/main" id="{BB948FA1-D6F3-4957-8E57-04868599DE6F}"/>
              </a:ext>
            </a:extLst>
          </p:cNvPr>
          <p:cNvSpPr/>
          <p:nvPr/>
        </p:nvSpPr>
        <p:spPr>
          <a:xfrm>
            <a:off x="8999154" y="2496791"/>
            <a:ext cx="2100647" cy="2735771"/>
          </a:xfrm>
          <a:prstGeom prst="roundRect">
            <a:avLst>
              <a:gd name="adj" fmla="val 7314"/>
            </a:avLst>
          </a:prstGeom>
          <a:solidFill>
            <a:schemeClr val="bg1"/>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100" name="Group 99">
            <a:extLst>
              <a:ext uri="{FF2B5EF4-FFF2-40B4-BE49-F238E27FC236}">
                <a16:creationId xmlns:a16="http://schemas.microsoft.com/office/drawing/2014/main" id="{E5FB027D-E1F4-4B5B-8850-EE9ABFA31E74}"/>
              </a:ext>
            </a:extLst>
          </p:cNvPr>
          <p:cNvGrpSpPr/>
          <p:nvPr/>
        </p:nvGrpSpPr>
        <p:grpSpPr>
          <a:xfrm>
            <a:off x="3847699" y="3068137"/>
            <a:ext cx="1860952" cy="1925308"/>
            <a:chOff x="3847698" y="3068135"/>
            <a:chExt cx="1860952" cy="1925308"/>
          </a:xfrm>
        </p:grpSpPr>
        <p:sp>
          <p:nvSpPr>
            <p:cNvPr id="65" name="TextBox 64">
              <a:extLst>
                <a:ext uri="{FF2B5EF4-FFF2-40B4-BE49-F238E27FC236}">
                  <a16:creationId xmlns:a16="http://schemas.microsoft.com/office/drawing/2014/main" id="{94EA17D3-4D7E-4A54-9A08-C1F43D0CA109}"/>
                </a:ext>
              </a:extLst>
            </p:cNvPr>
            <p:cNvSpPr txBox="1"/>
            <p:nvPr/>
          </p:nvSpPr>
          <p:spPr>
            <a:xfrm>
              <a:off x="3847698" y="3068135"/>
              <a:ext cx="1860952" cy="461665"/>
            </a:xfrm>
            <a:prstGeom prst="rect">
              <a:avLst/>
            </a:prstGeom>
            <a:noFill/>
          </p:spPr>
          <p:txBody>
            <a:bodyPr wrap="square" rtlCol="0">
              <a:spAutoFit/>
            </a:bodyPr>
            <a:lstStyle/>
            <a:p>
              <a:pPr algn="ctr"/>
              <a:r>
                <a:rPr lang="en-US" sz="2000" b="1">
                  <a:solidFill>
                    <a:schemeClr val="accent2"/>
                  </a:solidFill>
                  <a:latin typeface="Segoe UI" panose="020B0502040204020203" pitchFamily="34" charset="0"/>
                  <a:cs typeface="Segoe UI" panose="020B0502040204020203" pitchFamily="34" charset="0"/>
                </a:rPr>
                <a:t>Mensual</a:t>
              </a:r>
              <a:endParaRPr lang="en-GB" sz="2400" b="1">
                <a:solidFill>
                  <a:schemeClr val="accent2"/>
                </a:solidFill>
                <a:latin typeface="Segoe UI" panose="020B0502040204020203" pitchFamily="34" charset="0"/>
                <a:cs typeface="Segoe UI" panose="020B0502040204020203" pitchFamily="34" charset="0"/>
              </a:endParaRPr>
            </a:p>
          </p:txBody>
        </p:sp>
        <p:sp>
          <p:nvSpPr>
            <p:cNvPr id="66" name="TextBox 65">
              <a:extLst>
                <a:ext uri="{FF2B5EF4-FFF2-40B4-BE49-F238E27FC236}">
                  <a16:creationId xmlns:a16="http://schemas.microsoft.com/office/drawing/2014/main" id="{D473F744-730C-4A34-9DF3-FFBF923EBD7D}"/>
                </a:ext>
              </a:extLst>
            </p:cNvPr>
            <p:cNvSpPr txBox="1"/>
            <p:nvPr/>
          </p:nvSpPr>
          <p:spPr>
            <a:xfrm>
              <a:off x="3847698" y="3517544"/>
              <a:ext cx="1860952" cy="312137"/>
            </a:xfrm>
            <a:prstGeom prst="rect">
              <a:avLst/>
            </a:prstGeom>
            <a:noFill/>
          </p:spPr>
          <p:txBody>
            <a:bodyPr wrap="square" rtlCol="0">
              <a:spAutoFit/>
            </a:bodyPr>
            <a:lstStyle/>
            <a:p>
              <a:pPr algn="ctr">
                <a:lnSpc>
                  <a:spcPct val="130000"/>
                </a:lnSpc>
              </a:pPr>
              <a:r>
                <a:rPr lang="en-GB" sz="1200">
                  <a:solidFill>
                    <a:schemeClr val="tx1">
                      <a:lumMod val="50000"/>
                      <a:lumOff val="50000"/>
                    </a:schemeClr>
                  </a:solidFill>
                  <a:latin typeface="Segoe UI" panose="020B0502040204020203" pitchFamily="34" charset="0"/>
                  <a:cs typeface="Segoe UI" panose="020B0502040204020203" pitchFamily="34" charset="0"/>
                </a:rPr>
                <a:t>Admin y negocio</a:t>
              </a:r>
            </a:p>
          </p:txBody>
        </p:sp>
        <p:sp>
          <p:nvSpPr>
            <p:cNvPr id="68" name="TextBox 67">
              <a:extLst>
                <a:ext uri="{FF2B5EF4-FFF2-40B4-BE49-F238E27FC236}">
                  <a16:creationId xmlns:a16="http://schemas.microsoft.com/office/drawing/2014/main" id="{229F962E-734F-41EF-A72A-9735C1541714}"/>
                </a:ext>
              </a:extLst>
            </p:cNvPr>
            <p:cNvSpPr txBox="1"/>
            <p:nvPr/>
          </p:nvSpPr>
          <p:spPr>
            <a:xfrm>
              <a:off x="3847698" y="4699645"/>
              <a:ext cx="1860952" cy="293798"/>
            </a:xfrm>
            <a:prstGeom prst="rect">
              <a:avLst/>
            </a:prstGeom>
            <a:noFill/>
          </p:spPr>
          <p:txBody>
            <a:bodyPr wrap="square" rtlCol="0">
              <a:spAutoFit/>
            </a:bodyPr>
            <a:lstStyle/>
            <a:p>
              <a:pPr algn="ctr">
                <a:lnSpc>
                  <a:spcPct val="130000"/>
                </a:lnSpc>
              </a:pPr>
              <a:r>
                <a:rPr lang="en-GB" sz="1100" i="1">
                  <a:solidFill>
                    <a:schemeClr val="accent2"/>
                  </a:solidFill>
                  <a:latin typeface="Segoe UI" panose="020B0502040204020203" pitchFamily="34" charset="0"/>
                  <a:cs typeface="Segoe UI" panose="020B0502040204020203" pitchFamily="34" charset="0"/>
                </a:rPr>
                <a:t>uso por agente y agentes que nadie abre</a:t>
              </a:r>
            </a:p>
          </p:txBody>
        </p:sp>
      </p:grpSp>
      <p:grpSp>
        <p:nvGrpSpPr>
          <p:cNvPr id="102" name="Group 101">
            <a:extLst>
              <a:ext uri="{FF2B5EF4-FFF2-40B4-BE49-F238E27FC236}">
                <a16:creationId xmlns:a16="http://schemas.microsoft.com/office/drawing/2014/main" id="{EE0C6F76-AE5A-406F-8705-4052377A5F93}"/>
              </a:ext>
            </a:extLst>
          </p:cNvPr>
          <p:cNvGrpSpPr/>
          <p:nvPr/>
        </p:nvGrpSpPr>
        <p:grpSpPr>
          <a:xfrm>
            <a:off x="9119000" y="3068137"/>
            <a:ext cx="1860952" cy="1925308"/>
            <a:chOff x="9119000" y="3068135"/>
            <a:chExt cx="1860952" cy="1925308"/>
          </a:xfrm>
        </p:grpSpPr>
        <p:sp>
          <p:nvSpPr>
            <p:cNvPr id="71" name="TextBox 70">
              <a:extLst>
                <a:ext uri="{FF2B5EF4-FFF2-40B4-BE49-F238E27FC236}">
                  <a16:creationId xmlns:a16="http://schemas.microsoft.com/office/drawing/2014/main" id="{C9791CC4-252C-4230-983B-A7ADAADD331E}"/>
                </a:ext>
              </a:extLst>
            </p:cNvPr>
            <p:cNvSpPr txBox="1"/>
            <p:nvPr/>
          </p:nvSpPr>
          <p:spPr>
            <a:xfrm>
              <a:off x="9119000" y="3068135"/>
              <a:ext cx="1860952" cy="461665"/>
            </a:xfrm>
            <a:prstGeom prst="rect">
              <a:avLst/>
            </a:prstGeom>
            <a:noFill/>
          </p:spPr>
          <p:txBody>
            <a:bodyPr wrap="square" rtlCol="0">
              <a:spAutoFit/>
            </a:bodyPr>
            <a:lstStyle/>
            <a:p>
              <a:pPr algn="ctr"/>
              <a:r>
                <a:rPr lang="en-US" sz="2000" b="1">
                  <a:solidFill>
                    <a:schemeClr val="accent4"/>
                  </a:solidFill>
                  <a:latin typeface="Segoe UI" panose="020B0502040204020203" pitchFamily="34" charset="0"/>
                  <a:cs typeface="Segoe UI" panose="020B0502040204020203" pitchFamily="34" charset="0"/>
                </a:rPr>
                <a:t>Anual</a:t>
              </a:r>
              <a:endParaRPr lang="en-GB" sz="2400" b="1">
                <a:solidFill>
                  <a:schemeClr val="accent4"/>
                </a:solidFill>
                <a:latin typeface="Segoe UI" panose="020B0502040204020203" pitchFamily="34" charset="0"/>
                <a:cs typeface="Segoe UI" panose="020B0502040204020203" pitchFamily="34" charset="0"/>
              </a:endParaRPr>
            </a:p>
          </p:txBody>
        </p:sp>
        <p:sp>
          <p:nvSpPr>
            <p:cNvPr id="72" name="TextBox 71">
              <a:extLst>
                <a:ext uri="{FF2B5EF4-FFF2-40B4-BE49-F238E27FC236}">
                  <a16:creationId xmlns:a16="http://schemas.microsoft.com/office/drawing/2014/main" id="{AD0B56AA-D7F5-4710-9872-C4A65B9DCAAD}"/>
                </a:ext>
              </a:extLst>
            </p:cNvPr>
            <p:cNvSpPr txBox="1"/>
            <p:nvPr/>
          </p:nvSpPr>
          <p:spPr>
            <a:xfrm>
              <a:off x="9119000" y="3517544"/>
              <a:ext cx="1860952" cy="312137"/>
            </a:xfrm>
            <a:prstGeom prst="rect">
              <a:avLst/>
            </a:prstGeom>
            <a:noFill/>
          </p:spPr>
          <p:txBody>
            <a:bodyPr wrap="square" rtlCol="0">
              <a:spAutoFit/>
            </a:bodyPr>
            <a:lstStyle/>
            <a:p>
              <a:pPr algn="ctr">
                <a:lnSpc>
                  <a:spcPct val="130000"/>
                </a:lnSpc>
              </a:pPr>
              <a:r>
                <a:rPr lang="en-GB" sz="1200">
                  <a:solidFill>
                    <a:schemeClr val="tx1">
                      <a:lumMod val="50000"/>
                      <a:lumOff val="50000"/>
                    </a:schemeClr>
                  </a:solidFill>
                  <a:latin typeface="Segoe UI" panose="020B0502040204020203" pitchFamily="34" charset="0"/>
                  <a:cs typeface="Segoe UI" panose="020B0502040204020203" pitchFamily="34" charset="0"/>
                </a:rPr>
                <a:t>Owners de negocio</a:t>
              </a:r>
            </a:p>
          </p:txBody>
        </p:sp>
        <p:sp>
          <p:nvSpPr>
            <p:cNvPr id="74" name="TextBox 73">
              <a:extLst>
                <a:ext uri="{FF2B5EF4-FFF2-40B4-BE49-F238E27FC236}">
                  <a16:creationId xmlns:a16="http://schemas.microsoft.com/office/drawing/2014/main" id="{363F46EA-16B1-42B1-B9EC-E6B5E86BA56E}"/>
                </a:ext>
              </a:extLst>
            </p:cNvPr>
            <p:cNvSpPr txBox="1"/>
            <p:nvPr/>
          </p:nvSpPr>
          <p:spPr>
            <a:xfrm>
              <a:off x="9119000" y="4699645"/>
              <a:ext cx="1860952" cy="293798"/>
            </a:xfrm>
            <a:prstGeom prst="rect">
              <a:avLst/>
            </a:prstGeom>
            <a:noFill/>
          </p:spPr>
          <p:txBody>
            <a:bodyPr wrap="square" rtlCol="0">
              <a:spAutoFit/>
            </a:bodyPr>
            <a:lstStyle/>
            <a:p>
              <a:pPr algn="ctr">
                <a:lnSpc>
                  <a:spcPct val="130000"/>
                </a:lnSpc>
              </a:pPr>
              <a:r>
                <a:rPr lang="en-GB" sz="1100" i="1">
                  <a:solidFill>
                    <a:schemeClr val="accent4"/>
                  </a:solidFill>
                  <a:latin typeface="Segoe UI" panose="020B0502040204020203" pitchFamily="34" charset="0"/>
                  <a:cs typeface="Segoe UI" panose="020B0502040204020203" pitchFamily="34" charset="0"/>
                </a:rPr>
                <a:t>revalidar propietario y quién lo usa</a:t>
              </a:r>
            </a:p>
          </p:txBody>
        </p:sp>
      </p:grpSp>
      <p:sp>
        <p:nvSpPr>
          <p:cNvPr id="69" name="Graphic 51">
            <a:extLst>
              <a:ext uri="{FF2B5EF4-FFF2-40B4-BE49-F238E27FC236}">
                <a16:creationId xmlns:a16="http://schemas.microsoft.com/office/drawing/2014/main" id="{5F40E1BE-9CC8-4229-93CC-C2E8A967B144}"/>
              </a:ext>
            </a:extLst>
          </p:cNvPr>
          <p:cNvSpPr/>
          <p:nvPr/>
        </p:nvSpPr>
        <p:spPr>
          <a:xfrm>
            <a:off x="-272360" y="188901"/>
            <a:ext cx="1828259" cy="1983856"/>
          </a:xfrm>
          <a:custGeom>
            <a:avLst/>
            <a:gdLst>
              <a:gd name="connsiteX0" fmla="*/ 870643 w 1790700"/>
              <a:gd name="connsiteY0" fmla="*/ 586406 h 1943100"/>
              <a:gd name="connsiteX1" fmla="*/ 1257358 w 1790700"/>
              <a:gd name="connsiteY1" fmla="*/ 546401 h 1943100"/>
              <a:gd name="connsiteX2" fmla="*/ 1639310 w 1790700"/>
              <a:gd name="connsiteY2" fmla="*/ 574023 h 1943100"/>
              <a:gd name="connsiteX3" fmla="*/ 1782185 w 1790700"/>
              <a:gd name="connsiteY3" fmla="*/ 895968 h 1943100"/>
              <a:gd name="connsiteX4" fmla="*/ 1491673 w 1790700"/>
              <a:gd name="connsiteY4" fmla="*/ 1057894 h 1943100"/>
              <a:gd name="connsiteX5" fmla="*/ 1163060 w 1790700"/>
              <a:gd name="connsiteY5" fmla="*/ 1155049 h 1943100"/>
              <a:gd name="connsiteX6" fmla="*/ 962083 w 1790700"/>
              <a:gd name="connsiteY6" fmla="*/ 1713213 h 1943100"/>
              <a:gd name="connsiteX7" fmla="*/ 409633 w 1790700"/>
              <a:gd name="connsiteY7" fmla="*/ 1930383 h 1943100"/>
              <a:gd name="connsiteX8" fmla="*/ 13393 w 1790700"/>
              <a:gd name="connsiteY8" fmla="*/ 1458896 h 1943100"/>
              <a:gd name="connsiteX9" fmla="*/ 138170 w 1790700"/>
              <a:gd name="connsiteY9" fmla="*/ 839771 h 1943100"/>
              <a:gd name="connsiteX10" fmla="*/ 266758 w 1790700"/>
              <a:gd name="connsiteY10" fmla="*/ 520683 h 1943100"/>
              <a:gd name="connsiteX11" fmla="*/ 202940 w 1790700"/>
              <a:gd name="connsiteY11" fmla="*/ 333993 h 1943100"/>
              <a:gd name="connsiteX12" fmla="*/ 148648 w 1790700"/>
              <a:gd name="connsiteY12" fmla="*/ 144446 h 1943100"/>
              <a:gd name="connsiteX13" fmla="*/ 339148 w 1790700"/>
              <a:gd name="connsiteY13" fmla="*/ 13953 h 1943100"/>
              <a:gd name="connsiteX14" fmla="*/ 422968 w 1790700"/>
              <a:gd name="connsiteY14" fmla="*/ 205406 h 1943100"/>
              <a:gd name="connsiteX15" fmla="*/ 870643 w 1790700"/>
              <a:gd name="connsiteY15" fmla="*/ 586406 h 194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90700" h="1943100">
                <a:moveTo>
                  <a:pt x="870643" y="586406"/>
                </a:moveTo>
                <a:cubicBezTo>
                  <a:pt x="1000183" y="601646"/>
                  <a:pt x="1128770" y="568308"/>
                  <a:pt x="1257358" y="546401"/>
                </a:cubicBezTo>
                <a:cubicBezTo>
                  <a:pt x="1385945" y="524493"/>
                  <a:pt x="1523105" y="515921"/>
                  <a:pt x="1639310" y="574023"/>
                </a:cubicBezTo>
                <a:cubicBezTo>
                  <a:pt x="1755515" y="632126"/>
                  <a:pt x="1836478" y="777858"/>
                  <a:pt x="1782185" y="895968"/>
                </a:cubicBezTo>
                <a:cubicBezTo>
                  <a:pt x="1733608" y="1000743"/>
                  <a:pt x="1605973" y="1041701"/>
                  <a:pt x="1491673" y="1057894"/>
                </a:cubicBezTo>
                <a:cubicBezTo>
                  <a:pt x="1377373" y="1074086"/>
                  <a:pt x="1251643" y="1080754"/>
                  <a:pt x="1163060" y="1155049"/>
                </a:cubicBezTo>
                <a:cubicBezTo>
                  <a:pt x="1008755" y="1284588"/>
                  <a:pt x="1050665" y="1532238"/>
                  <a:pt x="962083" y="1713213"/>
                </a:cubicBezTo>
                <a:cubicBezTo>
                  <a:pt x="866833" y="1906571"/>
                  <a:pt x="615373" y="1995154"/>
                  <a:pt x="409633" y="1930383"/>
                </a:cubicBezTo>
                <a:cubicBezTo>
                  <a:pt x="203893" y="1865613"/>
                  <a:pt x="54350" y="1670351"/>
                  <a:pt x="13393" y="1458896"/>
                </a:cubicBezTo>
                <a:cubicBezTo>
                  <a:pt x="-27565" y="1247441"/>
                  <a:pt x="28633" y="1024556"/>
                  <a:pt x="138170" y="839771"/>
                </a:cubicBezTo>
                <a:cubicBezTo>
                  <a:pt x="197225" y="738806"/>
                  <a:pt x="274378" y="636889"/>
                  <a:pt x="266758" y="520683"/>
                </a:cubicBezTo>
                <a:cubicBezTo>
                  <a:pt x="262948" y="454008"/>
                  <a:pt x="231515" y="393048"/>
                  <a:pt x="202940" y="333993"/>
                </a:cubicBezTo>
                <a:cubicBezTo>
                  <a:pt x="173413" y="273986"/>
                  <a:pt x="145790" y="211121"/>
                  <a:pt x="148648" y="144446"/>
                </a:cubicBezTo>
                <a:cubicBezTo>
                  <a:pt x="153410" y="48243"/>
                  <a:pt x="243898" y="-33672"/>
                  <a:pt x="339148" y="13953"/>
                </a:cubicBezTo>
                <a:cubicBezTo>
                  <a:pt x="411538" y="50148"/>
                  <a:pt x="399155" y="139683"/>
                  <a:pt x="422968" y="205406"/>
                </a:cubicBezTo>
                <a:cubicBezTo>
                  <a:pt x="495358" y="401621"/>
                  <a:pt x="654425" y="561641"/>
                  <a:pt x="870643" y="586406"/>
                </a:cubicBezTo>
                <a:close/>
              </a:path>
            </a:pathLst>
          </a:custGeom>
          <a:solidFill>
            <a:schemeClr val="accent3"/>
          </a:solidFill>
          <a:ln w="9525" cap="flat">
            <a:noFill/>
            <a:prstDash val="solid"/>
            <a:miter/>
          </a:ln>
        </p:spPr>
        <p:txBody>
          <a:bodyPr rtlCol="0" anchor="ctr"/>
          <a:lstStyle/>
          <a:p>
            <a:endParaRPr lang="en-GB"/>
          </a:p>
        </p:txBody>
      </p:sp>
      <p:grpSp>
        <p:nvGrpSpPr>
          <p:cNvPr id="70" name="Group 69">
            <a:extLst>
              <a:ext uri="{FF2B5EF4-FFF2-40B4-BE49-F238E27FC236}">
                <a16:creationId xmlns:a16="http://schemas.microsoft.com/office/drawing/2014/main" id="{4520E961-68D8-417F-AD44-90C44E2F4795}"/>
              </a:ext>
            </a:extLst>
          </p:cNvPr>
          <p:cNvGrpSpPr/>
          <p:nvPr/>
        </p:nvGrpSpPr>
        <p:grpSpPr>
          <a:xfrm>
            <a:off x="1415846" y="624264"/>
            <a:ext cx="9360311" cy="1010901"/>
            <a:chOff x="1415845" y="552450"/>
            <a:chExt cx="9360310" cy="1010901"/>
          </a:xfrm>
        </p:grpSpPr>
        <p:sp>
          <p:nvSpPr>
            <p:cNvPr id="75" name="TextBox 74">
              <a:extLst>
                <a:ext uri="{FF2B5EF4-FFF2-40B4-BE49-F238E27FC236}">
                  <a16:creationId xmlns:a16="http://schemas.microsoft.com/office/drawing/2014/main" id="{08EF4972-6888-4FB6-9F55-66BEA4C7D4F7}"/>
                </a:ext>
              </a:extLst>
            </p:cNvPr>
            <p:cNvSpPr txBox="1"/>
            <p:nvPr/>
          </p:nvSpPr>
          <p:spPr>
            <a:xfrm>
              <a:off x="1415845" y="855465"/>
              <a:ext cx="9360310" cy="707886"/>
            </a:xfrm>
            <a:prstGeom prst="rect">
              <a:avLst/>
            </a:prstGeom>
            <a:noFill/>
          </p:spPr>
          <p:txBody>
            <a:bodyPr wrap="square" rtlCol="0">
              <a:spAutoFit/>
            </a:bodyPr>
            <a:lstStyle/>
            <a:p>
              <a:pPr algn="ctr"/>
              <a:r>
                <a:rPr lang="en-US" sz="4000" b="1" dirty="0">
                  <a:solidFill>
                    <a:schemeClr val="tx1">
                      <a:lumMod val="75000"/>
                      <a:lumOff val="25000"/>
                    </a:schemeClr>
                  </a:solidFill>
                  <a:latin typeface="Segoe UI" panose="020B0502040204020203" pitchFamily="34" charset="0"/>
                  <a:cs typeface="Segoe UI" panose="020B0502040204020203" pitchFamily="34" charset="0"/>
                </a:rPr>
                <a:t>El </a:t>
              </a:r>
              <a:r>
                <a:rPr lang="en-US" sz="4000" b="1" dirty="0" err="1">
                  <a:solidFill>
                    <a:schemeClr val="tx1">
                      <a:lumMod val="75000"/>
                      <a:lumOff val="25000"/>
                    </a:schemeClr>
                  </a:solidFill>
                  <a:latin typeface="Segoe UI" panose="020B0502040204020203" pitchFamily="34" charset="0"/>
                  <a:cs typeface="Segoe UI" panose="020B0502040204020203" pitchFamily="34" charset="0"/>
                </a:rPr>
                <a:t>proceso</a:t>
              </a:r>
              <a:r>
                <a:rPr lang="en-US" sz="4000" b="1" dirty="0">
                  <a:solidFill>
                    <a:schemeClr val="tx1">
                      <a:lumMod val="75000"/>
                      <a:lumOff val="25000"/>
                    </a:schemeClr>
                  </a:solidFill>
                  <a:latin typeface="Segoe UI" panose="020B0502040204020203" pitchFamily="34" charset="0"/>
                  <a:cs typeface="Segoe UI" panose="020B0502040204020203" pitchFamily="34" charset="0"/>
                </a:rPr>
                <a:t> </a:t>
              </a:r>
              <a:r>
                <a:rPr lang="en-US" sz="4000" b="1" dirty="0" err="1">
                  <a:solidFill>
                    <a:schemeClr val="tx1">
                      <a:lumMod val="75000"/>
                      <a:lumOff val="25000"/>
                    </a:schemeClr>
                  </a:solidFill>
                  <a:latin typeface="Segoe UI" panose="020B0502040204020203" pitchFamily="34" charset="0"/>
                  <a:cs typeface="Segoe UI" panose="020B0502040204020203" pitchFamily="34" charset="0"/>
                </a:rPr>
                <a:t>operativo</a:t>
              </a:r>
              <a:endParaRPr lang="en-GB" sz="4000" b="1"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76" name="TextBox 75">
              <a:extLst>
                <a:ext uri="{FF2B5EF4-FFF2-40B4-BE49-F238E27FC236}">
                  <a16:creationId xmlns:a16="http://schemas.microsoft.com/office/drawing/2014/main" id="{7956AF92-745A-44AC-B047-CBBE5E26792F}"/>
                </a:ext>
              </a:extLst>
            </p:cNvPr>
            <p:cNvSpPr txBox="1"/>
            <p:nvPr/>
          </p:nvSpPr>
          <p:spPr>
            <a:xfrm>
              <a:off x="4139381" y="552450"/>
              <a:ext cx="3913238" cy="307777"/>
            </a:xfrm>
            <a:prstGeom prst="rect">
              <a:avLst/>
            </a:prstGeom>
            <a:noFill/>
          </p:spPr>
          <p:txBody>
            <a:bodyPr wrap="square" rtlCol="0">
              <a:spAutoFit/>
            </a:bodyPr>
            <a:lstStyle/>
            <a:p>
              <a:pPr algn="ctr"/>
              <a:r>
                <a:rPr lang="en-US" sz="1400">
                  <a:solidFill>
                    <a:schemeClr val="accent1"/>
                  </a:solidFill>
                  <a:latin typeface="Segoe UI" panose="020B0502040204020203" pitchFamily="34" charset="0"/>
                  <a:cs typeface="Segoe UI" panose="020B0502040204020203" pitchFamily="34" charset="0"/>
                </a:rPr>
                <a:t>Sin esto, el inventario es una foto</a:t>
              </a:r>
              <a:endParaRPr lang="en-GB" sz="1400">
                <a:solidFill>
                  <a:schemeClr val="accent1"/>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295008446"/>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125">
            <a:extLst>
              <a:ext uri="{FF2B5EF4-FFF2-40B4-BE49-F238E27FC236}">
                <a16:creationId xmlns:a16="http://schemas.microsoft.com/office/drawing/2014/main" id="{810761DD-A0FD-441C-A593-CD4B4783874E}"/>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Gobernar también es reaccionar</a:t>
            </a:r>
          </a:p>
        </p:txBody>
      </p:sp>
      <p:sp>
        <p:nvSpPr>
          <p:cNvPr id="48" name="Revision_text_126">
            <a:extLst>
              <a:ext uri="{FF2B5EF4-FFF2-40B4-BE49-F238E27FC236}">
                <a16:creationId xmlns:a16="http://schemas.microsoft.com/office/drawing/2014/main" id="{C7A6DAE7-8F8B-436B-B2EC-D868CD395DD6}"/>
              </a:ext>
            </a:extLst>
          </p:cNvPr>
          <p:cNvSpPr>
            <a:spLocks noGrp="1"/>
          </p:cNvSpPr>
          <p:nvPr/>
        </p:nvSpPr>
        <p:spPr>
          <a:xfrm>
            <a:off x="914400" y="2114550"/>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Ante un cambio · revisar permisos, datos y responsable</a:t>
            </a:r>
          </a:p>
        </p:txBody>
      </p:sp>
      <p:sp>
        <p:nvSpPr>
          <p:cNvPr id="49" name="Revision_text_127">
            <a:extLst>
              <a:ext uri="{FF2B5EF4-FFF2-40B4-BE49-F238E27FC236}">
                <a16:creationId xmlns:a16="http://schemas.microsoft.com/office/drawing/2014/main" id="{7EE22A6F-F6B6-4796-AFA6-E208C83FE7BC}"/>
              </a:ext>
            </a:extLst>
          </p:cNvPr>
          <p:cNvSpPr>
            <a:spLocks noGrp="1"/>
          </p:cNvSpPr>
          <p:nvPr/>
        </p:nvSpPr>
        <p:spPr>
          <a:xfrm>
            <a:off x="914400" y="2905125"/>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Ante una señal · investigar, contener y dejar evidencia</a:t>
            </a:r>
          </a:p>
        </p:txBody>
      </p:sp>
      <p:sp>
        <p:nvSpPr>
          <p:cNvPr id="50" name="Revision_text_128">
            <a:extLst>
              <a:ext uri="{FF2B5EF4-FFF2-40B4-BE49-F238E27FC236}">
                <a16:creationId xmlns:a16="http://schemas.microsoft.com/office/drawing/2014/main" id="{3728C0F5-FF80-4315-A36B-FD8F0D9D39BE}"/>
              </a:ext>
            </a:extLst>
          </p:cNvPr>
          <p:cNvSpPr>
            <a:spLocks noGrp="1"/>
          </p:cNvSpPr>
          <p:nvPr/>
        </p:nvSpPr>
        <p:spPr>
          <a:xfrm>
            <a:off x="914400" y="3695700"/>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Cada mes · revisar agentes sin uso y accesos amplios</a:t>
            </a:r>
          </a:p>
        </p:txBody>
      </p:sp>
      <p:sp>
        <p:nvSpPr>
          <p:cNvPr id="51" name="Revision_text_129">
            <a:extLst>
              <a:ext uri="{FF2B5EF4-FFF2-40B4-BE49-F238E27FC236}">
                <a16:creationId xmlns:a16="http://schemas.microsoft.com/office/drawing/2014/main" id="{16C01621-3607-422B-8D0B-96A69DE82F55}"/>
              </a:ext>
            </a:extLst>
          </p:cNvPr>
          <p:cNvSpPr>
            <a:spLocks noGrp="1"/>
          </p:cNvSpPr>
          <p:nvPr/>
        </p:nvSpPr>
        <p:spPr>
          <a:xfrm>
            <a:off x="914400" y="4486275"/>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Cada trimestre · probar retirada y respuesta a incidentes</a:t>
            </a:r>
          </a:p>
        </p:txBody>
      </p:sp>
      <p:sp>
        <p:nvSpPr>
          <p:cNvPr id="52" name="Revision_text_130">
            <a:extLst>
              <a:ext uri="{FF2B5EF4-FFF2-40B4-BE49-F238E27FC236}">
                <a16:creationId xmlns:a16="http://schemas.microsoft.com/office/drawing/2014/main" id="{A80C7FA2-7D6E-4F87-A3F4-7AEF2134C173}"/>
              </a:ext>
            </a:extLst>
          </p:cNvPr>
          <p:cNvSpPr>
            <a:spLocks noGrp="1"/>
          </p:cNvSpPr>
          <p:nvPr/>
        </p:nvSpPr>
        <p:spPr>
          <a:xfrm>
            <a:off x="895350" y="5629275"/>
            <a:ext cx="9953625" cy="504825"/>
          </a:xfrm>
          <a:prstGeom prst="rect">
            <a:avLst/>
          </a:prstGeom>
          <a:noFill/>
          <a:ln w="0">
            <a:noFill/>
          </a:ln>
        </p:spPr>
        <p:txBody>
          <a:bodyPr wrap="square" lIns="0" tIns="0" rIns="0" bIns="0" anchor="t">
            <a:noAutofit/>
          </a:bodyPr>
          <a:lstStyle/>
          <a:p>
            <a:pPr algn="l">
              <a:defRPr sz="1425" b="0">
                <a:solidFill>
                  <a:srgbClr val="4A5560"/>
                </a:solidFill>
                <a:latin typeface="Segoe UI"/>
                <a:ea typeface="Segoe UI"/>
                <a:cs typeface="Segoe UI"/>
              </a:defRPr>
            </a:pPr>
            <a:r>
              <a:rPr sz="1425" b="0">
                <a:solidFill>
                  <a:srgbClr val="4A5560"/>
                </a:solidFill>
                <a:latin typeface="Segoe UI"/>
                <a:ea typeface="Segoe UI"/>
                <a:cs typeface="Segoe UI"/>
              </a:rPr>
              <a:t>Una alerta crítica o la baja de un responsable no espera a la revisión trimestral.</a:t>
            </a:r>
          </a:p>
        </p:txBody>
      </p:sp>
      <p:sp>
        <p:nvSpPr>
          <p:cNvPr id="53" name="Revision_text_131">
            <a:extLst>
              <a:ext uri="{FF2B5EF4-FFF2-40B4-BE49-F238E27FC236}">
                <a16:creationId xmlns:a16="http://schemas.microsoft.com/office/drawing/2014/main" id="{C420DB91-311B-4237-A29F-514AC423D720}"/>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24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132">
            <a:extLst>
              <a:ext uri="{FF2B5EF4-FFF2-40B4-BE49-F238E27FC236}">
                <a16:creationId xmlns:a16="http://schemas.microsoft.com/office/drawing/2014/main" id="{47097B02-FE1F-48A2-8523-E28DBED78EAC}"/>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Mañana: empieza con diez agentes</a:t>
            </a:r>
          </a:p>
        </p:txBody>
      </p:sp>
      <p:sp>
        <p:nvSpPr>
          <p:cNvPr id="48" name="Revision_text_133">
            <a:extLst>
              <a:ext uri="{FF2B5EF4-FFF2-40B4-BE49-F238E27FC236}">
                <a16:creationId xmlns:a16="http://schemas.microsoft.com/office/drawing/2014/main" id="{CE32E175-9C09-4D3E-83D7-8B40FE2C4120}"/>
              </a:ext>
            </a:extLst>
          </p:cNvPr>
          <p:cNvSpPr>
            <a:spLocks noGrp="1"/>
          </p:cNvSpPr>
          <p:nvPr/>
        </p:nvSpPr>
        <p:spPr>
          <a:xfrm>
            <a:off x="914400" y="2181225"/>
            <a:ext cx="9810750" cy="638175"/>
          </a:xfrm>
          <a:prstGeom prst="rect">
            <a:avLst/>
          </a:prstGeom>
          <a:noFill/>
          <a:ln w="0">
            <a:noFill/>
          </a:ln>
        </p:spPr>
        <p:txBody>
          <a:bodyPr wrap="square" lIns="0" tIns="0" rIns="0" bIns="0" anchor="t">
            <a:noAutofit/>
          </a:bodyPr>
          <a:lstStyle/>
          <a:p>
            <a:pPr algn="l">
              <a:defRPr sz="2550" b="0">
                <a:solidFill>
                  <a:srgbClr val="292B45"/>
                </a:solidFill>
                <a:latin typeface="Segoe UI"/>
                <a:ea typeface="Segoe UI"/>
                <a:cs typeface="Segoe UI"/>
              </a:defRPr>
            </a:pPr>
            <a:r>
              <a:rPr sz="2550" b="0">
                <a:solidFill>
                  <a:srgbClr val="292B45"/>
                </a:solidFill>
                <a:latin typeface="Segoe UI"/>
                <a:ea typeface="Segoe UI"/>
                <a:cs typeface="Segoe UI"/>
              </a:rPr>
              <a:t>Inventario verificable</a:t>
            </a:r>
          </a:p>
        </p:txBody>
      </p:sp>
      <p:sp>
        <p:nvSpPr>
          <p:cNvPr id="49" name="Revision_text_134">
            <a:extLst>
              <a:ext uri="{FF2B5EF4-FFF2-40B4-BE49-F238E27FC236}">
                <a16:creationId xmlns:a16="http://schemas.microsoft.com/office/drawing/2014/main" id="{A31D08B9-09D0-42DA-804E-4E29768163FF}"/>
              </a:ext>
            </a:extLst>
          </p:cNvPr>
          <p:cNvSpPr>
            <a:spLocks noGrp="1"/>
          </p:cNvSpPr>
          <p:nvPr/>
        </p:nvSpPr>
        <p:spPr>
          <a:xfrm>
            <a:off x="914400" y="2905125"/>
            <a:ext cx="9810750" cy="638175"/>
          </a:xfrm>
          <a:prstGeom prst="rect">
            <a:avLst/>
          </a:prstGeom>
          <a:noFill/>
          <a:ln w="0">
            <a:noFill/>
          </a:ln>
        </p:spPr>
        <p:txBody>
          <a:bodyPr wrap="square" lIns="0" tIns="0" rIns="0" bIns="0" anchor="t">
            <a:noAutofit/>
          </a:bodyPr>
          <a:lstStyle/>
          <a:p>
            <a:pPr algn="l">
              <a:defRPr sz="2550" b="0">
                <a:solidFill>
                  <a:srgbClr val="292B45"/>
                </a:solidFill>
                <a:latin typeface="Segoe UI"/>
                <a:ea typeface="Segoe UI"/>
                <a:cs typeface="Segoe UI"/>
              </a:defRPr>
            </a:pPr>
            <a:r>
              <a:rPr sz="2550" b="0">
                <a:solidFill>
                  <a:srgbClr val="292B45"/>
                </a:solidFill>
                <a:latin typeface="Segoe UI"/>
                <a:ea typeface="Segoe UI"/>
                <a:cs typeface="Segoe UI"/>
              </a:rPr>
              <a:t>Responsable que acepta el riesgo</a:t>
            </a:r>
          </a:p>
        </p:txBody>
      </p:sp>
      <p:sp>
        <p:nvSpPr>
          <p:cNvPr id="50" name="Revision_text_135">
            <a:extLst>
              <a:ext uri="{FF2B5EF4-FFF2-40B4-BE49-F238E27FC236}">
                <a16:creationId xmlns:a16="http://schemas.microsoft.com/office/drawing/2014/main" id="{B430B056-1FF9-472E-9DA7-449D57CA0D83}"/>
              </a:ext>
            </a:extLst>
          </p:cNvPr>
          <p:cNvSpPr>
            <a:spLocks noGrp="1"/>
          </p:cNvSpPr>
          <p:nvPr/>
        </p:nvSpPr>
        <p:spPr>
          <a:xfrm>
            <a:off x="914400" y="3629025"/>
            <a:ext cx="9810750" cy="638175"/>
          </a:xfrm>
          <a:prstGeom prst="rect">
            <a:avLst/>
          </a:prstGeom>
          <a:noFill/>
          <a:ln w="0">
            <a:noFill/>
          </a:ln>
        </p:spPr>
        <p:txBody>
          <a:bodyPr wrap="square" lIns="0" tIns="0" rIns="0" bIns="0" anchor="t">
            <a:noAutofit/>
          </a:bodyPr>
          <a:lstStyle/>
          <a:p>
            <a:pPr algn="l">
              <a:defRPr sz="2550" b="0">
                <a:solidFill>
                  <a:srgbClr val="292B45"/>
                </a:solidFill>
                <a:latin typeface="Segoe UI"/>
                <a:ea typeface="Segoe UI"/>
                <a:cs typeface="Segoe UI"/>
              </a:defRPr>
            </a:pPr>
            <a:r>
              <a:rPr sz="2550" b="0">
                <a:solidFill>
                  <a:srgbClr val="292B45"/>
                </a:solidFill>
                <a:latin typeface="Segoe UI"/>
                <a:ea typeface="Segoe UI"/>
                <a:cs typeface="Segoe UI"/>
              </a:rPr>
              <a:t>Permisos justificados</a:t>
            </a:r>
          </a:p>
        </p:txBody>
      </p:sp>
      <p:sp>
        <p:nvSpPr>
          <p:cNvPr id="51" name="Revision_text_136">
            <a:extLst>
              <a:ext uri="{FF2B5EF4-FFF2-40B4-BE49-F238E27FC236}">
                <a16:creationId xmlns:a16="http://schemas.microsoft.com/office/drawing/2014/main" id="{30695568-B72D-48E5-B20A-4833B0A30578}"/>
              </a:ext>
            </a:extLst>
          </p:cNvPr>
          <p:cNvSpPr>
            <a:spLocks noGrp="1"/>
          </p:cNvSpPr>
          <p:nvPr/>
        </p:nvSpPr>
        <p:spPr>
          <a:xfrm>
            <a:off x="914400" y="4352925"/>
            <a:ext cx="9810750" cy="638175"/>
          </a:xfrm>
          <a:prstGeom prst="rect">
            <a:avLst/>
          </a:prstGeom>
          <a:noFill/>
          <a:ln w="0">
            <a:noFill/>
          </a:ln>
        </p:spPr>
        <p:txBody>
          <a:bodyPr wrap="square" lIns="0" tIns="0" rIns="0" bIns="0" anchor="t">
            <a:noAutofit/>
          </a:bodyPr>
          <a:lstStyle/>
          <a:p>
            <a:pPr algn="l">
              <a:defRPr sz="2550" b="0">
                <a:solidFill>
                  <a:srgbClr val="292B45"/>
                </a:solidFill>
                <a:latin typeface="Segoe UI"/>
                <a:ea typeface="Segoe UI"/>
                <a:cs typeface="Segoe UI"/>
              </a:defRPr>
            </a:pPr>
            <a:r>
              <a:rPr sz="2550" b="0">
                <a:solidFill>
                  <a:srgbClr val="292B45"/>
                </a:solidFill>
                <a:latin typeface="Segoe UI"/>
                <a:ea typeface="Segoe UI"/>
                <a:cs typeface="Segoe UI"/>
              </a:rPr>
              <a:t>Actividad comprobable y retirada ensayada</a:t>
            </a:r>
          </a:p>
        </p:txBody>
      </p:sp>
      <p:sp>
        <p:nvSpPr>
          <p:cNvPr id="52" name="Revision_text_137">
            <a:extLst>
              <a:ext uri="{FF2B5EF4-FFF2-40B4-BE49-F238E27FC236}">
                <a16:creationId xmlns:a16="http://schemas.microsoft.com/office/drawing/2014/main" id="{9346DA61-7E33-469C-8DE8-C93A06B22560}"/>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25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B14B070-747D-413B-8C26-FB4E9957F0B0}"/>
              </a:ext>
            </a:extLst>
          </p:cNvPr>
          <p:cNvGrpSpPr/>
          <p:nvPr/>
        </p:nvGrpSpPr>
        <p:grpSpPr>
          <a:xfrm>
            <a:off x="0" y="253936"/>
            <a:ext cx="5732702" cy="5334659"/>
            <a:chOff x="0" y="253936"/>
            <a:chExt cx="5732702" cy="5334659"/>
          </a:xfrm>
        </p:grpSpPr>
        <p:grpSp>
          <p:nvGrpSpPr>
            <p:cNvPr id="61" name="Group 60">
              <a:extLst>
                <a:ext uri="{FF2B5EF4-FFF2-40B4-BE49-F238E27FC236}">
                  <a16:creationId xmlns:a16="http://schemas.microsoft.com/office/drawing/2014/main" id="{EBA72766-A0AC-40DC-A91E-5D99F86CA55C}"/>
                </a:ext>
              </a:extLst>
            </p:cNvPr>
            <p:cNvGrpSpPr/>
            <p:nvPr/>
          </p:nvGrpSpPr>
          <p:grpSpPr>
            <a:xfrm rot="19766411">
              <a:off x="4657184" y="4711801"/>
              <a:ext cx="1075518" cy="792268"/>
              <a:chOff x="356813" y="4757646"/>
              <a:chExt cx="241292" cy="177745"/>
            </a:xfrm>
            <a:solidFill>
              <a:schemeClr val="accent2">
                <a:lumMod val="75000"/>
                <a:alpha val="40000"/>
              </a:schemeClr>
            </a:solidFill>
          </p:grpSpPr>
          <p:sp>
            <p:nvSpPr>
              <p:cNvPr id="62" name="Freeform: Shape 61">
                <a:extLst>
                  <a:ext uri="{FF2B5EF4-FFF2-40B4-BE49-F238E27FC236}">
                    <a16:creationId xmlns:a16="http://schemas.microsoft.com/office/drawing/2014/main" id="{D1408C55-C6A9-45CC-B74E-C39925A23013}"/>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p>
            </p:txBody>
          </p:sp>
          <p:sp>
            <p:nvSpPr>
              <p:cNvPr id="63" name="Freeform: Shape 62">
                <a:extLst>
                  <a:ext uri="{FF2B5EF4-FFF2-40B4-BE49-F238E27FC236}">
                    <a16:creationId xmlns:a16="http://schemas.microsoft.com/office/drawing/2014/main" id="{CE95D20B-CA7D-40B0-B48F-28E3DE50D047}"/>
                  </a:ext>
                </a:extLst>
              </p:cNvPr>
              <p:cNvSpPr/>
              <p:nvPr/>
            </p:nvSpPr>
            <p:spPr>
              <a:xfrm>
                <a:off x="550829" y="4757646"/>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p>
            </p:txBody>
          </p:sp>
        </p:grpSp>
        <p:sp>
          <p:nvSpPr>
            <p:cNvPr id="57" name="Freeform: Shape 56">
              <a:extLst>
                <a:ext uri="{FF2B5EF4-FFF2-40B4-BE49-F238E27FC236}">
                  <a16:creationId xmlns:a16="http://schemas.microsoft.com/office/drawing/2014/main" id="{96AC41B2-5C64-4836-B20A-EF820F66B933}"/>
                </a:ext>
              </a:extLst>
            </p:cNvPr>
            <p:cNvSpPr/>
            <p:nvPr/>
          </p:nvSpPr>
          <p:spPr>
            <a:xfrm>
              <a:off x="0" y="253936"/>
              <a:ext cx="5051146" cy="5334659"/>
            </a:xfrm>
            <a:custGeom>
              <a:avLst/>
              <a:gdLst>
                <a:gd name="connsiteX0" fmla="*/ 2329844 w 5051146"/>
                <a:gd name="connsiteY0" fmla="*/ 0 h 5334659"/>
                <a:gd name="connsiteX1" fmla="*/ 3599754 w 5051146"/>
                <a:gd name="connsiteY1" fmla="*/ 2488047 h 5334659"/>
                <a:gd name="connsiteX2" fmla="*/ 4397634 w 5051146"/>
                <a:gd name="connsiteY2" fmla="*/ 3505192 h 5334659"/>
                <a:gd name="connsiteX3" fmla="*/ 4720440 w 5051146"/>
                <a:gd name="connsiteY3" fmla="*/ 3328562 h 5334659"/>
                <a:gd name="connsiteX4" fmla="*/ 5049338 w 5051146"/>
                <a:gd name="connsiteY4" fmla="*/ 4032035 h 5334659"/>
                <a:gd name="connsiteX5" fmla="*/ 3992602 w 5051146"/>
                <a:gd name="connsiteY5" fmla="*/ 4963910 h 5334659"/>
                <a:gd name="connsiteX6" fmla="*/ 3197768 w 5051146"/>
                <a:gd name="connsiteY6" fmla="*/ 4668513 h 5334659"/>
                <a:gd name="connsiteX7" fmla="*/ 1029483 w 5051146"/>
                <a:gd name="connsiteY7" fmla="*/ 5076589 h 5334659"/>
                <a:gd name="connsiteX8" fmla="*/ 807172 w 5051146"/>
                <a:gd name="connsiteY8" fmla="*/ 3642231 h 5334659"/>
                <a:gd name="connsiteX9" fmla="*/ 104941 w 5051146"/>
                <a:gd name="connsiteY9" fmla="*/ 3408763 h 5334659"/>
                <a:gd name="connsiteX10" fmla="*/ 0 w 5051146"/>
                <a:gd name="connsiteY10" fmla="*/ 3348124 h 5334659"/>
                <a:gd name="connsiteX11" fmla="*/ 0 w 5051146"/>
                <a:gd name="connsiteY11" fmla="*/ 1060569 h 5334659"/>
                <a:gd name="connsiteX12" fmla="*/ 85146 w 5051146"/>
                <a:gd name="connsiteY12" fmla="*/ 1067660 h 5334659"/>
                <a:gd name="connsiteX13" fmla="*/ 2329844 w 5051146"/>
                <a:gd name="connsiteY13" fmla="*/ 0 h 5334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51146" h="5334659">
                  <a:moveTo>
                    <a:pt x="2329844" y="0"/>
                  </a:moveTo>
                  <a:cubicBezTo>
                    <a:pt x="3289129" y="0"/>
                    <a:pt x="3398761" y="2040380"/>
                    <a:pt x="3599754" y="2488047"/>
                  </a:cubicBezTo>
                  <a:cubicBezTo>
                    <a:pt x="3761156" y="2847398"/>
                    <a:pt x="4026102" y="3380331"/>
                    <a:pt x="4397634" y="3505192"/>
                  </a:cubicBezTo>
                  <a:cubicBezTo>
                    <a:pt x="4595580" y="3572190"/>
                    <a:pt x="4622989" y="3368150"/>
                    <a:pt x="4720440" y="3328562"/>
                  </a:cubicBezTo>
                  <a:cubicBezTo>
                    <a:pt x="4900114" y="3255474"/>
                    <a:pt x="5070653" y="3608734"/>
                    <a:pt x="5049338" y="4032035"/>
                  </a:cubicBezTo>
                  <a:cubicBezTo>
                    <a:pt x="5009747" y="4832962"/>
                    <a:pt x="4315408" y="4988273"/>
                    <a:pt x="3992602" y="4963910"/>
                  </a:cubicBezTo>
                  <a:cubicBezTo>
                    <a:pt x="3797700" y="4951729"/>
                    <a:pt x="3392670" y="4677648"/>
                    <a:pt x="3197768" y="4668513"/>
                  </a:cubicBezTo>
                  <a:cubicBezTo>
                    <a:pt x="2549108" y="4635013"/>
                    <a:pt x="1690321" y="5850107"/>
                    <a:pt x="1029483" y="5076589"/>
                  </a:cubicBezTo>
                  <a:cubicBezTo>
                    <a:pt x="627498" y="4604560"/>
                    <a:pt x="1535010" y="3773182"/>
                    <a:pt x="807172" y="3642231"/>
                  </a:cubicBezTo>
                  <a:cubicBezTo>
                    <a:pt x="534994" y="3593125"/>
                    <a:pt x="302311" y="3512281"/>
                    <a:pt x="104941" y="3408763"/>
                  </a:cubicBezTo>
                  <a:lnTo>
                    <a:pt x="0" y="3348124"/>
                  </a:lnTo>
                  <a:lnTo>
                    <a:pt x="0" y="1060569"/>
                  </a:lnTo>
                  <a:lnTo>
                    <a:pt x="85146" y="1067660"/>
                  </a:lnTo>
                  <a:cubicBezTo>
                    <a:pt x="1189944" y="1120496"/>
                    <a:pt x="1546048" y="0"/>
                    <a:pt x="2329844" y="0"/>
                  </a:cubicBezTo>
                  <a:close/>
                </a:path>
              </a:pathLst>
            </a:custGeom>
            <a:solidFill>
              <a:schemeClr val="accent2">
                <a:lumMod val="75000"/>
                <a:alpha val="40000"/>
              </a:schemeClr>
            </a:solidFill>
            <a:ln w="9525" cap="flat">
              <a:noFill/>
              <a:prstDash val="solid"/>
              <a:miter/>
            </a:ln>
          </p:spPr>
          <p:txBody>
            <a:bodyPr wrap="square" rtlCol="0" anchor="ctr">
              <a:noAutofit/>
            </a:bodyPr>
            <a:lstStyle/>
            <a:p>
              <a:endParaRPr lang="en-GB"/>
            </a:p>
          </p:txBody>
        </p:sp>
      </p:grpSp>
      <p:sp>
        <p:nvSpPr>
          <p:cNvPr id="444" name="Rectangle 2">
            <a:extLst>
              <a:ext uri="{FF2B5EF4-FFF2-40B4-BE49-F238E27FC236}">
                <a16:creationId xmlns:a16="http://schemas.microsoft.com/office/drawing/2014/main" id="{E421A228-B9EA-443B-95B8-5BFC50EBE71C}"/>
              </a:ext>
            </a:extLst>
          </p:cNvPr>
          <p:cNvSpPr/>
          <p:nvPr/>
        </p:nvSpPr>
        <p:spPr>
          <a:xfrm rot="5400000">
            <a:off x="5544569" y="2193418"/>
            <a:ext cx="6858000" cy="2471167"/>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3" name="Rectangle 2">
            <a:extLst>
              <a:ext uri="{FF2B5EF4-FFF2-40B4-BE49-F238E27FC236}">
                <a16:creationId xmlns:a16="http://schemas.microsoft.com/office/drawing/2014/main" id="{7B516BB2-4254-4699-BC73-5A8762A3E116}"/>
              </a:ext>
            </a:extLst>
          </p:cNvPr>
          <p:cNvSpPr/>
          <p:nvPr/>
        </p:nvSpPr>
        <p:spPr>
          <a:xfrm rot="5400000">
            <a:off x="7527416" y="2193418"/>
            <a:ext cx="6858000" cy="2471167"/>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TextBox 57">
            <a:extLst>
              <a:ext uri="{FF2B5EF4-FFF2-40B4-BE49-F238E27FC236}">
                <a16:creationId xmlns:a16="http://schemas.microsoft.com/office/drawing/2014/main" id="{159CD624-2E0E-404C-91AA-6985530DF26E}"/>
              </a:ext>
            </a:extLst>
          </p:cNvPr>
          <p:cNvSpPr txBox="1"/>
          <p:nvPr/>
        </p:nvSpPr>
        <p:spPr>
          <a:xfrm>
            <a:off x="1092201" y="1720673"/>
            <a:ext cx="4751470" cy="1920526"/>
          </a:xfrm>
          <a:prstGeom prst="rect">
            <a:avLst/>
          </a:prstGeom>
          <a:noFill/>
        </p:spPr>
        <p:txBody>
          <a:bodyPr wrap="square" rtlCol="0">
            <a:spAutoFit/>
          </a:bodyPr>
          <a:lstStyle/>
          <a:p>
            <a:pPr>
              <a:lnSpc>
                <a:spcPct val="90000"/>
              </a:lnSpc>
            </a:pPr>
            <a:r>
              <a:rPr lang="en-GB" sz="6600" b="1">
                <a:solidFill>
                  <a:schemeClr val="bg1"/>
                </a:solidFill>
                <a:latin typeface="Segoe UI Black" panose="020B0A02040204020203" pitchFamily="34" charset="0"/>
                <a:ea typeface="Segoe UI Black" panose="020B0A02040204020203" pitchFamily="34" charset="0"/>
                <a:cs typeface="Segoe UI" panose="020B0502040204020203" pitchFamily="34" charset="0"/>
              </a:rPr>
              <a:t>Volved</a:t>
            </a:r>
          </a:p>
          <a:p>
            <a:pPr>
              <a:lnSpc>
                <a:spcPct val="90000"/>
              </a:lnSpc>
            </a:pPr>
            <a:r>
              <a:rPr lang="en-GB" sz="6600" b="1">
                <a:solidFill>
                  <a:schemeClr val="bg1"/>
                </a:solidFill>
                <a:latin typeface="Segoe UI Black" panose="020B0A02040204020203" pitchFamily="34" charset="0"/>
                <a:ea typeface="Segoe UI Black" panose="020B0A02040204020203" pitchFamily="34" charset="0"/>
                <a:cs typeface="Segoe UI" panose="020B0502040204020203" pitchFamily="34" charset="0"/>
              </a:rPr>
              <a:t>y contad</a:t>
            </a:r>
          </a:p>
        </p:txBody>
      </p:sp>
      <p:sp>
        <p:nvSpPr>
          <p:cNvPr id="59" name="TextBox 58">
            <a:extLst>
              <a:ext uri="{FF2B5EF4-FFF2-40B4-BE49-F238E27FC236}">
                <a16:creationId xmlns:a16="http://schemas.microsoft.com/office/drawing/2014/main" id="{42E10550-5609-4556-B394-B096DE1A55B5}"/>
              </a:ext>
            </a:extLst>
          </p:cNvPr>
          <p:cNvSpPr txBox="1"/>
          <p:nvPr/>
        </p:nvSpPr>
        <p:spPr>
          <a:xfrm>
            <a:off x="1094802" y="3715390"/>
            <a:ext cx="4339955" cy="1019062"/>
          </a:xfrm>
          <a:prstGeom prst="rect">
            <a:avLst/>
          </a:prstGeom>
          <a:noFill/>
        </p:spPr>
        <p:txBody>
          <a:bodyPr wrap="square" rtlCol="0">
            <a:spAutoFit/>
          </a:bodyPr>
          <a:lstStyle/>
          <a:p>
            <a:pPr>
              <a:lnSpc>
                <a:spcPct val="130000"/>
              </a:lnSpc>
            </a:pPr>
            <a:r>
              <a:rPr lang="en-GB" sz="1600">
                <a:solidFill>
                  <a:schemeClr val="bg1"/>
                </a:solidFill>
                <a:latin typeface="Segoe UI Light" panose="020B0502040204020203" pitchFamily="34" charset="0"/>
                <a:cs typeface="Segoe UI Light" panose="020B0502040204020203" pitchFamily="34" charset="0"/>
              </a:rPr>
              <a:t>Abrid All agents y contad. La cifra os va a sorprender, y es una buena noticia: el inventario ya lo tenéis. Lo que falta es decidir quién lo mira cada semana.</a:t>
            </a:r>
          </a:p>
        </p:txBody>
      </p:sp>
    </p:spTree>
    <p:extLst>
      <p:ext uri="{BB962C8B-B14F-4D97-AF65-F5344CB8AC3E}">
        <p14:creationId xmlns:p14="http://schemas.microsoft.com/office/powerpoint/2010/main" val="1643427888"/>
      </p:ext>
    </p:extLst>
  </p:cSld>
  <p:clrMapOvr>
    <a:masterClrMapping/>
  </p:clrMapOvr>
  <mc:AlternateContent xmlns:mc="http://schemas.openxmlformats.org/markup-compatibility/2006" xmlns:p14="http://schemas.microsoft.com/office/powerpoint/2010/main">
    <mc:Choice Requires="p14">
      <p:transition spd="slow" p14:dur="125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750"/>
                                        <p:tgtEl>
                                          <p:spTgt spid="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23" presetClass="entr" presetSubtype="272" fill="hold" grpId="1" nodeType="withEffect">
                                  <p:stCondLst>
                                    <p:cond delay="0"/>
                                  </p:stCondLst>
                                  <p:childTnLst>
                                    <p:set>
                                      <p:cBhvr>
                                        <p:cTn id="12" dur="1" fill="hold">
                                          <p:stCondLst>
                                            <p:cond delay="0"/>
                                          </p:stCondLst>
                                        </p:cTn>
                                        <p:tgtEl>
                                          <p:spTgt spid="58"/>
                                        </p:tgtEl>
                                        <p:attrNameLst>
                                          <p:attrName>style.visibility</p:attrName>
                                        </p:attrNameLst>
                                      </p:cBhvr>
                                      <p:to>
                                        <p:strVal val="visible"/>
                                      </p:to>
                                    </p:set>
                                    <p:anim calcmode="lin" valueType="num">
                                      <p:cBhvr>
                                        <p:cTn id="13" dur="500" fill="hold"/>
                                        <p:tgtEl>
                                          <p:spTgt spid="58"/>
                                        </p:tgtEl>
                                        <p:attrNameLst>
                                          <p:attrName>ppt_w</p:attrName>
                                        </p:attrNameLst>
                                      </p:cBhvr>
                                      <p:tavLst>
                                        <p:tav tm="0">
                                          <p:val>
                                            <p:strVal val="2/3*#ppt_w"/>
                                          </p:val>
                                        </p:tav>
                                        <p:tav tm="100000">
                                          <p:val>
                                            <p:strVal val="#ppt_w"/>
                                          </p:val>
                                        </p:tav>
                                      </p:tavLst>
                                    </p:anim>
                                    <p:anim calcmode="lin" valueType="num">
                                      <p:cBhvr>
                                        <p:cTn id="14" dur="500" fill="hold"/>
                                        <p:tgtEl>
                                          <p:spTgt spid="58"/>
                                        </p:tgtEl>
                                        <p:attrNameLst>
                                          <p:attrName>ppt_h</p:attrName>
                                        </p:attrNameLst>
                                      </p:cBhvr>
                                      <p:tavLst>
                                        <p:tav tm="0">
                                          <p:val>
                                            <p:strVal val="2/3*#ppt_h"/>
                                          </p:val>
                                        </p:tav>
                                        <p:tav tm="100000">
                                          <p:val>
                                            <p:strVal val="#ppt_h"/>
                                          </p:val>
                                        </p:tav>
                                      </p:tavLst>
                                    </p:anim>
                                  </p:childTnLst>
                                </p:cTn>
                              </p:par>
                              <p:par>
                                <p:cTn id="15" presetID="10" presetClass="entr" presetSubtype="0" fill="hold" nodeType="withEffect">
                                  <p:stCondLst>
                                    <p:cond delay="5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6" presetClass="emph" presetSubtype="0" decel="100000" fill="hold" nodeType="withEffect">
                                  <p:stCondLst>
                                    <p:cond delay="500"/>
                                  </p:stCondLst>
                                  <p:childTnLst>
                                    <p:animScale>
                                      <p:cBhvr>
                                        <p:cTn id="19" dur="3000" fill="hold"/>
                                        <p:tgtEl>
                                          <p:spTgt spid="2"/>
                                        </p:tgtEl>
                                      </p:cBhvr>
                                      <p:by x="108000" y="108000"/>
                                    </p:animScale>
                                  </p:childTnLst>
                                </p:cTn>
                              </p:par>
                              <p:par>
                                <p:cTn id="20" presetID="2" presetClass="entr" presetSubtype="2" decel="100000" fill="hold" grpId="0" nodeType="withEffect">
                                  <p:stCondLst>
                                    <p:cond delay="0"/>
                                  </p:stCondLst>
                                  <p:childTnLst>
                                    <p:set>
                                      <p:cBhvr>
                                        <p:cTn id="21" dur="1" fill="hold">
                                          <p:stCondLst>
                                            <p:cond delay="0"/>
                                          </p:stCondLst>
                                        </p:cTn>
                                        <p:tgtEl>
                                          <p:spTgt spid="443"/>
                                        </p:tgtEl>
                                        <p:attrNameLst>
                                          <p:attrName>style.visibility</p:attrName>
                                        </p:attrNameLst>
                                      </p:cBhvr>
                                      <p:to>
                                        <p:strVal val="visible"/>
                                      </p:to>
                                    </p:set>
                                    <p:anim calcmode="lin" valueType="num">
                                      <p:cBhvr additive="base">
                                        <p:cTn id="22" dur="750" fill="hold"/>
                                        <p:tgtEl>
                                          <p:spTgt spid="443"/>
                                        </p:tgtEl>
                                        <p:attrNameLst>
                                          <p:attrName>ppt_x</p:attrName>
                                        </p:attrNameLst>
                                      </p:cBhvr>
                                      <p:tavLst>
                                        <p:tav tm="0">
                                          <p:val>
                                            <p:strVal val="1+#ppt_w/2"/>
                                          </p:val>
                                        </p:tav>
                                        <p:tav tm="100000">
                                          <p:val>
                                            <p:strVal val="#ppt_x"/>
                                          </p:val>
                                        </p:tav>
                                      </p:tavLst>
                                    </p:anim>
                                    <p:anim calcmode="lin" valueType="num">
                                      <p:cBhvr additive="base">
                                        <p:cTn id="23" dur="750" fill="hold"/>
                                        <p:tgtEl>
                                          <p:spTgt spid="443"/>
                                        </p:tgtEl>
                                        <p:attrNameLst>
                                          <p:attrName>ppt_y</p:attrName>
                                        </p:attrNameLst>
                                      </p:cBhvr>
                                      <p:tavLst>
                                        <p:tav tm="0">
                                          <p:val>
                                            <p:strVal val="#ppt_y"/>
                                          </p:val>
                                        </p:tav>
                                        <p:tav tm="100000">
                                          <p:val>
                                            <p:strVal val="#ppt_y"/>
                                          </p:val>
                                        </p:tav>
                                      </p:tavLst>
                                    </p:anim>
                                  </p:childTnLst>
                                </p:cTn>
                              </p:par>
                              <p:par>
                                <p:cTn id="24" presetID="2" presetClass="entr" presetSubtype="2" decel="100000" fill="hold" grpId="0" nodeType="withEffect">
                                  <p:stCondLst>
                                    <p:cond delay="250"/>
                                  </p:stCondLst>
                                  <p:childTnLst>
                                    <p:set>
                                      <p:cBhvr>
                                        <p:cTn id="25" dur="1" fill="hold">
                                          <p:stCondLst>
                                            <p:cond delay="0"/>
                                          </p:stCondLst>
                                        </p:cTn>
                                        <p:tgtEl>
                                          <p:spTgt spid="444"/>
                                        </p:tgtEl>
                                        <p:attrNameLst>
                                          <p:attrName>style.visibility</p:attrName>
                                        </p:attrNameLst>
                                      </p:cBhvr>
                                      <p:to>
                                        <p:strVal val="visible"/>
                                      </p:to>
                                    </p:set>
                                    <p:anim calcmode="lin" valueType="num">
                                      <p:cBhvr additive="base">
                                        <p:cTn id="26" dur="1000" fill="hold"/>
                                        <p:tgtEl>
                                          <p:spTgt spid="444"/>
                                        </p:tgtEl>
                                        <p:attrNameLst>
                                          <p:attrName>ppt_x</p:attrName>
                                        </p:attrNameLst>
                                      </p:cBhvr>
                                      <p:tavLst>
                                        <p:tav tm="0">
                                          <p:val>
                                            <p:strVal val="1+#ppt_w/2"/>
                                          </p:val>
                                        </p:tav>
                                        <p:tav tm="100000">
                                          <p:val>
                                            <p:strVal val="#ppt_x"/>
                                          </p:val>
                                        </p:tav>
                                      </p:tavLst>
                                    </p:anim>
                                    <p:anim calcmode="lin" valueType="num">
                                      <p:cBhvr additive="base">
                                        <p:cTn id="27" dur="1000" fill="hold"/>
                                        <p:tgtEl>
                                          <p:spTgt spid="4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 grpId="0" animBg="1"/>
      <p:bldP spid="443" grpId="0" animBg="1"/>
      <p:bldP spid="58" grpId="0"/>
      <p:bldP spid="58" grpId="1"/>
      <p:bldP spid="59"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848A-1FFF-42E7-85F8-21253FBEECAA}"/>
              </a:ext>
            </a:extLst>
          </p:cNvPr>
          <p:cNvSpPr txBox="1"/>
          <p:nvPr/>
        </p:nvSpPr>
        <p:spPr>
          <a:xfrm>
            <a:off x="1741129"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Documentación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Microsoft 365 admin center: gestionar agentes — Microsoft Learn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Agent Builder en Microsoft 365 Copilot — Microsoft Learn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Microsoft Purview DSPM for AI — Microsoft Learn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aka.ms/mcs_sg — Copilot Studio Governance and Security Guide</a:t>
            </a:r>
          </a:p>
        </p:txBody>
      </p:sp>
      <p:sp>
        <p:nvSpPr>
          <p:cNvPr id="4" name="TextBox 3">
            <a:extLst>
              <a:ext uri="{FF2B5EF4-FFF2-40B4-BE49-F238E27FC236}">
                <a16:creationId xmlns:a16="http://schemas.microsoft.com/office/drawing/2014/main" id="{8F53C335-63B9-4E67-8A7F-17E8C4E9A017}"/>
              </a:ext>
            </a:extLst>
          </p:cNvPr>
          <p:cNvSpPr txBox="1"/>
          <p:nvPr/>
        </p:nvSpPr>
        <p:spPr>
          <a:xfrm>
            <a:off x="1092201" y="1184004"/>
            <a:ext cx="5131618" cy="1323439"/>
          </a:xfrm>
          <a:prstGeom prst="rect">
            <a:avLst/>
          </a:prstGeom>
          <a:noFill/>
        </p:spPr>
        <p:txBody>
          <a:bodyPr wrap="square" rtlCol="0">
            <a:spAutoFit/>
          </a:bodyPr>
          <a:lstStyle/>
          <a:p>
            <a:r>
              <a:rPr lang="en-GB" sz="3600" b="1">
                <a:solidFill>
                  <a:schemeClr val="accent2"/>
                </a:solidFill>
                <a:latin typeface="Segoe UI" panose="020B0502040204020203" pitchFamily="34" charset="0"/>
                <a:cs typeface="Segoe UI" panose="020B0502040204020203" pitchFamily="34" charset="0"/>
              </a:rPr>
              <a:t>Recursos</a:t>
            </a:r>
          </a:p>
          <a:p>
            <a:r>
              <a:rPr lang="en-GB" sz="3600" b="1">
                <a:solidFill>
                  <a:schemeClr val="tx1">
                    <a:lumMod val="75000"/>
                    <a:lumOff val="25000"/>
                  </a:schemeClr>
                </a:solidFill>
                <a:latin typeface="Segoe UI" panose="020B0502040204020203" pitchFamily="34" charset="0"/>
                <a:cs typeface="Segoe UI" panose="020B0502040204020203" pitchFamily="34" charset="0"/>
              </a:rPr>
              <a:t>y checklist</a:t>
            </a:r>
          </a:p>
        </p:txBody>
      </p:sp>
      <p:cxnSp>
        <p:nvCxnSpPr>
          <p:cNvPr id="7" name="Straight Connector 6">
            <a:extLst>
              <a:ext uri="{FF2B5EF4-FFF2-40B4-BE49-F238E27FC236}">
                <a16:creationId xmlns:a16="http://schemas.microsoft.com/office/drawing/2014/main" id="{472EC5AD-3FED-4618-BDB7-C107B2353225}"/>
              </a:ext>
            </a:extLst>
          </p:cNvPr>
          <p:cNvCxnSpPr>
            <a:cxnSpLocks/>
          </p:cNvCxnSpPr>
          <p:nvPr/>
        </p:nvCxnSpPr>
        <p:spPr>
          <a:xfrm flipH="1">
            <a:off x="1562100" y="2811856"/>
            <a:ext cx="476209" cy="0"/>
          </a:xfrm>
          <a:prstGeom prst="line">
            <a:avLst/>
          </a:prstGeom>
          <a:ln w="28575"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7D234E-54F0-4D8C-8EC0-F1A32E9991F8}"/>
              </a:ext>
            </a:extLst>
          </p:cNvPr>
          <p:cNvSpPr txBox="1"/>
          <p:nvPr/>
        </p:nvSpPr>
        <p:spPr>
          <a:xfrm>
            <a:off x="6241145"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Agent 365</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Microsoft Agent 365 — página de producto y Licensing FAQ</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Agent 365 SDK overview y Agent 365 Skills — Microsoft Learn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Quickstart: Connect an existing agent to Agent 365</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Entra Agent ID — Microsoft Learn</a:t>
            </a:r>
          </a:p>
        </p:txBody>
      </p:sp>
      <p:sp>
        <p:nvSpPr>
          <p:cNvPr id="10" name="Freeform: Shape 9">
            <a:extLst>
              <a:ext uri="{FF2B5EF4-FFF2-40B4-BE49-F238E27FC236}">
                <a16:creationId xmlns:a16="http://schemas.microsoft.com/office/drawing/2014/main" id="{0AEE8EE9-AE23-476C-B57F-042CBF32A8AB}"/>
              </a:ext>
            </a:extLst>
          </p:cNvPr>
          <p:cNvSpPr/>
          <p:nvPr/>
        </p:nvSpPr>
        <p:spPr>
          <a:xfrm rot="10800000">
            <a:off x="5950856" y="-1"/>
            <a:ext cx="6241143" cy="2768341"/>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53041562"/>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tar: 10 Points 38">
            <a:extLst>
              <a:ext uri="{FF2B5EF4-FFF2-40B4-BE49-F238E27FC236}">
                <a16:creationId xmlns:a16="http://schemas.microsoft.com/office/drawing/2014/main" id="{85395834-2B2D-4CB4-896F-282D7A2FC6D7}"/>
              </a:ext>
            </a:extLst>
          </p:cNvPr>
          <p:cNvSpPr/>
          <p:nvPr/>
        </p:nvSpPr>
        <p:spPr>
          <a:xfrm>
            <a:off x="8921091" y="886849"/>
            <a:ext cx="2594532" cy="2594532"/>
          </a:xfrm>
          <a:prstGeom prst="star10">
            <a:avLst>
              <a:gd name="adj" fmla="val 0"/>
              <a:gd name="hf" fmla="val 105146"/>
            </a:avLst>
          </a:prstGeom>
          <a:solidFill>
            <a:schemeClr val="accent1">
              <a:alpha val="0"/>
            </a:schemeClr>
          </a:solidFill>
          <a:ln w="15875">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91E81CCE-F6DF-4EA4-997F-40C0633B3C6F}"/>
              </a:ext>
            </a:extLst>
          </p:cNvPr>
          <p:cNvSpPr/>
          <p:nvPr/>
        </p:nvSpPr>
        <p:spPr>
          <a:xfrm>
            <a:off x="8831488" y="797246"/>
            <a:ext cx="2773736" cy="2773736"/>
          </a:xfrm>
          <a:prstGeom prst="ellipse">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19DE6C28-4C75-473C-894C-09A9E7BF9EA9}"/>
              </a:ext>
            </a:extLst>
          </p:cNvPr>
          <p:cNvSpPr txBox="1"/>
          <p:nvPr/>
        </p:nvSpPr>
        <p:spPr>
          <a:xfrm>
            <a:off x="726177" y="1054751"/>
            <a:ext cx="5264354" cy="2774606"/>
          </a:xfrm>
          <a:prstGeom prst="rect">
            <a:avLst/>
          </a:prstGeom>
          <a:noFill/>
        </p:spPr>
        <p:txBody>
          <a:bodyPr wrap="square" rtlCol="0">
            <a:spAutoFit/>
          </a:bodyPr>
          <a:lstStyle/>
          <a:p>
            <a:pPr>
              <a:lnSpc>
                <a:spcPct val="80000"/>
              </a:lnSpc>
            </a:pPr>
            <a:r>
              <a:rPr lang="en-GB" sz="5600" b="1" dirty="0">
                <a:solidFill>
                  <a:schemeClr val="bg1"/>
                </a:solidFill>
                <a:latin typeface="Segoe UI Black" panose="020B0A02040204020203" pitchFamily="34" charset="0"/>
                <a:ea typeface="Segoe UI Black" panose="020B0A02040204020203" pitchFamily="34" charset="0"/>
              </a:rPr>
              <a:t>¿Alguna</a:t>
            </a:r>
          </a:p>
          <a:p>
            <a:pPr>
              <a:lnSpc>
                <a:spcPct val="80000"/>
              </a:lnSpc>
            </a:pPr>
            <a:r>
              <a:rPr lang="en-GB" sz="5600" b="1" dirty="0">
                <a:solidFill>
                  <a:schemeClr val="bg1"/>
                </a:solidFill>
                <a:latin typeface="Segoe UI Black" panose="020B0A02040204020203" pitchFamily="34" charset="0"/>
                <a:ea typeface="Segoe UI Black" panose="020B0A02040204020203" pitchFamily="34" charset="0"/>
              </a:rPr>
              <a:t>pregunta?</a:t>
            </a:r>
          </a:p>
        </p:txBody>
      </p:sp>
      <p:sp>
        <p:nvSpPr>
          <p:cNvPr id="41" name="Star: 12 Points 40">
            <a:extLst>
              <a:ext uri="{FF2B5EF4-FFF2-40B4-BE49-F238E27FC236}">
                <a16:creationId xmlns:a16="http://schemas.microsoft.com/office/drawing/2014/main" id="{03EB137A-B67F-4662-9227-0AB1F27B25CA}"/>
              </a:ext>
            </a:extLst>
          </p:cNvPr>
          <p:cNvSpPr/>
          <p:nvPr/>
        </p:nvSpPr>
        <p:spPr>
          <a:xfrm>
            <a:off x="7863756" y="4759087"/>
            <a:ext cx="1205672" cy="1205672"/>
          </a:xfrm>
          <a:prstGeom prst="star12">
            <a:avLst>
              <a:gd name="adj" fmla="val 0"/>
            </a:avLst>
          </a:prstGeom>
          <a:solidFill>
            <a:schemeClr val="accent1">
              <a:alpha val="0"/>
            </a:schemeClr>
          </a:solidFill>
          <a:ln w="15875">
            <a:solidFill>
              <a:schemeClr val="bg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AF259D59-7A85-43D8-9025-C62DA2D27C04}"/>
              </a:ext>
            </a:extLst>
          </p:cNvPr>
          <p:cNvSpPr/>
          <p:nvPr/>
        </p:nvSpPr>
        <p:spPr>
          <a:xfrm>
            <a:off x="7822119" y="4717450"/>
            <a:ext cx="1288947" cy="1288947"/>
          </a:xfrm>
          <a:prstGeom prst="ellipse">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7" name="Group 36">
            <a:extLst>
              <a:ext uri="{FF2B5EF4-FFF2-40B4-BE49-F238E27FC236}">
                <a16:creationId xmlns:a16="http://schemas.microsoft.com/office/drawing/2014/main" id="{91775047-077E-4C23-A4F6-6484E207ECFF}"/>
              </a:ext>
            </a:extLst>
          </p:cNvPr>
          <p:cNvGrpSpPr/>
          <p:nvPr/>
        </p:nvGrpSpPr>
        <p:grpSpPr>
          <a:xfrm rot="4450797">
            <a:off x="8682679" y="3505630"/>
            <a:ext cx="387220" cy="285107"/>
            <a:chOff x="356813" y="4713192"/>
            <a:chExt cx="301781" cy="222199"/>
          </a:xfrm>
          <a:solidFill>
            <a:schemeClr val="bg1"/>
          </a:solidFill>
        </p:grpSpPr>
        <p:sp>
          <p:nvSpPr>
            <p:cNvPr id="38" name="Freeform: Shape 37">
              <a:extLst>
                <a:ext uri="{FF2B5EF4-FFF2-40B4-BE49-F238E27FC236}">
                  <a16:creationId xmlns:a16="http://schemas.microsoft.com/office/drawing/2014/main" id="{12037E5A-26A0-424B-8C24-DF8F1BFCBE38}"/>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21496141-AB54-4B2B-8B00-A78452705199}"/>
                </a:ext>
              </a:extLst>
            </p:cNvPr>
            <p:cNvSpPr/>
            <p:nvPr/>
          </p:nvSpPr>
          <p:spPr>
            <a:xfrm>
              <a:off x="611318" y="4713192"/>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p>
          </p:txBody>
        </p:sp>
      </p:grpSp>
      <p:pic>
        <p:nvPicPr>
          <p:cNvPr id="5" name="Marcador de posición de imagen 4" descr="Un grupo de personas frente a una tienda&#10;&#10;El contenido generado por IA puede ser incorrecto.">
            <a:extLst>
              <a:ext uri="{FF2B5EF4-FFF2-40B4-BE49-F238E27FC236}">
                <a16:creationId xmlns:a16="http://schemas.microsoft.com/office/drawing/2014/main" id="{1CA2C2ED-CF84-A487-7C79-98519A432348}"/>
              </a:ext>
            </a:extLst>
          </p:cNvPr>
          <p:cNvPicPr>
            <a:picLocks noGrp="1" noChangeAspect="1"/>
          </p:cNvPicPr>
          <p:nvPr>
            <p:ph type="pic" sz="quarter" idx="4294967295"/>
          </p:nvPr>
        </p:nvPicPr>
        <p:blipFill>
          <a:blip r:embed="rId3">
            <a:extLst>
              <a:ext uri="{28A0092B-C50C-407E-A947-70E740481C1C}">
                <a14:useLocalDpi xmlns:a14="http://schemas.microsoft.com/office/drawing/2010/main" val="0"/>
              </a:ext>
            </a:extLst>
          </a:blip>
          <a:srcRect l="23284" r="23284"/>
          <a:stretch>
            <a:fillRect/>
          </a:stretch>
        </p:blipFill>
        <p:spPr>
          <a:xfrm>
            <a:off x="5585545" y="488117"/>
            <a:ext cx="4095750" cy="5110163"/>
          </a:xfrm>
          <a:custGeom>
            <a:avLst/>
            <a:gdLst>
              <a:gd name="connsiteX0" fmla="*/ 0 w 4095648"/>
              <a:gd name="connsiteY0" fmla="*/ 0 h 5109831"/>
              <a:gd name="connsiteX1" fmla="*/ 4095648 w 4095648"/>
              <a:gd name="connsiteY1" fmla="*/ 0 h 5109831"/>
              <a:gd name="connsiteX2" fmla="*/ 4095648 w 4095648"/>
              <a:gd name="connsiteY2" fmla="*/ 2816574 h 5109831"/>
              <a:gd name="connsiteX3" fmla="*/ 1802391 w 4095648"/>
              <a:gd name="connsiteY3" fmla="*/ 5109831 h 5109831"/>
              <a:gd name="connsiteX4" fmla="*/ 32803 w 4095648"/>
              <a:gd name="connsiteY4" fmla="*/ 4275299 h 5109831"/>
              <a:gd name="connsiteX5" fmla="*/ 0 w 4095648"/>
              <a:gd name="connsiteY5" fmla="*/ 4231433 h 5109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5648" h="5109831">
                <a:moveTo>
                  <a:pt x="0" y="0"/>
                </a:moveTo>
                <a:lnTo>
                  <a:pt x="4095648" y="0"/>
                </a:lnTo>
                <a:lnTo>
                  <a:pt x="4095648" y="2816574"/>
                </a:lnTo>
                <a:cubicBezTo>
                  <a:pt x="4095648" y="4083105"/>
                  <a:pt x="3068922" y="5109831"/>
                  <a:pt x="1802391" y="5109831"/>
                </a:cubicBezTo>
                <a:cubicBezTo>
                  <a:pt x="1089968" y="5109831"/>
                  <a:pt x="453420" y="4784969"/>
                  <a:pt x="32803" y="4275299"/>
                </a:cubicBezTo>
                <a:lnTo>
                  <a:pt x="0" y="4231433"/>
                </a:lnTo>
                <a:close/>
              </a:path>
            </a:pathLst>
          </a:custGeom>
        </p:spPr>
      </p:pic>
    </p:spTree>
    <p:extLst>
      <p:ext uri="{BB962C8B-B14F-4D97-AF65-F5344CB8AC3E}">
        <p14:creationId xmlns:p14="http://schemas.microsoft.com/office/powerpoint/2010/main" val="1291528175"/>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E904-465D-B5CF-8827-01915CB00185}"/>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01FF33C1-1989-6F8D-10FF-CBF942A9FECE}"/>
              </a:ext>
            </a:extLst>
          </p:cNvPr>
          <p:cNvSpPr txBox="1"/>
          <p:nvPr/>
        </p:nvSpPr>
        <p:spPr>
          <a:xfrm>
            <a:off x="896917" y="843144"/>
            <a:ext cx="9955233" cy="2708434"/>
          </a:xfrm>
          <a:prstGeom prst="rect">
            <a:avLst/>
          </a:prstGeom>
          <a:noFill/>
        </p:spPr>
        <p:txBody>
          <a:bodyPr wrap="square" rtlCol="0">
            <a:spAutoFit/>
          </a:bodyPr>
          <a:lstStyle/>
          <a:p>
            <a:pPr algn="ctr"/>
            <a:r>
              <a:rPr lang="en-US" sz="17000">
                <a:ln w="15875">
                  <a:solidFill>
                    <a:schemeClr val="accent6">
                      <a:lumMod val="60000"/>
                      <a:lumOff val="40000"/>
                    </a:schemeClr>
                  </a:solidFill>
                </a:ln>
                <a:solidFill>
                  <a:schemeClr val="accent1">
                    <a:lumMod val="75000"/>
                    <a:alpha val="0"/>
                  </a:schemeClr>
                </a:solidFill>
                <a:latin typeface="Segoe UI Black" panose="020B0A02040204020203" pitchFamily="34" charset="0"/>
                <a:ea typeface="Segoe UI Black" panose="020B0A02040204020203" pitchFamily="34" charset="0"/>
                <a:cs typeface="Poppins Black" panose="00000A00000000000000" pitchFamily="2" charset="0"/>
              </a:rPr>
              <a:t>¡Gracias!</a:t>
            </a:r>
          </a:p>
        </p:txBody>
      </p:sp>
      <p:sp>
        <p:nvSpPr>
          <p:cNvPr id="17" name="TextBox 16">
            <a:extLst>
              <a:ext uri="{FF2B5EF4-FFF2-40B4-BE49-F238E27FC236}">
                <a16:creationId xmlns:a16="http://schemas.microsoft.com/office/drawing/2014/main" id="{90B83D19-9732-3F37-F065-579C6EA6B380}"/>
              </a:ext>
            </a:extLst>
          </p:cNvPr>
          <p:cNvSpPr txBox="1"/>
          <p:nvPr/>
        </p:nvSpPr>
        <p:spPr>
          <a:xfrm>
            <a:off x="0" y="941722"/>
            <a:ext cx="11492716" cy="2708434"/>
          </a:xfrm>
          <a:prstGeom prst="rect">
            <a:avLst/>
          </a:prstGeom>
          <a:noFill/>
        </p:spPr>
        <p:txBody>
          <a:bodyPr wrap="square" rtlCol="0">
            <a:spAutoFit/>
          </a:bodyPr>
          <a:lstStyle/>
          <a:p>
            <a:pPr algn="ctr"/>
            <a:r>
              <a:rPr lang="en-US" sz="17000" dirty="0">
                <a:solidFill>
                  <a:schemeClr val="bg1"/>
                </a:solidFill>
                <a:effectLst>
                  <a:outerShdw blurRad="546100" dist="292100" dir="4200000" algn="t" rotWithShape="0">
                    <a:prstClr val="black">
                      <a:alpha val="35000"/>
                    </a:prstClr>
                  </a:outerShdw>
                </a:effectLst>
                <a:latin typeface="Segoe UI Black" panose="020B0A02040204020203" pitchFamily="34" charset="0"/>
                <a:ea typeface="Segoe UI Black" panose="020B0A02040204020203" pitchFamily="34" charset="0"/>
                <a:cs typeface="Poppins Black" panose="00000A00000000000000" pitchFamily="2" charset="0"/>
              </a:rPr>
              <a:t>¡Gracias! </a:t>
            </a:r>
            <a:endParaRPr lang="en-GB" sz="17000" dirty="0">
              <a:solidFill>
                <a:schemeClr val="bg1"/>
              </a:solidFill>
              <a:effectLst>
                <a:outerShdw blurRad="546100" dist="292100" dir="4200000" algn="t" rotWithShape="0">
                  <a:prstClr val="black">
                    <a:alpha val="35000"/>
                  </a:prstClr>
                </a:outerShdw>
              </a:effectLst>
              <a:latin typeface="Segoe UI Black" panose="020B0A02040204020203" pitchFamily="34" charset="0"/>
              <a:ea typeface="Segoe UI Black" panose="020B0A02040204020203" pitchFamily="34" charset="0"/>
              <a:cs typeface="Poppins Black" panose="00000A00000000000000" pitchFamily="2" charset="0"/>
            </a:endParaRPr>
          </a:p>
        </p:txBody>
      </p:sp>
      <p:pic>
        <p:nvPicPr>
          <p:cNvPr id="3" name="Picture 2">
            <a:extLst>
              <a:ext uri="{FF2B5EF4-FFF2-40B4-BE49-F238E27FC236}">
                <a16:creationId xmlns:a16="http://schemas.microsoft.com/office/drawing/2014/main" id="{E3512438-BFD8-DCFE-2BCD-029908DE4E26}"/>
              </a:ext>
            </a:extLst>
          </p:cNvPr>
          <p:cNvPicPr>
            <a:picLocks noChangeAspect="1"/>
          </p:cNvPicPr>
          <p:nvPr/>
        </p:nvPicPr>
        <p:blipFill>
          <a:blip r:embed="rId3"/>
          <a:stretch>
            <a:fillRect/>
          </a:stretch>
        </p:blipFill>
        <p:spPr>
          <a:xfrm>
            <a:off x="5187251" y="4154557"/>
            <a:ext cx="1817498" cy="1677122"/>
          </a:xfrm>
          <a:prstGeom prst="rect">
            <a:avLst/>
          </a:prstGeom>
          <a:ln w="28575">
            <a:solidFill>
              <a:schemeClr val="accent2">
                <a:lumMod val="75000"/>
              </a:schemeClr>
            </a:solidFill>
          </a:ln>
        </p:spPr>
      </p:pic>
      <p:sp>
        <p:nvSpPr>
          <p:cNvPr id="4" name="TextBox 3">
            <a:extLst>
              <a:ext uri="{FF2B5EF4-FFF2-40B4-BE49-F238E27FC236}">
                <a16:creationId xmlns:a16="http://schemas.microsoft.com/office/drawing/2014/main" id="{BD01A23A-1EC4-1707-E08B-0027D57501F1}"/>
              </a:ext>
            </a:extLst>
          </p:cNvPr>
          <p:cNvSpPr txBox="1"/>
          <p:nvPr/>
        </p:nvSpPr>
        <p:spPr>
          <a:xfrm>
            <a:off x="5187250" y="5916278"/>
            <a:ext cx="1817499" cy="261610"/>
          </a:xfrm>
          <a:prstGeom prst="rect">
            <a:avLst/>
          </a:prstGeom>
          <a:noFill/>
        </p:spPr>
        <p:txBody>
          <a:bodyPr wrap="square" rtlCol="0">
            <a:spAutoFit/>
          </a:bodyPr>
          <a:lstStyle/>
          <a:p>
            <a:pPr algn="ctr"/>
            <a:r>
              <a:rPr lang="en-GB" sz="1100" b="1" dirty="0">
                <a:solidFill>
                  <a:schemeClr val="bg1"/>
                </a:solidFill>
                <a:latin typeface="Segoe UI" panose="020B0502040204020203" pitchFamily="34" charset="0"/>
                <a:cs typeface="Segoe UI" panose="020B0502040204020203" pitchFamily="34" charset="0"/>
              </a:rPr>
              <a:t>Feedback</a:t>
            </a:r>
          </a:p>
        </p:txBody>
      </p:sp>
    </p:spTree>
    <p:extLst>
      <p:ext uri="{BB962C8B-B14F-4D97-AF65-F5344CB8AC3E}">
        <p14:creationId xmlns:p14="http://schemas.microsoft.com/office/powerpoint/2010/main" val="1759141082"/>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3">
            <a:extLst>
              <a:ext uri="{FF2B5EF4-FFF2-40B4-BE49-F238E27FC236}">
                <a16:creationId xmlns:a16="http://schemas.microsoft.com/office/drawing/2014/main" id="{74B94632-32AD-7721-46DA-8A217C5992E8}"/>
              </a:ext>
            </a:extLst>
          </p:cNvPr>
          <p:cNvSpPr txBox="1"/>
          <p:nvPr/>
        </p:nvSpPr>
        <p:spPr>
          <a:xfrm>
            <a:off x="4683377" y="2803526"/>
            <a:ext cx="5925402" cy="2701189"/>
          </a:xfrm>
          <a:prstGeom prst="rect">
            <a:avLst/>
          </a:prstGeom>
          <a:noFill/>
        </p:spPr>
        <p:txBody>
          <a:bodyPr wrap="square">
            <a:spAutoFit/>
          </a:bodyPr>
          <a:lstStyle/>
          <a:p>
            <a:pPr>
              <a:lnSpc>
                <a:spcPct val="250000"/>
              </a:lnSpc>
            </a:pPr>
            <a:r>
              <a:rPr lang="en-US" sz="2400" b="1" dirty="0">
                <a:solidFill>
                  <a:schemeClr val="accent1"/>
                </a:solidFill>
                <a:latin typeface="Segoe UI" panose="020B0502040204020203" pitchFamily="34" charset="0"/>
                <a:ea typeface="Segoe UI Black" panose="020B0A02040204020203" pitchFamily="34" charset="0"/>
                <a:cs typeface="Segoe UI" panose="020B0502040204020203" pitchFamily="34" charset="0"/>
              </a:rPr>
              <a:t>https://bizzsummit.es</a:t>
            </a:r>
          </a:p>
          <a:p>
            <a:pPr>
              <a:lnSpc>
                <a:spcPct val="250000"/>
              </a:lnSpc>
            </a:pPr>
            <a:r>
              <a:rPr lang="en-US" sz="2400" b="1" dirty="0">
                <a:solidFill>
                  <a:schemeClr val="accent1"/>
                </a:solidFill>
                <a:latin typeface="Segoe UI" panose="020B0502040204020203" pitchFamily="34" charset="0"/>
                <a:ea typeface="Segoe UI Black" panose="020B0A02040204020203" pitchFamily="34" charset="0"/>
                <a:cs typeface="Segoe UI" panose="020B0502040204020203" pitchFamily="34" charset="0"/>
              </a:rPr>
              <a:t>http://youtube.com/bizzsummites</a:t>
            </a:r>
          </a:p>
          <a:p>
            <a:pPr>
              <a:lnSpc>
                <a:spcPct val="250000"/>
              </a:lnSpc>
            </a:pPr>
            <a:r>
              <a:rPr lang="es-ES" sz="2400" b="1" dirty="0">
                <a:solidFill>
                  <a:schemeClr val="accent1"/>
                </a:solidFill>
                <a:latin typeface="Segoe UI" panose="020B0502040204020203" pitchFamily="34" charset="0"/>
                <a:ea typeface="Segoe UI Black" panose="020B0A02040204020203" pitchFamily="34" charset="0"/>
                <a:cs typeface="Segoe UI" panose="020B0502040204020203" pitchFamily="34" charset="0"/>
              </a:rPr>
              <a:t>info@bizzsummit.es</a:t>
            </a:r>
          </a:p>
        </p:txBody>
      </p:sp>
      <p:grpSp>
        <p:nvGrpSpPr>
          <p:cNvPr id="30" name="Grupo 29">
            <a:extLst>
              <a:ext uri="{FF2B5EF4-FFF2-40B4-BE49-F238E27FC236}">
                <a16:creationId xmlns:a16="http://schemas.microsoft.com/office/drawing/2014/main" id="{309014DA-0D54-84A5-B7EB-7350564D3247}"/>
              </a:ext>
            </a:extLst>
          </p:cNvPr>
          <p:cNvGrpSpPr/>
          <p:nvPr/>
        </p:nvGrpSpPr>
        <p:grpSpPr>
          <a:xfrm>
            <a:off x="3766174" y="3114919"/>
            <a:ext cx="653729" cy="653729"/>
            <a:chOff x="3520491" y="2465786"/>
            <a:chExt cx="734498" cy="734498"/>
          </a:xfrm>
        </p:grpSpPr>
        <p:sp>
          <p:nvSpPr>
            <p:cNvPr id="3" name="Google Shape;2012;p58">
              <a:extLst>
                <a:ext uri="{FF2B5EF4-FFF2-40B4-BE49-F238E27FC236}">
                  <a16:creationId xmlns:a16="http://schemas.microsoft.com/office/drawing/2014/main" id="{BD9910A2-6B96-1AD0-A1AC-FB408B430340}"/>
                </a:ext>
              </a:extLst>
            </p:cNvPr>
            <p:cNvSpPr/>
            <p:nvPr/>
          </p:nvSpPr>
          <p:spPr>
            <a:xfrm>
              <a:off x="3520491" y="2465786"/>
              <a:ext cx="734498" cy="734498"/>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grpSp>
          <p:nvGrpSpPr>
            <p:cNvPr id="13" name="Google Shape;10463;p79">
              <a:extLst>
                <a:ext uri="{FF2B5EF4-FFF2-40B4-BE49-F238E27FC236}">
                  <a16:creationId xmlns:a16="http://schemas.microsoft.com/office/drawing/2014/main" id="{BC6BCCF7-F416-618E-F086-67F1685972EF}"/>
                </a:ext>
              </a:extLst>
            </p:cNvPr>
            <p:cNvGrpSpPr/>
            <p:nvPr/>
          </p:nvGrpSpPr>
          <p:grpSpPr>
            <a:xfrm>
              <a:off x="3639718" y="2581272"/>
              <a:ext cx="465558" cy="471810"/>
              <a:chOff x="7441465" y="2302860"/>
              <a:chExt cx="342192" cy="327140"/>
            </a:xfrm>
            <a:solidFill>
              <a:schemeClr val="bg1"/>
            </a:solidFill>
          </p:grpSpPr>
          <p:sp>
            <p:nvSpPr>
              <p:cNvPr id="14" name="Google Shape;10464;p79">
                <a:extLst>
                  <a:ext uri="{FF2B5EF4-FFF2-40B4-BE49-F238E27FC236}">
                    <a16:creationId xmlns:a16="http://schemas.microsoft.com/office/drawing/2014/main" id="{773E1C4D-3224-22BB-632F-3E680D5235B9}"/>
                  </a:ext>
                </a:extLst>
              </p:cNvPr>
              <p:cNvSpPr/>
              <p:nvPr/>
            </p:nvSpPr>
            <p:spPr>
              <a:xfrm>
                <a:off x="7441465" y="2337727"/>
                <a:ext cx="299862" cy="292273"/>
              </a:xfrm>
              <a:custGeom>
                <a:avLst/>
                <a:gdLst/>
                <a:ahLst/>
                <a:cxnLst/>
                <a:rect l="l" t="t" r="r" b="b"/>
                <a:pathLst>
                  <a:path w="9443" h="9204" extrusionOk="0">
                    <a:moveTo>
                      <a:pt x="8169" y="0"/>
                    </a:moveTo>
                    <a:cubicBezTo>
                      <a:pt x="7835" y="0"/>
                      <a:pt x="7514" y="131"/>
                      <a:pt x="7276" y="370"/>
                    </a:cubicBezTo>
                    <a:lnTo>
                      <a:pt x="6406" y="1251"/>
                    </a:lnTo>
                    <a:cubicBezTo>
                      <a:pt x="6347" y="1310"/>
                      <a:pt x="6347" y="1417"/>
                      <a:pt x="6406" y="1489"/>
                    </a:cubicBezTo>
                    <a:cubicBezTo>
                      <a:pt x="6436" y="1518"/>
                      <a:pt x="6475" y="1533"/>
                      <a:pt x="6517" y="1533"/>
                    </a:cubicBezTo>
                    <a:cubicBezTo>
                      <a:pt x="6558" y="1533"/>
                      <a:pt x="6603" y="1518"/>
                      <a:pt x="6645" y="1489"/>
                    </a:cubicBezTo>
                    <a:lnTo>
                      <a:pt x="7514" y="608"/>
                    </a:lnTo>
                    <a:cubicBezTo>
                      <a:pt x="7692" y="429"/>
                      <a:pt x="7930" y="346"/>
                      <a:pt x="8169" y="346"/>
                    </a:cubicBezTo>
                    <a:cubicBezTo>
                      <a:pt x="8430" y="346"/>
                      <a:pt x="8645" y="453"/>
                      <a:pt x="8823" y="608"/>
                    </a:cubicBezTo>
                    <a:cubicBezTo>
                      <a:pt x="9014" y="786"/>
                      <a:pt x="9097" y="1024"/>
                      <a:pt x="9097" y="1263"/>
                    </a:cubicBezTo>
                    <a:cubicBezTo>
                      <a:pt x="9097" y="1501"/>
                      <a:pt x="8990" y="1739"/>
                      <a:pt x="8823" y="1917"/>
                    </a:cubicBezTo>
                    <a:lnTo>
                      <a:pt x="7621" y="3132"/>
                    </a:lnTo>
                    <a:cubicBezTo>
                      <a:pt x="7502" y="2834"/>
                      <a:pt x="7323" y="2560"/>
                      <a:pt x="7109" y="2334"/>
                    </a:cubicBezTo>
                    <a:cubicBezTo>
                      <a:pt x="6639" y="1870"/>
                      <a:pt x="6022" y="1638"/>
                      <a:pt x="5408" y="1638"/>
                    </a:cubicBezTo>
                    <a:cubicBezTo>
                      <a:pt x="4793" y="1638"/>
                      <a:pt x="4180" y="1870"/>
                      <a:pt x="3716" y="2334"/>
                    </a:cubicBezTo>
                    <a:lnTo>
                      <a:pt x="941" y="5108"/>
                    </a:lnTo>
                    <a:cubicBezTo>
                      <a:pt x="1" y="6049"/>
                      <a:pt x="1" y="7561"/>
                      <a:pt x="941" y="8502"/>
                    </a:cubicBezTo>
                    <a:cubicBezTo>
                      <a:pt x="1406" y="8966"/>
                      <a:pt x="2025" y="9204"/>
                      <a:pt x="2644" y="9204"/>
                    </a:cubicBezTo>
                    <a:cubicBezTo>
                      <a:pt x="3251" y="9204"/>
                      <a:pt x="3870" y="8966"/>
                      <a:pt x="4335" y="8502"/>
                    </a:cubicBezTo>
                    <a:lnTo>
                      <a:pt x="5811" y="7025"/>
                    </a:lnTo>
                    <a:cubicBezTo>
                      <a:pt x="5871" y="6966"/>
                      <a:pt x="5871" y="6858"/>
                      <a:pt x="5811" y="6787"/>
                    </a:cubicBezTo>
                    <a:cubicBezTo>
                      <a:pt x="5783" y="6778"/>
                      <a:pt x="5750" y="6772"/>
                      <a:pt x="5716" y="6772"/>
                    </a:cubicBezTo>
                    <a:cubicBezTo>
                      <a:pt x="5662" y="6772"/>
                      <a:pt x="5605" y="6786"/>
                      <a:pt x="5561" y="6823"/>
                    </a:cubicBezTo>
                    <a:lnTo>
                      <a:pt x="4085" y="8299"/>
                    </a:lnTo>
                    <a:cubicBezTo>
                      <a:pt x="3692" y="8680"/>
                      <a:pt x="3180" y="8906"/>
                      <a:pt x="2620" y="8906"/>
                    </a:cubicBezTo>
                    <a:cubicBezTo>
                      <a:pt x="2073" y="8906"/>
                      <a:pt x="1549" y="8692"/>
                      <a:pt x="1168" y="8299"/>
                    </a:cubicBezTo>
                    <a:cubicBezTo>
                      <a:pt x="358" y="7489"/>
                      <a:pt x="358" y="6180"/>
                      <a:pt x="1168" y="5358"/>
                    </a:cubicBezTo>
                    <a:lnTo>
                      <a:pt x="3930" y="2596"/>
                    </a:lnTo>
                    <a:cubicBezTo>
                      <a:pt x="4323" y="2203"/>
                      <a:pt x="4847" y="1977"/>
                      <a:pt x="5394" y="1977"/>
                    </a:cubicBezTo>
                    <a:cubicBezTo>
                      <a:pt x="5942" y="1977"/>
                      <a:pt x="6466" y="2191"/>
                      <a:pt x="6847" y="2596"/>
                    </a:cubicBezTo>
                    <a:cubicBezTo>
                      <a:pt x="7073" y="2822"/>
                      <a:pt x="7252" y="3096"/>
                      <a:pt x="7359" y="3394"/>
                    </a:cubicBezTo>
                    <a:lnTo>
                      <a:pt x="6049" y="4703"/>
                    </a:lnTo>
                    <a:cubicBezTo>
                      <a:pt x="5871" y="4882"/>
                      <a:pt x="5633" y="4977"/>
                      <a:pt x="5394" y="4977"/>
                    </a:cubicBezTo>
                    <a:cubicBezTo>
                      <a:pt x="5156" y="4977"/>
                      <a:pt x="4918" y="4870"/>
                      <a:pt x="4740" y="4703"/>
                    </a:cubicBezTo>
                    <a:cubicBezTo>
                      <a:pt x="4644" y="4620"/>
                      <a:pt x="4573" y="4513"/>
                      <a:pt x="4525" y="4394"/>
                    </a:cubicBezTo>
                    <a:cubicBezTo>
                      <a:pt x="4507" y="4321"/>
                      <a:pt x="4440" y="4290"/>
                      <a:pt x="4378" y="4290"/>
                    </a:cubicBezTo>
                    <a:cubicBezTo>
                      <a:pt x="4359" y="4290"/>
                      <a:pt x="4340" y="4293"/>
                      <a:pt x="4323" y="4299"/>
                    </a:cubicBezTo>
                    <a:cubicBezTo>
                      <a:pt x="4239" y="4334"/>
                      <a:pt x="4204" y="4441"/>
                      <a:pt x="4228" y="4513"/>
                    </a:cubicBezTo>
                    <a:cubicBezTo>
                      <a:pt x="4287" y="4680"/>
                      <a:pt x="4394" y="4811"/>
                      <a:pt x="4513" y="4930"/>
                    </a:cubicBezTo>
                    <a:cubicBezTo>
                      <a:pt x="4751" y="5168"/>
                      <a:pt x="5061" y="5299"/>
                      <a:pt x="5406" y="5299"/>
                    </a:cubicBezTo>
                    <a:cubicBezTo>
                      <a:pt x="5752" y="5299"/>
                      <a:pt x="6061" y="5168"/>
                      <a:pt x="6299" y="4930"/>
                    </a:cubicBezTo>
                    <a:lnTo>
                      <a:pt x="9062" y="2155"/>
                    </a:lnTo>
                    <a:cubicBezTo>
                      <a:pt x="9300" y="1917"/>
                      <a:pt x="9443" y="1608"/>
                      <a:pt x="9443" y="1263"/>
                    </a:cubicBezTo>
                    <a:cubicBezTo>
                      <a:pt x="9443" y="929"/>
                      <a:pt x="9300" y="608"/>
                      <a:pt x="9062" y="370"/>
                    </a:cubicBezTo>
                    <a:cubicBezTo>
                      <a:pt x="8823" y="131"/>
                      <a:pt x="8514" y="0"/>
                      <a:pt x="8169" y="0"/>
                    </a:cubicBezTo>
                    <a:close/>
                  </a:path>
                </a:pathLst>
              </a:custGeom>
              <a:grpFill/>
              <a:ln w="952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
            <p:nvSpPr>
              <p:cNvPr id="15" name="Google Shape;10465;p79">
                <a:extLst>
                  <a:ext uri="{FF2B5EF4-FFF2-40B4-BE49-F238E27FC236}">
                    <a16:creationId xmlns:a16="http://schemas.microsoft.com/office/drawing/2014/main" id="{462A022C-4D8F-C745-FB0B-369CCE75A2B7}"/>
                  </a:ext>
                </a:extLst>
              </p:cNvPr>
              <p:cNvSpPr/>
              <p:nvPr/>
            </p:nvSpPr>
            <p:spPr>
              <a:xfrm>
                <a:off x="7484588" y="2302860"/>
                <a:ext cx="299069" cy="293130"/>
              </a:xfrm>
              <a:custGeom>
                <a:avLst/>
                <a:gdLst/>
                <a:ahLst/>
                <a:cxnLst/>
                <a:rect l="l" t="t" r="r" b="b"/>
                <a:pathLst>
                  <a:path w="9418" h="9231" extrusionOk="0">
                    <a:moveTo>
                      <a:pt x="6805" y="0"/>
                    </a:moveTo>
                    <a:cubicBezTo>
                      <a:pt x="6191" y="0"/>
                      <a:pt x="5578" y="235"/>
                      <a:pt x="5108" y="706"/>
                    </a:cubicBezTo>
                    <a:lnTo>
                      <a:pt x="3632" y="2170"/>
                    </a:lnTo>
                    <a:cubicBezTo>
                      <a:pt x="3572" y="2230"/>
                      <a:pt x="3572" y="2337"/>
                      <a:pt x="3632" y="2408"/>
                    </a:cubicBezTo>
                    <a:cubicBezTo>
                      <a:pt x="3661" y="2438"/>
                      <a:pt x="3703" y="2453"/>
                      <a:pt x="3746" y="2453"/>
                    </a:cubicBezTo>
                    <a:cubicBezTo>
                      <a:pt x="3789" y="2453"/>
                      <a:pt x="3834" y="2438"/>
                      <a:pt x="3870" y="2408"/>
                    </a:cubicBezTo>
                    <a:lnTo>
                      <a:pt x="5346" y="944"/>
                    </a:lnTo>
                    <a:cubicBezTo>
                      <a:pt x="5745" y="539"/>
                      <a:pt x="6272" y="336"/>
                      <a:pt x="6802" y="336"/>
                    </a:cubicBezTo>
                    <a:cubicBezTo>
                      <a:pt x="7331" y="336"/>
                      <a:pt x="7864" y="539"/>
                      <a:pt x="8275" y="944"/>
                    </a:cubicBezTo>
                    <a:cubicBezTo>
                      <a:pt x="9085" y="1741"/>
                      <a:pt x="9085" y="3051"/>
                      <a:pt x="8275" y="3873"/>
                    </a:cubicBezTo>
                    <a:lnTo>
                      <a:pt x="5513" y="6635"/>
                    </a:lnTo>
                    <a:cubicBezTo>
                      <a:pt x="5120" y="7028"/>
                      <a:pt x="4596" y="7254"/>
                      <a:pt x="4048" y="7254"/>
                    </a:cubicBezTo>
                    <a:cubicBezTo>
                      <a:pt x="3501" y="7254"/>
                      <a:pt x="2977" y="7040"/>
                      <a:pt x="2596" y="6635"/>
                    </a:cubicBezTo>
                    <a:cubicBezTo>
                      <a:pt x="2370" y="6421"/>
                      <a:pt x="2191" y="6135"/>
                      <a:pt x="2084" y="5837"/>
                    </a:cubicBezTo>
                    <a:lnTo>
                      <a:pt x="3393" y="4527"/>
                    </a:lnTo>
                    <a:cubicBezTo>
                      <a:pt x="3572" y="4349"/>
                      <a:pt x="3810" y="4254"/>
                      <a:pt x="4048" y="4254"/>
                    </a:cubicBezTo>
                    <a:cubicBezTo>
                      <a:pt x="4286" y="4254"/>
                      <a:pt x="4525" y="4361"/>
                      <a:pt x="4703" y="4527"/>
                    </a:cubicBezTo>
                    <a:cubicBezTo>
                      <a:pt x="4798" y="4611"/>
                      <a:pt x="4870" y="4718"/>
                      <a:pt x="4917" y="4837"/>
                    </a:cubicBezTo>
                    <a:cubicBezTo>
                      <a:pt x="4936" y="4910"/>
                      <a:pt x="5002" y="4941"/>
                      <a:pt x="5065" y="4941"/>
                    </a:cubicBezTo>
                    <a:cubicBezTo>
                      <a:pt x="5084" y="4941"/>
                      <a:pt x="5103" y="4938"/>
                      <a:pt x="5120" y="4932"/>
                    </a:cubicBezTo>
                    <a:cubicBezTo>
                      <a:pt x="5215" y="4897"/>
                      <a:pt x="5239" y="4789"/>
                      <a:pt x="5215" y="4718"/>
                    </a:cubicBezTo>
                    <a:cubicBezTo>
                      <a:pt x="5156" y="4551"/>
                      <a:pt x="5048" y="4420"/>
                      <a:pt x="4929" y="4301"/>
                    </a:cubicBezTo>
                    <a:cubicBezTo>
                      <a:pt x="4691" y="4063"/>
                      <a:pt x="4382" y="3932"/>
                      <a:pt x="4036" y="3932"/>
                    </a:cubicBezTo>
                    <a:cubicBezTo>
                      <a:pt x="3691" y="3932"/>
                      <a:pt x="3382" y="4063"/>
                      <a:pt x="3143" y="4301"/>
                    </a:cubicBezTo>
                    <a:lnTo>
                      <a:pt x="1786" y="5659"/>
                    </a:lnTo>
                    <a:cubicBezTo>
                      <a:pt x="1762" y="5670"/>
                      <a:pt x="1738" y="5682"/>
                      <a:pt x="1727" y="5718"/>
                    </a:cubicBezTo>
                    <a:lnTo>
                      <a:pt x="369" y="7075"/>
                    </a:lnTo>
                    <a:cubicBezTo>
                      <a:pt x="131" y="7314"/>
                      <a:pt x="0" y="7623"/>
                      <a:pt x="0" y="7968"/>
                    </a:cubicBezTo>
                    <a:cubicBezTo>
                      <a:pt x="0" y="8302"/>
                      <a:pt x="131" y="8623"/>
                      <a:pt x="369" y="8861"/>
                    </a:cubicBezTo>
                    <a:cubicBezTo>
                      <a:pt x="607" y="9099"/>
                      <a:pt x="929" y="9230"/>
                      <a:pt x="1262" y="9230"/>
                    </a:cubicBezTo>
                    <a:cubicBezTo>
                      <a:pt x="1608" y="9230"/>
                      <a:pt x="1917" y="9099"/>
                      <a:pt x="2155" y="8861"/>
                    </a:cubicBezTo>
                    <a:lnTo>
                      <a:pt x="3036" y="7980"/>
                    </a:lnTo>
                    <a:cubicBezTo>
                      <a:pt x="3096" y="7921"/>
                      <a:pt x="3096" y="7814"/>
                      <a:pt x="3036" y="7742"/>
                    </a:cubicBezTo>
                    <a:cubicBezTo>
                      <a:pt x="3006" y="7712"/>
                      <a:pt x="2965" y="7697"/>
                      <a:pt x="2922" y="7697"/>
                    </a:cubicBezTo>
                    <a:cubicBezTo>
                      <a:pt x="2879" y="7697"/>
                      <a:pt x="2834" y="7712"/>
                      <a:pt x="2798" y="7742"/>
                    </a:cubicBezTo>
                    <a:lnTo>
                      <a:pt x="1917" y="8623"/>
                    </a:lnTo>
                    <a:cubicBezTo>
                      <a:pt x="1738" y="8802"/>
                      <a:pt x="1500" y="8885"/>
                      <a:pt x="1262" y="8885"/>
                    </a:cubicBezTo>
                    <a:cubicBezTo>
                      <a:pt x="1012" y="8885"/>
                      <a:pt x="786" y="8778"/>
                      <a:pt x="607" y="8623"/>
                    </a:cubicBezTo>
                    <a:cubicBezTo>
                      <a:pt x="429" y="8445"/>
                      <a:pt x="345" y="8206"/>
                      <a:pt x="345" y="7968"/>
                    </a:cubicBezTo>
                    <a:cubicBezTo>
                      <a:pt x="345" y="7706"/>
                      <a:pt x="453" y="7492"/>
                      <a:pt x="607" y="7314"/>
                    </a:cubicBezTo>
                    <a:lnTo>
                      <a:pt x="1822" y="6099"/>
                    </a:lnTo>
                    <a:cubicBezTo>
                      <a:pt x="1941" y="6397"/>
                      <a:pt x="2119" y="6671"/>
                      <a:pt x="2334" y="6897"/>
                    </a:cubicBezTo>
                    <a:cubicBezTo>
                      <a:pt x="2786" y="7337"/>
                      <a:pt x="3393" y="7587"/>
                      <a:pt x="4036" y="7587"/>
                    </a:cubicBezTo>
                    <a:cubicBezTo>
                      <a:pt x="4679" y="7587"/>
                      <a:pt x="5287" y="7337"/>
                      <a:pt x="5727" y="6897"/>
                    </a:cubicBezTo>
                    <a:lnTo>
                      <a:pt x="8501" y="4123"/>
                    </a:lnTo>
                    <a:cubicBezTo>
                      <a:pt x="9418" y="3158"/>
                      <a:pt x="9418" y="1634"/>
                      <a:pt x="8501" y="706"/>
                    </a:cubicBezTo>
                    <a:cubicBezTo>
                      <a:pt x="8031" y="235"/>
                      <a:pt x="7418" y="0"/>
                      <a:pt x="6805" y="0"/>
                    </a:cubicBezTo>
                    <a:close/>
                  </a:path>
                </a:pathLst>
              </a:custGeom>
              <a:grpFill/>
              <a:ln w="952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grpSp>
      </p:grpSp>
      <p:sp>
        <p:nvSpPr>
          <p:cNvPr id="28" name="CuadroTexto 27">
            <a:extLst>
              <a:ext uri="{FF2B5EF4-FFF2-40B4-BE49-F238E27FC236}">
                <a16:creationId xmlns:a16="http://schemas.microsoft.com/office/drawing/2014/main" id="{347CF8FF-0204-C066-C945-0ECA1106C415}"/>
              </a:ext>
            </a:extLst>
          </p:cNvPr>
          <p:cNvSpPr txBox="1"/>
          <p:nvPr/>
        </p:nvSpPr>
        <p:spPr>
          <a:xfrm>
            <a:off x="2419909" y="559874"/>
            <a:ext cx="7639050" cy="769441"/>
          </a:xfrm>
          <a:prstGeom prst="rect">
            <a:avLst/>
          </a:prstGeom>
          <a:noFill/>
        </p:spPr>
        <p:txBody>
          <a:bodyPr wrap="square" rtlCol="0">
            <a:spAutoFit/>
          </a:bodyPr>
          <a:lstStyle/>
          <a:p>
            <a:pPr algn="ctr"/>
            <a:r>
              <a:rPr lang="es-ES" sz="4400" dirty="0">
                <a:solidFill>
                  <a:schemeClr val="bg1"/>
                </a:solidFill>
                <a:latin typeface="Segoe UI Black" panose="020B0A02040204020203" pitchFamily="34" charset="0"/>
                <a:ea typeface="Segoe UI Black" panose="020B0A02040204020203" pitchFamily="34" charset="0"/>
              </a:rPr>
              <a:t>Bizz Summit 2026</a:t>
            </a:r>
          </a:p>
        </p:txBody>
      </p:sp>
      <p:sp>
        <p:nvSpPr>
          <p:cNvPr id="33" name="Google Shape;2012;p58">
            <a:extLst>
              <a:ext uri="{FF2B5EF4-FFF2-40B4-BE49-F238E27FC236}">
                <a16:creationId xmlns:a16="http://schemas.microsoft.com/office/drawing/2014/main" id="{0DE648EC-DC0B-9C83-AA1C-2E2430F73F19}"/>
              </a:ext>
            </a:extLst>
          </p:cNvPr>
          <p:cNvSpPr/>
          <p:nvPr/>
        </p:nvSpPr>
        <p:spPr>
          <a:xfrm>
            <a:off x="3782257" y="4070420"/>
            <a:ext cx="653730" cy="65373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
        <p:nvSpPr>
          <p:cNvPr id="36" name="Google Shape;2012;p58">
            <a:extLst>
              <a:ext uri="{FF2B5EF4-FFF2-40B4-BE49-F238E27FC236}">
                <a16:creationId xmlns:a16="http://schemas.microsoft.com/office/drawing/2014/main" id="{20FD243B-0F58-A463-B59B-5B3B1DB87C5C}"/>
              </a:ext>
            </a:extLst>
          </p:cNvPr>
          <p:cNvSpPr/>
          <p:nvPr/>
        </p:nvSpPr>
        <p:spPr>
          <a:xfrm>
            <a:off x="3782257" y="4981383"/>
            <a:ext cx="653730" cy="65373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grpSp>
        <p:nvGrpSpPr>
          <p:cNvPr id="38" name="Grupo 37">
            <a:extLst>
              <a:ext uri="{FF2B5EF4-FFF2-40B4-BE49-F238E27FC236}">
                <a16:creationId xmlns:a16="http://schemas.microsoft.com/office/drawing/2014/main" id="{62CB8E45-C653-1484-D40C-83B840056F66}"/>
              </a:ext>
            </a:extLst>
          </p:cNvPr>
          <p:cNvGrpSpPr/>
          <p:nvPr/>
        </p:nvGrpSpPr>
        <p:grpSpPr>
          <a:xfrm>
            <a:off x="3875521" y="4217503"/>
            <a:ext cx="425605" cy="360439"/>
            <a:chOff x="9719097" y="1233644"/>
            <a:chExt cx="384631" cy="292948"/>
          </a:xfrm>
          <a:solidFill>
            <a:schemeClr val="bg1"/>
          </a:solidFill>
        </p:grpSpPr>
        <p:sp>
          <p:nvSpPr>
            <p:cNvPr id="11" name="Google Shape;13786;p85">
              <a:extLst>
                <a:ext uri="{FF2B5EF4-FFF2-40B4-BE49-F238E27FC236}">
                  <a16:creationId xmlns:a16="http://schemas.microsoft.com/office/drawing/2014/main" id="{796D0F28-269F-5CF6-0E89-7E1BD17F03DA}"/>
                </a:ext>
              </a:extLst>
            </p:cNvPr>
            <p:cNvSpPr/>
            <p:nvPr/>
          </p:nvSpPr>
          <p:spPr>
            <a:xfrm>
              <a:off x="9719097" y="1233644"/>
              <a:ext cx="384631" cy="292948"/>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grpFill/>
            <a:ln w="952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bg1"/>
                </a:solidFill>
                <a:latin typeface="Segoe UI Black" panose="020B0A02040204020203" pitchFamily="34" charset="0"/>
                <a:ea typeface="Segoe UI Black" panose="020B0A02040204020203" pitchFamily="34" charset="0"/>
              </a:endParaRPr>
            </a:p>
          </p:txBody>
        </p:sp>
        <p:sp>
          <p:nvSpPr>
            <p:cNvPr id="12" name="Google Shape;13787;p85">
              <a:extLst>
                <a:ext uri="{FF2B5EF4-FFF2-40B4-BE49-F238E27FC236}">
                  <a16:creationId xmlns:a16="http://schemas.microsoft.com/office/drawing/2014/main" id="{62914A31-BBFB-CACB-56F5-8FBC2CC342CF}"/>
                </a:ext>
              </a:extLst>
            </p:cNvPr>
            <p:cNvSpPr/>
            <p:nvPr/>
          </p:nvSpPr>
          <p:spPr>
            <a:xfrm>
              <a:off x="9850632" y="1299271"/>
              <a:ext cx="154328" cy="161832"/>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grpFill/>
            <a:ln w="952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bg1"/>
                </a:solidFill>
                <a:latin typeface="Segoe UI Black" panose="020B0A02040204020203" pitchFamily="34" charset="0"/>
                <a:ea typeface="Segoe UI Black" panose="020B0A02040204020203" pitchFamily="34" charset="0"/>
              </a:endParaRPr>
            </a:p>
          </p:txBody>
        </p:sp>
      </p:grpSp>
      <p:sp>
        <p:nvSpPr>
          <p:cNvPr id="18" name="Google Shape;13955;p85">
            <a:extLst>
              <a:ext uri="{FF2B5EF4-FFF2-40B4-BE49-F238E27FC236}">
                <a16:creationId xmlns:a16="http://schemas.microsoft.com/office/drawing/2014/main" id="{32F823A1-8D27-4011-F955-ADE8ADAAE42A}"/>
              </a:ext>
            </a:extLst>
          </p:cNvPr>
          <p:cNvSpPr/>
          <p:nvPr/>
        </p:nvSpPr>
        <p:spPr>
          <a:xfrm>
            <a:off x="3888235" y="5049063"/>
            <a:ext cx="396357" cy="455652"/>
          </a:xfrm>
          <a:custGeom>
            <a:avLst/>
            <a:gdLst/>
            <a:ahLst/>
            <a:cxnLst/>
            <a:rect l="l" t="t" r="r" b="b"/>
            <a:pathLst>
              <a:path w="7645" h="8814" extrusionOk="0">
                <a:moveTo>
                  <a:pt x="4192" y="301"/>
                </a:moveTo>
                <a:lnTo>
                  <a:pt x="5228" y="1337"/>
                </a:lnTo>
                <a:lnTo>
                  <a:pt x="3144" y="1337"/>
                </a:lnTo>
                <a:lnTo>
                  <a:pt x="4192" y="301"/>
                </a:lnTo>
                <a:close/>
                <a:moveTo>
                  <a:pt x="4190" y="0"/>
                </a:moveTo>
                <a:cubicBezTo>
                  <a:pt x="4156" y="0"/>
                  <a:pt x="4120" y="9"/>
                  <a:pt x="4097" y="27"/>
                </a:cubicBezTo>
                <a:lnTo>
                  <a:pt x="2787" y="1337"/>
                </a:lnTo>
                <a:lnTo>
                  <a:pt x="703" y="1337"/>
                </a:lnTo>
                <a:cubicBezTo>
                  <a:pt x="632" y="1337"/>
                  <a:pt x="572" y="1396"/>
                  <a:pt x="572" y="1480"/>
                </a:cubicBezTo>
                <a:lnTo>
                  <a:pt x="572" y="3623"/>
                </a:lnTo>
                <a:lnTo>
                  <a:pt x="144" y="3623"/>
                </a:lnTo>
                <a:cubicBezTo>
                  <a:pt x="60" y="3623"/>
                  <a:pt x="1" y="3682"/>
                  <a:pt x="1" y="3754"/>
                </a:cubicBezTo>
                <a:lnTo>
                  <a:pt x="1" y="8683"/>
                </a:lnTo>
                <a:cubicBezTo>
                  <a:pt x="1" y="8754"/>
                  <a:pt x="60" y="8814"/>
                  <a:pt x="144" y="8814"/>
                </a:cubicBezTo>
                <a:lnTo>
                  <a:pt x="1489" y="8814"/>
                </a:lnTo>
                <a:cubicBezTo>
                  <a:pt x="1572" y="8814"/>
                  <a:pt x="1632" y="8754"/>
                  <a:pt x="1632" y="8683"/>
                </a:cubicBezTo>
                <a:cubicBezTo>
                  <a:pt x="1632" y="8599"/>
                  <a:pt x="1572" y="8540"/>
                  <a:pt x="1489" y="8540"/>
                </a:cubicBezTo>
                <a:lnTo>
                  <a:pt x="275" y="8540"/>
                </a:lnTo>
                <a:lnTo>
                  <a:pt x="275" y="4004"/>
                </a:lnTo>
                <a:lnTo>
                  <a:pt x="882" y="4456"/>
                </a:lnTo>
                <a:cubicBezTo>
                  <a:pt x="904" y="4469"/>
                  <a:pt x="928" y="4476"/>
                  <a:pt x="952" y="4476"/>
                </a:cubicBezTo>
                <a:cubicBezTo>
                  <a:pt x="992" y="4476"/>
                  <a:pt x="1031" y="4458"/>
                  <a:pt x="1061" y="4420"/>
                </a:cubicBezTo>
                <a:cubicBezTo>
                  <a:pt x="1108" y="4361"/>
                  <a:pt x="1096" y="4289"/>
                  <a:pt x="1037" y="4242"/>
                </a:cubicBezTo>
                <a:lnTo>
                  <a:pt x="834" y="4087"/>
                </a:lnTo>
                <a:lnTo>
                  <a:pt x="834" y="3766"/>
                </a:lnTo>
                <a:lnTo>
                  <a:pt x="834" y="3754"/>
                </a:lnTo>
                <a:lnTo>
                  <a:pt x="834" y="3730"/>
                </a:lnTo>
                <a:lnTo>
                  <a:pt x="834" y="1610"/>
                </a:lnTo>
                <a:lnTo>
                  <a:pt x="7371" y="1610"/>
                </a:lnTo>
                <a:lnTo>
                  <a:pt x="7371" y="2099"/>
                </a:lnTo>
                <a:cubicBezTo>
                  <a:pt x="7371" y="2170"/>
                  <a:pt x="7430" y="2230"/>
                  <a:pt x="7502" y="2230"/>
                </a:cubicBezTo>
                <a:cubicBezTo>
                  <a:pt x="7585" y="2230"/>
                  <a:pt x="7645" y="2170"/>
                  <a:pt x="7645" y="2099"/>
                </a:cubicBezTo>
                <a:lnTo>
                  <a:pt x="7645" y="1468"/>
                </a:lnTo>
                <a:cubicBezTo>
                  <a:pt x="7633" y="1396"/>
                  <a:pt x="7573" y="1337"/>
                  <a:pt x="7490" y="1337"/>
                </a:cubicBezTo>
                <a:lnTo>
                  <a:pt x="5585" y="1337"/>
                </a:lnTo>
                <a:lnTo>
                  <a:pt x="4275" y="27"/>
                </a:lnTo>
                <a:cubicBezTo>
                  <a:pt x="4257" y="9"/>
                  <a:pt x="4225" y="0"/>
                  <a:pt x="4190" y="0"/>
                </a:cubicBezTo>
                <a:close/>
              </a:path>
            </a:pathLst>
          </a:custGeom>
          <a:solidFill>
            <a:schemeClr val="bg1"/>
          </a:solidFill>
          <a:ln w="317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
        <p:nvSpPr>
          <p:cNvPr id="19" name="Google Shape;13956;p85">
            <a:extLst>
              <a:ext uri="{FF2B5EF4-FFF2-40B4-BE49-F238E27FC236}">
                <a16:creationId xmlns:a16="http://schemas.microsoft.com/office/drawing/2014/main" id="{787D0866-18A7-2E14-F577-E4AAD3059658}"/>
              </a:ext>
            </a:extLst>
          </p:cNvPr>
          <p:cNvSpPr/>
          <p:nvPr/>
        </p:nvSpPr>
        <p:spPr>
          <a:xfrm>
            <a:off x="3964811" y="5166776"/>
            <a:ext cx="55579" cy="55419"/>
          </a:xfrm>
          <a:custGeom>
            <a:avLst/>
            <a:gdLst/>
            <a:ahLst/>
            <a:cxnLst/>
            <a:rect l="l" t="t" r="r" b="b"/>
            <a:pathLst>
              <a:path w="1072" h="1072" extrusionOk="0">
                <a:moveTo>
                  <a:pt x="810" y="262"/>
                </a:moveTo>
                <a:lnTo>
                  <a:pt x="810" y="810"/>
                </a:lnTo>
                <a:lnTo>
                  <a:pt x="274" y="810"/>
                </a:lnTo>
                <a:lnTo>
                  <a:pt x="274" y="262"/>
                </a:lnTo>
                <a:close/>
                <a:moveTo>
                  <a:pt x="143" y="0"/>
                </a:moveTo>
                <a:cubicBezTo>
                  <a:pt x="60" y="0"/>
                  <a:pt x="0" y="60"/>
                  <a:pt x="0" y="131"/>
                </a:cubicBezTo>
                <a:lnTo>
                  <a:pt x="0" y="941"/>
                </a:lnTo>
                <a:cubicBezTo>
                  <a:pt x="0" y="1012"/>
                  <a:pt x="60" y="1072"/>
                  <a:pt x="143" y="1072"/>
                </a:cubicBezTo>
                <a:lnTo>
                  <a:pt x="941" y="1072"/>
                </a:lnTo>
                <a:cubicBezTo>
                  <a:pt x="1012" y="1072"/>
                  <a:pt x="1072" y="1012"/>
                  <a:pt x="1072" y="941"/>
                </a:cubicBezTo>
                <a:lnTo>
                  <a:pt x="1072" y="131"/>
                </a:lnTo>
                <a:cubicBezTo>
                  <a:pt x="1060" y="60"/>
                  <a:pt x="1000" y="0"/>
                  <a:pt x="941" y="0"/>
                </a:cubicBezTo>
                <a:close/>
              </a:path>
            </a:pathLst>
          </a:custGeom>
          <a:solidFill>
            <a:schemeClr val="bg1"/>
          </a:solidFill>
          <a:ln w="317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
        <p:nvSpPr>
          <p:cNvPr id="24" name="Google Shape;13961;p85">
            <a:extLst>
              <a:ext uri="{FF2B5EF4-FFF2-40B4-BE49-F238E27FC236}">
                <a16:creationId xmlns:a16="http://schemas.microsoft.com/office/drawing/2014/main" id="{FFC357AA-5026-6B21-9CCA-440F3B33E55E}"/>
              </a:ext>
            </a:extLst>
          </p:cNvPr>
          <p:cNvSpPr/>
          <p:nvPr/>
        </p:nvSpPr>
        <p:spPr>
          <a:xfrm>
            <a:off x="3953093" y="5177839"/>
            <a:ext cx="361777" cy="326876"/>
          </a:xfrm>
          <a:custGeom>
            <a:avLst/>
            <a:gdLst/>
            <a:ahLst/>
            <a:cxnLst/>
            <a:rect l="l" t="t" r="r" b="b"/>
            <a:pathLst>
              <a:path w="6978" h="6323" extrusionOk="0">
                <a:moveTo>
                  <a:pt x="4679" y="2632"/>
                </a:moveTo>
                <a:lnTo>
                  <a:pt x="4274" y="2929"/>
                </a:lnTo>
                <a:lnTo>
                  <a:pt x="1441" y="2929"/>
                </a:lnTo>
                <a:lnTo>
                  <a:pt x="1024" y="2632"/>
                </a:lnTo>
                <a:close/>
                <a:moveTo>
                  <a:pt x="3905" y="3168"/>
                </a:moveTo>
                <a:lnTo>
                  <a:pt x="3500" y="3465"/>
                </a:lnTo>
                <a:lnTo>
                  <a:pt x="2179" y="3465"/>
                </a:lnTo>
                <a:lnTo>
                  <a:pt x="1774" y="3168"/>
                </a:lnTo>
                <a:close/>
                <a:moveTo>
                  <a:pt x="3143" y="3727"/>
                </a:moveTo>
                <a:lnTo>
                  <a:pt x="2846" y="3942"/>
                </a:lnTo>
                <a:lnTo>
                  <a:pt x="2548" y="3727"/>
                </a:lnTo>
                <a:close/>
                <a:moveTo>
                  <a:pt x="6239" y="1"/>
                </a:moveTo>
                <a:cubicBezTo>
                  <a:pt x="6167" y="1"/>
                  <a:pt x="6108" y="48"/>
                  <a:pt x="6108" y="132"/>
                </a:cubicBezTo>
                <a:lnTo>
                  <a:pt x="6108" y="1263"/>
                </a:lnTo>
                <a:lnTo>
                  <a:pt x="6108" y="1596"/>
                </a:lnTo>
                <a:lnTo>
                  <a:pt x="5036" y="2382"/>
                </a:lnTo>
                <a:lnTo>
                  <a:pt x="667" y="2382"/>
                </a:lnTo>
                <a:lnTo>
                  <a:pt x="226" y="2060"/>
                </a:lnTo>
                <a:cubicBezTo>
                  <a:pt x="204" y="2047"/>
                  <a:pt x="180" y="2040"/>
                  <a:pt x="156" y="2040"/>
                </a:cubicBezTo>
                <a:cubicBezTo>
                  <a:pt x="116" y="2040"/>
                  <a:pt x="77" y="2059"/>
                  <a:pt x="48" y="2096"/>
                </a:cubicBezTo>
                <a:cubicBezTo>
                  <a:pt x="0" y="2156"/>
                  <a:pt x="24" y="2227"/>
                  <a:pt x="83" y="2275"/>
                </a:cubicBezTo>
                <a:lnTo>
                  <a:pt x="2786" y="4203"/>
                </a:lnTo>
                <a:cubicBezTo>
                  <a:pt x="2810" y="4221"/>
                  <a:pt x="2837" y="4230"/>
                  <a:pt x="2863" y="4230"/>
                </a:cubicBezTo>
                <a:cubicBezTo>
                  <a:pt x="2890" y="4230"/>
                  <a:pt x="2917" y="4221"/>
                  <a:pt x="2941" y="4203"/>
                </a:cubicBezTo>
                <a:lnTo>
                  <a:pt x="6703" y="1513"/>
                </a:lnTo>
                <a:lnTo>
                  <a:pt x="6703" y="6049"/>
                </a:lnTo>
                <a:lnTo>
                  <a:pt x="786" y="6049"/>
                </a:lnTo>
                <a:cubicBezTo>
                  <a:pt x="702" y="6049"/>
                  <a:pt x="643" y="6108"/>
                  <a:pt x="643" y="6192"/>
                </a:cubicBezTo>
                <a:cubicBezTo>
                  <a:pt x="643" y="6263"/>
                  <a:pt x="702" y="6323"/>
                  <a:pt x="786" y="6323"/>
                </a:cubicBezTo>
                <a:lnTo>
                  <a:pt x="6834" y="6323"/>
                </a:lnTo>
                <a:cubicBezTo>
                  <a:pt x="6918" y="6323"/>
                  <a:pt x="6977" y="6263"/>
                  <a:pt x="6977" y="6192"/>
                </a:cubicBezTo>
                <a:lnTo>
                  <a:pt x="6977" y="1263"/>
                </a:lnTo>
                <a:cubicBezTo>
                  <a:pt x="6941" y="1263"/>
                  <a:pt x="6941" y="1239"/>
                  <a:pt x="6941" y="1239"/>
                </a:cubicBezTo>
                <a:cubicBezTo>
                  <a:pt x="6929" y="1191"/>
                  <a:pt x="6882" y="1132"/>
                  <a:pt x="6810" y="1132"/>
                </a:cubicBezTo>
                <a:lnTo>
                  <a:pt x="6370" y="1132"/>
                </a:lnTo>
                <a:lnTo>
                  <a:pt x="6370" y="132"/>
                </a:lnTo>
                <a:cubicBezTo>
                  <a:pt x="6370" y="48"/>
                  <a:pt x="6310" y="1"/>
                  <a:pt x="6239" y="1"/>
                </a:cubicBezTo>
                <a:close/>
              </a:path>
            </a:pathLst>
          </a:custGeom>
          <a:solidFill>
            <a:schemeClr val="bg1"/>
          </a:solidFill>
          <a:ln w="317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951343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7ED6A8-CEE4-64F8-896A-FC6D2B52142C}"/>
              </a:ext>
            </a:extLst>
          </p:cNvPr>
          <p:cNvSpPr>
            <a:spLocks noGrp="1"/>
          </p:cNvSpPr>
          <p:nvPr>
            <p:ph type="ctrTitle"/>
          </p:nvPr>
        </p:nvSpPr>
        <p:spPr/>
        <p:txBody>
          <a:bodyPr/>
          <a:lstStyle/>
          <a:p>
            <a:endParaRPr lang="es-ES"/>
          </a:p>
        </p:txBody>
      </p:sp>
      <p:sp>
        <p:nvSpPr>
          <p:cNvPr id="3" name="Subtítulo 2">
            <a:extLst>
              <a:ext uri="{FF2B5EF4-FFF2-40B4-BE49-F238E27FC236}">
                <a16:creationId xmlns:a16="http://schemas.microsoft.com/office/drawing/2014/main" id="{8CBE55A1-644C-4325-42FB-C3BE42EE742A}"/>
              </a:ext>
            </a:extLst>
          </p:cNvPr>
          <p:cNvSpPr>
            <a:spLocks noGrp="1"/>
          </p:cNvSpPr>
          <p:nvPr>
            <p:ph type="subTitle" idx="1"/>
          </p:nvPr>
        </p:nvSpPr>
        <p:spPr/>
        <p:txBody>
          <a:bodyPr/>
          <a:lstStyle/>
          <a:p>
            <a:endParaRPr lang="es-ES"/>
          </a:p>
        </p:txBody>
      </p:sp>
      <p:pic>
        <p:nvPicPr>
          <p:cNvPr id="5" name="Imagen 4" descr="The image shows a dashboard for assigning licenses to agents, with a list of various services and compliance features related to Microsoft Agent 365.&#10;&#10;El contenido generado por IA puede ser incorrecto.">
            <a:extLst>
              <a:ext uri="{FF2B5EF4-FFF2-40B4-BE49-F238E27FC236}">
                <a16:creationId xmlns:a16="http://schemas.microsoft.com/office/drawing/2014/main" id="{9BC6F488-F0B7-DDFE-426E-B97A868CC4FC}"/>
              </a:ext>
            </a:extLst>
          </p:cNvPr>
          <p:cNvPicPr>
            <a:picLocks noChangeAspect="1"/>
          </p:cNvPicPr>
          <p:nvPr/>
        </p:nvPicPr>
        <p:blipFill>
          <a:blip r:embed="rId2"/>
          <a:stretch>
            <a:fillRect/>
          </a:stretch>
        </p:blipFill>
        <p:spPr>
          <a:xfrm>
            <a:off x="700087" y="0"/>
            <a:ext cx="10791826" cy="6858000"/>
          </a:xfrm>
          <a:prstGeom prst="rect">
            <a:avLst/>
          </a:prstGeom>
        </p:spPr>
      </p:pic>
    </p:spTree>
    <p:extLst>
      <p:ext uri="{BB962C8B-B14F-4D97-AF65-F5344CB8AC3E}">
        <p14:creationId xmlns:p14="http://schemas.microsoft.com/office/powerpoint/2010/main" val="759599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The image shows a command-line interface displaying the setup process for Agent 365, with detected details such as stack, language, and configuration options.&#10;&#10;El contenido generado por IA puede ser incorrecto.">
            <a:extLst>
              <a:ext uri="{FF2B5EF4-FFF2-40B4-BE49-F238E27FC236}">
                <a16:creationId xmlns:a16="http://schemas.microsoft.com/office/drawing/2014/main" id="{1EAF2780-7C5C-83DF-3B6D-DD0B5C696DAC}"/>
              </a:ext>
            </a:extLst>
          </p:cNvPr>
          <p:cNvPicPr>
            <a:picLocks noChangeAspect="1"/>
          </p:cNvPicPr>
          <p:nvPr/>
        </p:nvPicPr>
        <p:blipFill>
          <a:blip r:embed="rId2"/>
          <a:stretch>
            <a:fillRect/>
          </a:stretch>
        </p:blipFill>
        <p:spPr>
          <a:xfrm>
            <a:off x="5412835" y="-130629"/>
            <a:ext cx="6885388" cy="6858000"/>
          </a:xfrm>
          <a:prstGeom prst="rect">
            <a:avLst/>
          </a:prstGeom>
        </p:spPr>
      </p:pic>
      <p:sp>
        <p:nvSpPr>
          <p:cNvPr id="5" name="CuadroTexto 4">
            <a:extLst>
              <a:ext uri="{FF2B5EF4-FFF2-40B4-BE49-F238E27FC236}">
                <a16:creationId xmlns:a16="http://schemas.microsoft.com/office/drawing/2014/main" id="{9E622368-0E8D-AAC2-36B1-B94C45A5D5FA}"/>
              </a:ext>
            </a:extLst>
          </p:cNvPr>
          <p:cNvSpPr txBox="1"/>
          <p:nvPr/>
        </p:nvSpPr>
        <p:spPr>
          <a:xfrm>
            <a:off x="414213" y="1143218"/>
            <a:ext cx="6097112" cy="1200329"/>
          </a:xfrm>
          <a:prstGeom prst="rect">
            <a:avLst/>
          </a:prstGeom>
          <a:noFill/>
        </p:spPr>
        <p:txBody>
          <a:bodyPr wrap="square">
            <a:spAutoFit/>
          </a:bodyPr>
          <a:lstStyle/>
          <a:p>
            <a:r>
              <a:rPr lang="es-ES" dirty="0" err="1">
                <a:hlinkClick r:id="rId3"/>
              </a:rPr>
              <a:t>microsoft</a:t>
            </a:r>
            <a:r>
              <a:rPr lang="es-ES" dirty="0">
                <a:hlinkClick r:id="rId3"/>
              </a:rPr>
              <a:t>/agent365-skills: AI </a:t>
            </a:r>
            <a:r>
              <a:rPr lang="es-ES" dirty="0" err="1">
                <a:hlinkClick r:id="rId3"/>
              </a:rPr>
              <a:t>coding</a:t>
            </a:r>
            <a:r>
              <a:rPr lang="es-ES" dirty="0">
                <a:hlinkClick r:id="rId3"/>
              </a:rPr>
              <a:t> </a:t>
            </a:r>
            <a:r>
              <a:rPr lang="es-ES" dirty="0" err="1">
                <a:hlinkClick r:id="rId3"/>
              </a:rPr>
              <a:t>skills</a:t>
            </a:r>
            <a:r>
              <a:rPr lang="es-ES" dirty="0">
                <a:hlinkClick r:id="rId3"/>
              </a:rPr>
              <a:t> </a:t>
            </a:r>
            <a:r>
              <a:rPr lang="es-ES" dirty="0" err="1">
                <a:hlinkClick r:id="rId3"/>
              </a:rPr>
              <a:t>for</a:t>
            </a:r>
            <a:r>
              <a:rPr lang="es-ES" dirty="0">
                <a:hlinkClick r:id="rId3"/>
              </a:rPr>
              <a:t> Microsoft Agent 365 — </a:t>
            </a:r>
            <a:r>
              <a:rPr lang="es-ES" dirty="0" err="1">
                <a:hlinkClick r:id="rId3"/>
              </a:rPr>
              <a:t>transform</a:t>
            </a:r>
            <a:r>
              <a:rPr lang="es-ES" dirty="0">
                <a:hlinkClick r:id="rId3"/>
              </a:rPr>
              <a:t> </a:t>
            </a:r>
            <a:r>
              <a:rPr lang="es-ES" dirty="0" err="1">
                <a:hlinkClick r:id="rId3"/>
              </a:rPr>
              <a:t>agents</a:t>
            </a:r>
            <a:r>
              <a:rPr lang="es-ES" dirty="0">
                <a:hlinkClick r:id="rId3"/>
              </a:rPr>
              <a:t> </a:t>
            </a:r>
            <a:r>
              <a:rPr lang="es-ES" dirty="0" err="1">
                <a:hlinkClick r:id="rId3"/>
              </a:rPr>
              <a:t>into</a:t>
            </a:r>
            <a:r>
              <a:rPr lang="es-ES" dirty="0">
                <a:hlinkClick r:id="rId3"/>
              </a:rPr>
              <a:t> AI </a:t>
            </a:r>
            <a:r>
              <a:rPr lang="es-ES" dirty="0" err="1">
                <a:hlinkClick r:id="rId3"/>
              </a:rPr>
              <a:t>Teammates</a:t>
            </a:r>
            <a:r>
              <a:rPr lang="es-ES" dirty="0">
                <a:hlinkClick r:id="rId3"/>
              </a:rPr>
              <a:t> </a:t>
            </a:r>
            <a:r>
              <a:rPr lang="es-ES" dirty="0" err="1">
                <a:hlinkClick r:id="rId3"/>
              </a:rPr>
              <a:t>with</a:t>
            </a:r>
            <a:r>
              <a:rPr lang="es-ES" dirty="0">
                <a:hlinkClick r:id="rId3"/>
              </a:rPr>
              <a:t> </a:t>
            </a:r>
            <a:r>
              <a:rPr lang="es-ES" dirty="0" err="1">
                <a:hlinkClick r:id="rId3"/>
              </a:rPr>
              <a:t>Teams</a:t>
            </a:r>
            <a:r>
              <a:rPr lang="es-ES" dirty="0">
                <a:hlinkClick r:id="rId3"/>
              </a:rPr>
              <a:t> hosting, </a:t>
            </a:r>
            <a:r>
              <a:rPr lang="es-ES" dirty="0" err="1">
                <a:hlinkClick r:id="rId3"/>
              </a:rPr>
              <a:t>WorkIQ</a:t>
            </a:r>
            <a:r>
              <a:rPr lang="es-ES" dirty="0">
                <a:hlinkClick r:id="rId3"/>
              </a:rPr>
              <a:t> MCP </a:t>
            </a:r>
            <a:r>
              <a:rPr lang="es-ES" dirty="0" err="1">
                <a:hlinkClick r:id="rId3"/>
              </a:rPr>
              <a:t>tools</a:t>
            </a:r>
            <a:r>
              <a:rPr lang="es-ES" dirty="0">
                <a:hlinkClick r:id="rId3"/>
              </a:rPr>
              <a:t>, and </a:t>
            </a:r>
            <a:r>
              <a:rPr lang="es-ES" dirty="0" err="1">
                <a:hlinkClick r:id="rId3"/>
              </a:rPr>
              <a:t>OTel</a:t>
            </a:r>
            <a:r>
              <a:rPr lang="es-ES" dirty="0">
                <a:hlinkClick r:id="rId3"/>
              </a:rPr>
              <a:t> </a:t>
            </a:r>
            <a:r>
              <a:rPr lang="es-ES" dirty="0" err="1">
                <a:hlinkClick r:id="rId3"/>
              </a:rPr>
              <a:t>observability</a:t>
            </a:r>
            <a:r>
              <a:rPr lang="es-ES" dirty="0">
                <a:hlinkClick r:id="rId3"/>
              </a:rPr>
              <a:t>. Works </a:t>
            </a:r>
            <a:r>
              <a:rPr lang="es-ES" dirty="0" err="1">
                <a:hlinkClick r:id="rId3"/>
              </a:rPr>
              <a:t>with</a:t>
            </a:r>
            <a:r>
              <a:rPr lang="es-ES" dirty="0">
                <a:hlinkClick r:id="rId3"/>
              </a:rPr>
              <a:t> Claude Code and GitHub </a:t>
            </a:r>
            <a:r>
              <a:rPr lang="es-ES" dirty="0" err="1">
                <a:hlinkClick r:id="rId3"/>
              </a:rPr>
              <a:t>Copilot</a:t>
            </a:r>
            <a:r>
              <a:rPr lang="es-ES" dirty="0">
                <a:hlinkClick r:id="rId3"/>
              </a:rPr>
              <a:t>.</a:t>
            </a:r>
            <a:endParaRPr lang="es-ES" dirty="0"/>
          </a:p>
        </p:txBody>
      </p:sp>
    </p:spTree>
    <p:extLst>
      <p:ext uri="{BB962C8B-B14F-4D97-AF65-F5344CB8AC3E}">
        <p14:creationId xmlns:p14="http://schemas.microsoft.com/office/powerpoint/2010/main" val="33057332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The image depicts a user interface of a workflow automation tool, specifically M365 Copilot (V2), showing a process for reviewing and categorizing unread emails from the previous day.&#10;&#10;El contenido generado por IA puede ser incorrecto.">
            <a:extLst>
              <a:ext uri="{FF2B5EF4-FFF2-40B4-BE49-F238E27FC236}">
                <a16:creationId xmlns:a16="http://schemas.microsoft.com/office/drawing/2014/main" id="{D2710087-DFC4-2BF4-B49A-C06DE3195138}"/>
              </a:ext>
            </a:extLst>
          </p:cNvPr>
          <p:cNvPicPr>
            <a:picLocks noChangeAspect="1"/>
          </p:cNvPicPr>
          <p:nvPr/>
        </p:nvPicPr>
        <p:blipFill>
          <a:blip r:embed="rId2"/>
          <a:stretch>
            <a:fillRect/>
          </a:stretch>
        </p:blipFill>
        <p:spPr>
          <a:xfrm>
            <a:off x="3421" y="0"/>
            <a:ext cx="12185158" cy="6858000"/>
          </a:xfrm>
          <a:prstGeom prst="rect">
            <a:avLst/>
          </a:prstGeom>
        </p:spPr>
      </p:pic>
    </p:spTree>
    <p:extLst>
      <p:ext uri="{BB962C8B-B14F-4D97-AF65-F5344CB8AC3E}">
        <p14:creationId xmlns:p14="http://schemas.microsoft.com/office/powerpoint/2010/main" val="35730753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The image contains instructions for setting up Azure CLI session, selecting tenant, and assigning necessary permissions for blueprint creation.&#10;&#10;El contenido generado por IA puede ser incorrecto.">
            <a:extLst>
              <a:ext uri="{FF2B5EF4-FFF2-40B4-BE49-F238E27FC236}">
                <a16:creationId xmlns:a16="http://schemas.microsoft.com/office/drawing/2014/main" id="{B28AA4A5-64CA-2482-880E-FBDBE0AF5CE5}"/>
              </a:ext>
            </a:extLst>
          </p:cNvPr>
          <p:cNvPicPr>
            <a:picLocks noChangeAspect="1"/>
          </p:cNvPicPr>
          <p:nvPr/>
        </p:nvPicPr>
        <p:blipFill>
          <a:blip r:embed="rId2"/>
          <a:stretch>
            <a:fillRect/>
          </a:stretch>
        </p:blipFill>
        <p:spPr>
          <a:xfrm>
            <a:off x="0" y="416524"/>
            <a:ext cx="12192000" cy="6024952"/>
          </a:xfrm>
          <a:prstGeom prst="rect">
            <a:avLst/>
          </a:prstGeom>
        </p:spPr>
      </p:pic>
    </p:spTree>
    <p:extLst>
      <p:ext uri="{BB962C8B-B14F-4D97-AF65-F5344CB8AC3E}">
        <p14:creationId xmlns:p14="http://schemas.microsoft.com/office/powerpoint/2010/main" val="14223099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FsTriageDevoluciones&#10;&#10;El contenido generado por IA puede ser incorrecto.">
            <a:extLst>
              <a:ext uri="{FF2B5EF4-FFF2-40B4-BE49-F238E27FC236}">
                <a16:creationId xmlns:a16="http://schemas.microsoft.com/office/drawing/2014/main" id="{B41B2992-C24E-5DB3-8046-CC39128A54D1}"/>
              </a:ext>
            </a:extLst>
          </p:cNvPr>
          <p:cNvPicPr>
            <a:picLocks noChangeAspect="1"/>
          </p:cNvPicPr>
          <p:nvPr/>
        </p:nvPicPr>
        <p:blipFill>
          <a:blip r:embed="rId2"/>
          <a:stretch>
            <a:fillRect/>
          </a:stretch>
        </p:blipFill>
        <p:spPr>
          <a:xfrm>
            <a:off x="4357287" y="0"/>
            <a:ext cx="3477425" cy="6858000"/>
          </a:xfrm>
          <a:prstGeom prst="rect">
            <a:avLst/>
          </a:prstGeom>
        </p:spPr>
      </p:pic>
    </p:spTree>
    <p:extLst>
      <p:ext uri="{BB962C8B-B14F-4D97-AF65-F5344CB8AC3E}">
        <p14:creationId xmlns:p14="http://schemas.microsoft.com/office/powerpoint/2010/main" val="24781381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The image displays a user interface for an agent management system, featuring sections for creating agents, searching for agents, and managing workflows and content.&#10;&#10;El contenido generado por IA puede ser incorrecto.">
            <a:extLst>
              <a:ext uri="{FF2B5EF4-FFF2-40B4-BE49-F238E27FC236}">
                <a16:creationId xmlns:a16="http://schemas.microsoft.com/office/drawing/2014/main" id="{896BFC11-6C2A-B588-836B-FE1E13EFB388}"/>
              </a:ext>
            </a:extLst>
          </p:cNvPr>
          <p:cNvPicPr>
            <a:picLocks noChangeAspect="1"/>
          </p:cNvPicPr>
          <p:nvPr/>
        </p:nvPicPr>
        <p:blipFill>
          <a:blip r:embed="rId2"/>
          <a:stretch>
            <a:fillRect/>
          </a:stretch>
        </p:blipFill>
        <p:spPr>
          <a:xfrm>
            <a:off x="266810" y="136071"/>
            <a:ext cx="5534813" cy="3292929"/>
          </a:xfrm>
          <a:prstGeom prst="rect">
            <a:avLst/>
          </a:prstGeom>
        </p:spPr>
      </p:pic>
      <p:pic>
        <p:nvPicPr>
          <p:cNvPr id="4" name="Imagen 3" descr="Running&#10;&#10;El contenido generado por IA puede ser incorrecto.">
            <a:extLst>
              <a:ext uri="{FF2B5EF4-FFF2-40B4-BE49-F238E27FC236}">
                <a16:creationId xmlns:a16="http://schemas.microsoft.com/office/drawing/2014/main" id="{986450E4-21FB-E0F0-AEE1-AC232CE57500}"/>
              </a:ext>
            </a:extLst>
          </p:cNvPr>
          <p:cNvPicPr>
            <a:picLocks noChangeAspect="1"/>
          </p:cNvPicPr>
          <p:nvPr/>
        </p:nvPicPr>
        <p:blipFill>
          <a:blip r:embed="rId3"/>
          <a:stretch>
            <a:fillRect/>
          </a:stretch>
        </p:blipFill>
        <p:spPr>
          <a:xfrm>
            <a:off x="3853544" y="1933147"/>
            <a:ext cx="6313714" cy="2991706"/>
          </a:xfrm>
          <a:prstGeom prst="rect">
            <a:avLst/>
          </a:prstGeom>
        </p:spPr>
      </p:pic>
      <p:pic>
        <p:nvPicPr>
          <p:cNvPr id="6" name="Imagen 5" descr="The image shows a document with a summary of a public job announcement from the Ayuntamiento de Santa Cruz de Tenerife, indicating no issues during the compliance tracking process.&#10;&#10;El contenido generado por IA puede ser incorrecto.">
            <a:extLst>
              <a:ext uri="{FF2B5EF4-FFF2-40B4-BE49-F238E27FC236}">
                <a16:creationId xmlns:a16="http://schemas.microsoft.com/office/drawing/2014/main" id="{089C791B-A546-9279-43FE-3D34F87F9BAB}"/>
              </a:ext>
            </a:extLst>
          </p:cNvPr>
          <p:cNvPicPr>
            <a:picLocks noChangeAspect="1"/>
          </p:cNvPicPr>
          <p:nvPr/>
        </p:nvPicPr>
        <p:blipFill>
          <a:blip r:embed="rId4"/>
          <a:stretch>
            <a:fillRect/>
          </a:stretch>
        </p:blipFill>
        <p:spPr>
          <a:xfrm>
            <a:off x="4931228" y="2263454"/>
            <a:ext cx="4591491" cy="4594546"/>
          </a:xfrm>
          <a:prstGeom prst="rect">
            <a:avLst/>
          </a:prstGeom>
        </p:spPr>
      </p:pic>
    </p:spTree>
    <p:extLst>
      <p:ext uri="{BB962C8B-B14F-4D97-AF65-F5344CB8AC3E}">
        <p14:creationId xmlns:p14="http://schemas.microsoft.com/office/powerpoint/2010/main" val="41008362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Running&#10;&#10;El contenido generado por IA puede ser incorrecto.">
            <a:extLst>
              <a:ext uri="{FF2B5EF4-FFF2-40B4-BE49-F238E27FC236}">
                <a16:creationId xmlns:a16="http://schemas.microsoft.com/office/drawing/2014/main" id="{D599B4D8-5C5F-ABE8-5501-D8C0665052BA}"/>
              </a:ext>
            </a:extLst>
          </p:cNvPr>
          <p:cNvPicPr>
            <a:picLocks noChangeAspect="1"/>
          </p:cNvPicPr>
          <p:nvPr/>
        </p:nvPicPr>
        <p:blipFill>
          <a:blip r:embed="rId2"/>
          <a:stretch>
            <a:fillRect/>
          </a:stretch>
        </p:blipFill>
        <p:spPr>
          <a:xfrm>
            <a:off x="3853544" y="1933147"/>
            <a:ext cx="6313714" cy="2991706"/>
          </a:xfrm>
          <a:prstGeom prst="rect">
            <a:avLst/>
          </a:prstGeom>
        </p:spPr>
      </p:pic>
    </p:spTree>
    <p:extLst>
      <p:ext uri="{BB962C8B-B14F-4D97-AF65-F5344CB8AC3E}">
        <p14:creationId xmlns:p14="http://schemas.microsoft.com/office/powerpoint/2010/main" val="10104097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The image shows a document with a summary of a public job announcement from the Ayuntamiento de Santa Cruz de Tenerife, indicating no issues during the compliance tracking process.&#10;&#10;El contenido generado por IA puede ser incorrecto.">
            <a:extLst>
              <a:ext uri="{FF2B5EF4-FFF2-40B4-BE49-F238E27FC236}">
                <a16:creationId xmlns:a16="http://schemas.microsoft.com/office/drawing/2014/main" id="{4555566E-69FA-1606-B510-2B1C03AF56C4}"/>
              </a:ext>
            </a:extLst>
          </p:cNvPr>
          <p:cNvPicPr>
            <a:picLocks noChangeAspect="1"/>
          </p:cNvPicPr>
          <p:nvPr/>
        </p:nvPicPr>
        <p:blipFill>
          <a:blip r:embed="rId2"/>
          <a:stretch>
            <a:fillRect/>
          </a:stretch>
        </p:blipFill>
        <p:spPr>
          <a:xfrm>
            <a:off x="4931228" y="2263454"/>
            <a:ext cx="4591491" cy="4594546"/>
          </a:xfrm>
          <a:prstGeom prst="rect">
            <a:avLst/>
          </a:prstGeom>
        </p:spPr>
      </p:pic>
    </p:spTree>
    <p:extLst>
      <p:ext uri="{BB962C8B-B14F-4D97-AF65-F5344CB8AC3E}">
        <p14:creationId xmlns:p14="http://schemas.microsoft.com/office/powerpoint/2010/main" val="4011651040"/>
      </p:ext>
    </p:extLst>
  </p:cSld>
  <p:clrMapOvr>
    <a:masterClrMapping/>
  </p:clrMapOvr>
</p:sld>
</file>

<file path=ppt/theme/theme1.xml><?xml version="1.0" encoding="utf-8"?>
<a:theme xmlns:a="http://schemas.openxmlformats.org/drawingml/2006/main" name="Office Theme">
  <a:themeElements>
    <a:clrScheme name="Bizz Summit">
      <a:dk1>
        <a:srgbClr val="000000"/>
      </a:dk1>
      <a:lt1>
        <a:srgbClr val="FFFFFF"/>
      </a:lt1>
      <a:dk2>
        <a:srgbClr val="292B45"/>
      </a:dk2>
      <a:lt2>
        <a:srgbClr val="E7E6E6"/>
      </a:lt2>
      <a:accent1>
        <a:srgbClr val="119F9A"/>
      </a:accent1>
      <a:accent2>
        <a:srgbClr val="FF509F"/>
      </a:accent2>
      <a:accent3>
        <a:srgbClr val="FFDA37"/>
      </a:accent3>
      <a:accent4>
        <a:srgbClr val="4BE7D8"/>
      </a:accent4>
      <a:accent5>
        <a:srgbClr val="292B45"/>
      </a:accent5>
      <a:accent6>
        <a:srgbClr val="119F9A"/>
      </a:accent6>
      <a:hlink>
        <a:srgbClr val="FF6EA8"/>
      </a:hlink>
      <a:folHlink>
        <a:srgbClr val="FFDA37"/>
      </a:folHlink>
    </a:clrScheme>
    <a:fontScheme name="Custom 8">
      <a:majorFont>
        <a:latin typeface="Fira Sans"/>
        <a:ea typeface=""/>
        <a:cs typeface=""/>
      </a:majorFont>
      <a:minorFont>
        <a:latin typeface="Ope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B41CB313B6114197B91560B995E819" ma:contentTypeVersion="13" ma:contentTypeDescription="Create a new document." ma:contentTypeScope="" ma:versionID="220a22a0b19dda2a2d5bfdddb5bc8cd3">
  <xsd:schema xmlns:xsd="http://www.w3.org/2001/XMLSchema" xmlns:xs="http://www.w3.org/2001/XMLSchema" xmlns:p="http://schemas.microsoft.com/office/2006/metadata/properties" xmlns:ns2="09c2cc01-0011-4e33-8594-2658f2b9151d" xmlns:ns3="49b7d2c5-02b6-4489-8a62-3b8ab57a030d" targetNamespace="http://schemas.microsoft.com/office/2006/metadata/properties" ma:root="true" ma:fieldsID="6ae0c81bcca26dfcb3b80b8844e98f2b" ns2:_="" ns3:_="">
    <xsd:import namespace="09c2cc01-0011-4e33-8594-2658f2b9151d"/>
    <xsd:import namespace="49b7d2c5-02b6-4489-8a62-3b8ab57a030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3:TaxCatchAll" minOccurs="0"/>
                <xsd:element ref="ns2:MediaServiceOCR" minOccurs="0"/>
                <xsd:element ref="ns2:lcf76f155ced4ddcb4097134ff3c332f"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c2cc01-0011-4e33-8594-2658f2b915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a331297-84b2-459b-9032-9e7bedeaf55e" ma:termSetId="09814cd3-568e-fe90-9814-8d621ff8fb84" ma:anchorId="fba54fb3-c3e1-fe81-a776-ca4b69148c4d" ma:open="true" ma:isKeyword="false">
      <xsd:complexType>
        <xsd:sequence>
          <xsd:element ref="pc:Terms" minOccurs="0" maxOccurs="1"/>
        </xsd:sequence>
      </xsd:complex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9b7d2c5-02b6-4489-8a62-3b8ab57a030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d2277a8-eb8d-4c93-82e2-fd1965ddb93d}" ma:internalName="TaxCatchAll" ma:showField="CatchAllData" ma:web="49b7d2c5-02b6-4489-8a62-3b8ab57a030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9b7d2c5-02b6-4489-8a62-3b8ab57a030d" xsi:nil="true"/>
    <lcf76f155ced4ddcb4097134ff3c332f xmlns="09c2cc01-0011-4e33-8594-2658f2b9151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BE453E-29BB-45A9-829E-0C76AAC446B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c2cc01-0011-4e33-8594-2658f2b9151d"/>
    <ds:schemaRef ds:uri="49b7d2c5-02b6-4489-8a62-3b8ab57a03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16D61E8-211B-4934-BE4D-BBB9184803E4}">
  <ds:schemaRefs>
    <ds:schemaRef ds:uri="http://schemas.microsoft.com/office/2006/metadata/properties"/>
    <ds:schemaRef ds:uri="http://purl.org/dc/dcmitype/"/>
    <ds:schemaRef ds:uri="f1cad021-65cf-4087-9a30-72e556a51931"/>
    <ds:schemaRef ds:uri="http://www.w3.org/XML/1998/namespace"/>
    <ds:schemaRef ds:uri="http://purl.org/dc/elements/1.1/"/>
    <ds:schemaRef ds:uri="http://schemas.microsoft.com/office/2006/documentManagement/types"/>
    <ds:schemaRef ds:uri="http://purl.org/dc/terms/"/>
    <ds:schemaRef ds:uri="http://schemas.openxmlformats.org/package/2006/metadata/core-properties"/>
    <ds:schemaRef ds:uri="http://schemas.microsoft.com/office/infopath/2007/PartnerControls"/>
    <ds:schemaRef ds:uri="2109d8f6-968a-41da-8ba2-d5147edb905e"/>
    <ds:schemaRef ds:uri="49b7d2c5-02b6-4489-8a62-3b8ab57a030d"/>
    <ds:schemaRef ds:uri="09c2cc01-0011-4e33-8594-2658f2b9151d"/>
  </ds:schemaRefs>
</ds:datastoreItem>
</file>

<file path=customXml/itemProps3.xml><?xml version="1.0" encoding="utf-8"?>
<ds:datastoreItem xmlns:ds="http://schemas.openxmlformats.org/officeDocument/2006/customXml" ds:itemID="{1FFD7846-F70C-452C-BF1E-47F239EE4F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42</TotalTime>
  <Words>4753</Words>
  <Application>Microsoft Office PowerPoint</Application>
  <PresentationFormat>Panorámica</PresentationFormat>
  <Paragraphs>451</Paragraphs>
  <Slides>53</Slides>
  <Notes>38</Notes>
  <HiddenSlides>15</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53</vt:i4>
      </vt:variant>
    </vt:vector>
  </HeadingPairs>
  <TitlesOfParts>
    <vt:vector size="62" baseType="lpstr">
      <vt:lpstr>Arial</vt:lpstr>
      <vt:lpstr>Fira Sans</vt:lpstr>
      <vt:lpstr>Fira Sans Black</vt:lpstr>
      <vt:lpstr>Open Sans Light</vt:lpstr>
      <vt:lpstr>Oraqle Script</vt:lpstr>
      <vt:lpstr>Segoe UI</vt:lpstr>
      <vt:lpstr>Segoe UI Black</vt:lpstr>
      <vt:lpstr>Segoe UI Light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Bayu Kresna</dc:creator>
  <cp:lastModifiedBy>Antonio José Soto Rodríguez</cp:lastModifiedBy>
  <cp:revision>9</cp:revision>
  <dcterms:created xsi:type="dcterms:W3CDTF">2019-04-01T15:41:01Z</dcterms:created>
  <dcterms:modified xsi:type="dcterms:W3CDTF">2026-10-03T02:22:00Z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0x01010026B41CB313B6114197B91560B995E819</vt:lpwstr>
  </property>
  <property fmtid="{D5CDD505-2E9C-101B-9397-08002B2CF9AE}" pid="3" name="MediaServiceImageTags">
    <vt:lpwstr/>
  </property>
  <property fmtid="{D5CDD505-2E9C-101B-9397-08002B2CF9AE}" pid="4" name="Order">
    <vt:lpwstr>131600.000000000</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lpwstr/>
  </property>
  <property fmtid="{D5CDD505-2E9C-101B-9397-08002B2CF9AE}" pid="11" name="_SourceUrl">
    <vt:lpwstr/>
  </property>
  <property fmtid="{D5CDD505-2E9C-101B-9397-08002B2CF9AE}" pid="12" name="_SharedFileIndex">
    <vt:lpwstr/>
  </property>
</Properties>
</file>