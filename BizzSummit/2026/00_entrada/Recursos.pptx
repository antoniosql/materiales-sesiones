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1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927AD-3F09-0F59-79C1-328397DB6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48F977-271B-03DD-73C3-7EE98EEAE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E4CD15-713F-F956-B141-B770C00B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40AE74-DD79-D1E7-B6B8-96D91540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3D1709-3A26-6F5E-C569-F2D0783C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706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8983E-6C00-46F1-C656-A8DE8346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201438-95C6-1C6B-A447-F0809472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9FD12A-B20A-E58D-5779-0C8B8EE4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E77260-2E4F-5D03-923D-11D24AB3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6A844-0769-62B9-F133-09CF638B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352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A80F7-37E2-B3BE-594F-4D73A1E26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68963C-FD02-E2D8-8276-9976FDF67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EA3997-89CE-C315-B4CA-2747AA2B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661683-8874-F309-D1AC-6C07B6BC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A0910-5D85-994B-B94C-EDC6FF78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123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A9D4D-EBB7-A942-9B9D-C3C94F37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625E2E-5CB7-55AC-EF29-62C1F5FAE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52551F-799F-76F8-5BBE-63EFF6707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B711B2-689D-B2D4-7C32-2BE3AF9B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8BC070-C341-7314-528B-94E635F2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96EAC-0C2F-C93B-772E-DB157C37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408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52E87-BD4E-00C2-0D53-44D72217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33CCC7-7F6F-B1BC-22B3-CBD9FDE86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92921B-B5A7-4DEF-DBD5-565BDD106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4D8E8C-BF60-6A58-BBA0-1AEEE95D8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E11D73-3E37-B540-6C9F-DB504D4D7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9E0203-77A0-955B-0421-781502F0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8B32D5-2E29-35EB-E731-B76B0F57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EE4260-AEF2-E785-C829-1364BB18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975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BA719-8E41-8BED-0E35-63FC0FD7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E44732-767F-5791-2BEB-0C56F001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08DE27-3DD9-47C9-91AF-A6CF528C1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28B3C7-1A20-9094-1C61-3114EE3E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606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CEA75C3-FF13-37F8-479F-FBD1D960B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9BE6BC-E6E7-4B84-9A0F-11C51DFF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27EEC8-BDD8-7779-1EB2-A282E158E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487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64636-245E-127D-1351-422352E63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D5EF13-212E-8272-9BF6-96DF3198D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E6F9EB-ECDA-ADD5-933E-792F05EC7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69F2C3-BB58-F5C7-E867-1C7E5B12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C7016E-F78B-D79E-9F82-AD29054C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E943FA-9693-2540-F528-5509350C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75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67FB4-D6DF-D0D5-9725-53A3169E4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B253624-33B3-E59F-F13E-0D4296B04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BDF408-5089-160E-EE50-393B66784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8413C8-F1C7-D85A-59CB-E580E28D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9BC87D-760A-5557-9A13-895F0D75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FC34E8-3D5D-AD4B-F074-24827756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215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1AE0A-B6FD-5EE6-DBFB-37D20B3E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0602E9-D3D8-F60B-CBAB-020F04FC9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ECDB3E-4A0A-787F-F763-0F80968C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A9F4F4-796D-850D-9E22-0E7942D1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4D02D-F028-DD73-903C-787999EB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15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F638BD-5BE1-7CF4-C793-451ECAF13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8B9F04-C889-5B03-A310-F13EC5BE4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F0192-1EEF-537E-1E69-8CC02DDA8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BE8C37-3264-A613-2F6B-4427E33C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6D26A1-0254-21B9-AD1B-DA971A3E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054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6648A4-7463-5FC2-AE5A-BB1ECC47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C3975-44FE-4D8C-988E-EE6BEE3C2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77232-7B75-309A-9DBE-A780F2E6E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37EE9-FE2D-4B98-B178-1153273E8850}" type="datetimeFigureOut">
              <a:rPr lang="es-ES" smtClean="0"/>
              <a:t>12/09/2026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C56F4-FE76-3D6D-72BC-DB7347A2E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9D6EA5-1E06-496B-1A31-4CB07462E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431CE-2AC2-42EE-AB03-DB203074B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64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ED6A8-CEE4-64F8-896A-FC6D2B521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E55A1-644C-4325-42FB-C3BE42EE7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The image shows a dashboard for assigning licenses to agents, with a list of various services and compliance features related to Microsoft Agent 365.&#10;&#10;El contenido generado por IA puede ser incorrecto.">
            <a:extLst>
              <a:ext uri="{FF2B5EF4-FFF2-40B4-BE49-F238E27FC236}">
                <a16:creationId xmlns:a16="http://schemas.microsoft.com/office/drawing/2014/main" id="{9BC6F488-F0B7-DDFE-426E-B97A868CC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" y="0"/>
            <a:ext cx="10791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9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José Soto Rodriguez</dc:creator>
  <cp:lastModifiedBy>Antonio José Soto Rodriguez</cp:lastModifiedBy>
  <cp:revision>1</cp:revision>
  <dcterms:created xsi:type="dcterms:W3CDTF">2026-09-12T06:37:18Z</dcterms:created>
  <dcterms:modified xsi:type="dcterms:W3CDTF">2026-09-12T06:37:38Z</dcterms:modified>
</cp:coreProperties>
</file>