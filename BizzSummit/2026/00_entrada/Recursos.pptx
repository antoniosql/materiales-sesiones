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2" d="100"/>
          <a:sy n="82" d="100"/>
        </p:scale>
        <p:origin x="51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927AD-3F09-0F59-79C1-328397DB67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648F977-271B-03DD-73C3-7EE98EEAE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E4CD15-713F-F956-B141-B770C00B9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40AE74-DD79-D1E7-B6B8-96D915400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3D1709-3A26-6F5E-C569-F2D0783C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7069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8983E-6C00-46F1-C656-A8DE83468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201438-95C6-1C6B-A447-F0809472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9FD12A-B20A-E58D-5779-0C8B8EE4E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E77260-2E4F-5D03-923D-11D24AB3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5C6A844-0769-62B9-F133-09CF638B8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3523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CA80F7-37E2-B3BE-594F-4D73A1E26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968963C-FD02-E2D8-8276-9976FDF67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A3997-89CE-C315-B4CA-2747AA2B4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661683-8874-F309-D1AC-6C07B6BC4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7A0910-5D85-994B-B94C-EDC6FF78C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1235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9A9D4D-EBB7-A942-9B9D-C3C94F37B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D625E2E-5CB7-55AC-EF29-62C1F5FAE6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552551F-799F-76F8-5BBE-63EFF6707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4B711B2-689D-B2D4-7C32-2BE3AF9BC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28BC070-C341-7314-528B-94E635F27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F96EAC-0C2F-C93B-772E-DB157C372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408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52E87-BD4E-00C2-0D53-44D72217F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D33CCC7-7F6F-B1BC-22B3-CBD9FDE86D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92921B-B5A7-4DEF-DBD5-565BDD1060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94D8E8C-BF60-6A58-BBA0-1AEEE95D86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E11D73-3E37-B540-6C9F-DB504D4D7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79E0203-77A0-955B-0421-781502F03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F8B32D5-2E29-35EB-E731-B76B0F57D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0EE4260-AEF2-E785-C829-1364BB18E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9756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9BA719-8E41-8BED-0E35-63FC0FD7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E44732-767F-5791-2BEB-0C56F001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008DE27-3DD9-47C9-91AF-A6CF528C1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28B3C7-1A20-9094-1C61-3114EE3EB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6063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CEA75C3-FF13-37F8-479F-FBD1D960B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19BE6BC-E6E7-4B84-9A0F-11C51DFFE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227EEC8-BDD8-7779-1EB2-A282E158E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4877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164636-245E-127D-1351-422352E63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D5EF13-212E-8272-9BF6-96DF3198D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E6F9EB-ECDA-ADD5-933E-792F05EC7C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D69F2C3-BB58-F5C7-E867-1C7E5B12D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C7016E-F78B-D79E-9F82-AD29054C3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7E943FA-9693-2540-F528-5509350C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75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67FB4-D6DF-D0D5-9725-53A3169E4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B253624-33B3-E59F-F13E-0D4296B044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8BDF408-5089-160E-EE50-393B66784F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18413C8-F1C7-D85A-59CB-E580E28D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F9BC87D-760A-5557-9A13-895F0D756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4FC34E8-3D5D-AD4B-F074-24827756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1215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01AE0A-B6FD-5EE6-DBFB-37D20B3E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0602E9-D3D8-F60B-CBAB-020F04FC9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ECDB3E-4A0A-787F-F763-0F80968CC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A9F4F4-796D-850D-9E22-0E7942D12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94D02D-F028-DD73-903C-787999EB9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2153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5F638BD-5BE1-7CF4-C793-451ECAF13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8B9F04-C889-5B03-A310-F13EC5BE4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CF0192-1EEF-537E-1E69-8CC02DDA8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BE8C37-3264-A613-2F6B-4427E33C8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6D26A1-0254-21B9-AD1B-DA971A3E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0548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76648A4-7463-5FC2-AE5A-BB1ECC47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9C3975-44FE-4D8C-988E-EE6BEE3C2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0B77232-7B75-309A-9DBE-A780F2E6E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237EE9-FE2D-4B98-B178-1153273E8850}" type="datetimeFigureOut">
              <a:rPr lang="es-ES" smtClean="0"/>
              <a:t>02/10/2026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9C56F4-FE76-3D6D-72BC-DB7347A2E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9D6EA5-1E06-496B-1A31-4CB07462E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2431CE-2AC2-42EE-AB03-DB203074B47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642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365-skill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7ED6A8-CEE4-64F8-896A-FC6D2B5214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BE55A1-644C-4325-42FB-C3BE42EE7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 descr="The image shows a dashboard for assigning licenses to agents, with a list of various services and compliance features related to Microsoft Agent 365.&#10;&#10;El contenido generado por IA puede ser incorrecto.">
            <a:extLst>
              <a:ext uri="{FF2B5EF4-FFF2-40B4-BE49-F238E27FC236}">
                <a16:creationId xmlns:a16="http://schemas.microsoft.com/office/drawing/2014/main" id="{9BC6F488-F0B7-DDFE-426E-B97A868CC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87" y="0"/>
            <a:ext cx="107918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9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shows a command-line interface displaying the setup process for Agent 365, with detected details such as stack, language, and configuration options.&#10;&#10;El contenido generado por IA puede ser incorrecto.">
            <a:extLst>
              <a:ext uri="{FF2B5EF4-FFF2-40B4-BE49-F238E27FC236}">
                <a16:creationId xmlns:a16="http://schemas.microsoft.com/office/drawing/2014/main" id="{1EAF2780-7C5C-83DF-3B6D-DD0B5C696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835" y="-130629"/>
            <a:ext cx="6885388" cy="68580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9E622368-0E8D-AAC2-36B1-B94C45A5D5FA}"/>
              </a:ext>
            </a:extLst>
          </p:cNvPr>
          <p:cNvSpPr txBox="1"/>
          <p:nvPr/>
        </p:nvSpPr>
        <p:spPr>
          <a:xfrm>
            <a:off x="414213" y="1143218"/>
            <a:ext cx="60971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>
                <a:hlinkClick r:id="rId3"/>
              </a:rPr>
              <a:t>microsoft</a:t>
            </a:r>
            <a:r>
              <a:rPr lang="es-ES" dirty="0">
                <a:hlinkClick r:id="rId3"/>
              </a:rPr>
              <a:t>/agent365-skills: AI </a:t>
            </a:r>
            <a:r>
              <a:rPr lang="es-ES" dirty="0" err="1">
                <a:hlinkClick r:id="rId3"/>
              </a:rPr>
              <a:t>coding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skills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for</a:t>
            </a:r>
            <a:r>
              <a:rPr lang="es-ES" dirty="0">
                <a:hlinkClick r:id="rId3"/>
              </a:rPr>
              <a:t> Microsoft Agent 365 — </a:t>
            </a:r>
            <a:r>
              <a:rPr lang="es-ES" dirty="0" err="1">
                <a:hlinkClick r:id="rId3"/>
              </a:rPr>
              <a:t>transform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agents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into</a:t>
            </a:r>
            <a:r>
              <a:rPr lang="es-ES" dirty="0">
                <a:hlinkClick r:id="rId3"/>
              </a:rPr>
              <a:t> AI </a:t>
            </a:r>
            <a:r>
              <a:rPr lang="es-ES" dirty="0" err="1">
                <a:hlinkClick r:id="rId3"/>
              </a:rPr>
              <a:t>Teammates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with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Teams</a:t>
            </a:r>
            <a:r>
              <a:rPr lang="es-ES" dirty="0">
                <a:hlinkClick r:id="rId3"/>
              </a:rPr>
              <a:t> hosting, </a:t>
            </a:r>
            <a:r>
              <a:rPr lang="es-ES" dirty="0" err="1">
                <a:hlinkClick r:id="rId3"/>
              </a:rPr>
              <a:t>WorkIQ</a:t>
            </a:r>
            <a:r>
              <a:rPr lang="es-ES" dirty="0">
                <a:hlinkClick r:id="rId3"/>
              </a:rPr>
              <a:t> MCP </a:t>
            </a:r>
            <a:r>
              <a:rPr lang="es-ES" dirty="0" err="1">
                <a:hlinkClick r:id="rId3"/>
              </a:rPr>
              <a:t>tools</a:t>
            </a:r>
            <a:r>
              <a:rPr lang="es-ES" dirty="0">
                <a:hlinkClick r:id="rId3"/>
              </a:rPr>
              <a:t>, and </a:t>
            </a:r>
            <a:r>
              <a:rPr lang="es-ES" dirty="0" err="1">
                <a:hlinkClick r:id="rId3"/>
              </a:rPr>
              <a:t>OTel</a:t>
            </a:r>
            <a:r>
              <a:rPr lang="es-ES" dirty="0">
                <a:hlinkClick r:id="rId3"/>
              </a:rPr>
              <a:t> </a:t>
            </a:r>
            <a:r>
              <a:rPr lang="es-ES" dirty="0" err="1">
                <a:hlinkClick r:id="rId3"/>
              </a:rPr>
              <a:t>observability</a:t>
            </a:r>
            <a:r>
              <a:rPr lang="es-ES" dirty="0">
                <a:hlinkClick r:id="rId3"/>
              </a:rPr>
              <a:t>. Works </a:t>
            </a:r>
            <a:r>
              <a:rPr lang="es-ES" dirty="0" err="1">
                <a:hlinkClick r:id="rId3"/>
              </a:rPr>
              <a:t>with</a:t>
            </a:r>
            <a:r>
              <a:rPr lang="es-ES" dirty="0">
                <a:hlinkClick r:id="rId3"/>
              </a:rPr>
              <a:t> Claude Code and GitHub </a:t>
            </a:r>
            <a:r>
              <a:rPr lang="es-ES" dirty="0" err="1">
                <a:hlinkClick r:id="rId3"/>
              </a:rPr>
              <a:t>Copilot</a:t>
            </a:r>
            <a:r>
              <a:rPr lang="es-ES" dirty="0">
                <a:hlinkClick r:id="rId3"/>
              </a:rPr>
              <a:t>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05733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depicts a user interface of a workflow automation tool, specifically M365 Copilot (V2), showing a process for reviewing and categorizing unread emails from the previous day.&#10;&#10;El contenido generado por IA puede ser incorrecto.">
            <a:extLst>
              <a:ext uri="{FF2B5EF4-FFF2-40B4-BE49-F238E27FC236}">
                <a16:creationId xmlns:a16="http://schemas.microsoft.com/office/drawing/2014/main" id="{D2710087-DFC4-2BF4-B49A-C06DE3195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" y="0"/>
            <a:ext cx="121851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075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contains instructions for setting up Azure CLI session, selecting tenant, and assigning necessary permissions for blueprint creation.&#10;&#10;El contenido generado por IA puede ser incorrecto.">
            <a:extLst>
              <a:ext uri="{FF2B5EF4-FFF2-40B4-BE49-F238E27FC236}">
                <a16:creationId xmlns:a16="http://schemas.microsoft.com/office/drawing/2014/main" id="{B28AA4A5-64CA-2482-880E-FBDBE0AF5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6524"/>
            <a:ext cx="12192000" cy="602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09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sTriageDevoluciones&#10;&#10;El contenido generado por IA puede ser incorrecto.">
            <a:extLst>
              <a:ext uri="{FF2B5EF4-FFF2-40B4-BE49-F238E27FC236}">
                <a16:creationId xmlns:a16="http://schemas.microsoft.com/office/drawing/2014/main" id="{B41B2992-C24E-5DB3-8046-CC39128A5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287" y="0"/>
            <a:ext cx="34774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138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displays a user interface for an agent management system, featuring sections for creating agents, searching for agents, and managing workflows and content.&#10;&#10;El contenido generado por IA puede ser incorrecto.">
            <a:extLst>
              <a:ext uri="{FF2B5EF4-FFF2-40B4-BE49-F238E27FC236}">
                <a16:creationId xmlns:a16="http://schemas.microsoft.com/office/drawing/2014/main" id="{896BFC11-6C2A-B588-836B-FE1E13EFB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76" y="0"/>
            <a:ext cx="115270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836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Running&#10;&#10;El contenido generado por IA puede ser incorrecto.">
            <a:extLst>
              <a:ext uri="{FF2B5EF4-FFF2-40B4-BE49-F238E27FC236}">
                <a16:creationId xmlns:a16="http://schemas.microsoft.com/office/drawing/2014/main" id="{D599B4D8-5C5F-ABE8-5501-D8C066505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0456"/>
            <a:ext cx="12192000" cy="577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409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he image shows a document with a summary of a public job announcement from the Ayuntamiento de Santa Cruz de Tenerife, indicating no issues during the compliance tracking process.&#10;&#10;El contenido generado por IA puede ser incorrecto.">
            <a:extLst>
              <a:ext uri="{FF2B5EF4-FFF2-40B4-BE49-F238E27FC236}">
                <a16:creationId xmlns:a16="http://schemas.microsoft.com/office/drawing/2014/main" id="{4555566E-69FA-1606-B510-2B1C03AF5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280" y="0"/>
            <a:ext cx="68534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6510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37</Words>
  <Application>Microsoft Office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José Soto Rodriguez</dc:creator>
  <cp:lastModifiedBy>Antonio José Soto Rodriguez</cp:lastModifiedBy>
  <cp:revision>1</cp:revision>
  <dcterms:created xsi:type="dcterms:W3CDTF">2026-09-12T06:37:18Z</dcterms:created>
  <dcterms:modified xsi:type="dcterms:W3CDTF">2026-10-02T16:07:35Z</dcterms:modified>
</cp:coreProperties>
</file>